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4e413da1234024" /><Relationship Type="http://schemas.openxmlformats.org/officeDocument/2006/relationships/extended-properties" Target="/docProps/app.xml" Id="R5e967ef30be4447d" /><Relationship Type="http://schemas.openxmlformats.org/officeDocument/2006/relationships/officeDocument" Target="/ppt/presentation.xml" Id="R791275c66bc041a5"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0f42de57927c46dc"/>
    <p:sldMasterId xmlns:r="http://schemas.openxmlformats.org/officeDocument/2006/relationships" id="2147483650" r:id="R81431643c8824a62"/>
  </p:sldMasterIdLst>
  <p:notesMasterIdLst>
    <p:notesMasterId xmlns:r="http://schemas.openxmlformats.org/officeDocument/2006/relationships" r:id="Re7d902e2735c4dee"/>
  </p:notesMasterIdLst>
  <p:sldIdLst>
    <p:sldId xmlns:r="http://schemas.openxmlformats.org/officeDocument/2006/relationships" id="256" r:id="Rc980059912ae4b72"/>
    <p:sldId xmlns:r="http://schemas.openxmlformats.org/officeDocument/2006/relationships" id="257" r:id="R6851f318058e4f96"/>
    <p:sldId xmlns:r="http://schemas.openxmlformats.org/officeDocument/2006/relationships" id="258" r:id="Rba32df188f7a4562"/>
    <p:sldId xmlns:r="http://schemas.openxmlformats.org/officeDocument/2006/relationships" id="259" r:id="Rbbc7758e619a4340"/>
    <p:sldId xmlns:r="http://schemas.openxmlformats.org/officeDocument/2006/relationships" id="260" r:id="R4b43c841b91444fc"/>
    <p:sldId xmlns:r="http://schemas.openxmlformats.org/officeDocument/2006/relationships" id="261" r:id="Rb82b2aacee9d4e58"/>
    <p:sldId xmlns:r="http://schemas.openxmlformats.org/officeDocument/2006/relationships" id="262" r:id="Radb14c69b2634024"/>
    <p:sldId xmlns:r="http://schemas.openxmlformats.org/officeDocument/2006/relationships" id="263" r:id="R8def22114bc84d06"/>
    <p:sldId xmlns:r="http://schemas.openxmlformats.org/officeDocument/2006/relationships" id="264" r:id="R69fd148ffb3648f7"/>
    <p:sldId xmlns:r="http://schemas.openxmlformats.org/officeDocument/2006/relationships" id="265" r:id="R6048a65b02244f89"/>
    <p:sldId xmlns:r="http://schemas.openxmlformats.org/officeDocument/2006/relationships" id="266" r:id="Rd326c00a426b40f3"/>
    <p:sldId xmlns:r="http://schemas.openxmlformats.org/officeDocument/2006/relationships" id="267" r:id="Rfafd8ee632e94e35"/>
    <p:sldId xmlns:r="http://schemas.openxmlformats.org/officeDocument/2006/relationships" id="268" r:id="Ree45699bf60c4402"/>
    <p:sldId xmlns:r="http://schemas.openxmlformats.org/officeDocument/2006/relationships" id="269" r:id="R33e6b5ec9e0849d6"/>
    <p:sldId xmlns:r="http://schemas.openxmlformats.org/officeDocument/2006/relationships" id="270" r:id="R31cb927ea55f4708"/>
    <p:sldId xmlns:r="http://schemas.openxmlformats.org/officeDocument/2006/relationships" id="271" r:id="R3e510ce3112d419f"/>
    <p:sldId xmlns:r="http://schemas.openxmlformats.org/officeDocument/2006/relationships" id="272" r:id="Rab2037c6c1494d9d"/>
    <p:sldId xmlns:r="http://schemas.openxmlformats.org/officeDocument/2006/relationships" id="273" r:id="R7ab61567e8a3464c"/>
    <p:sldId xmlns:r="http://schemas.openxmlformats.org/officeDocument/2006/relationships" id="274" r:id="Rbef24563315c4369"/>
    <p:sldId xmlns:r="http://schemas.openxmlformats.org/officeDocument/2006/relationships" id="275" r:id="Re22e937f734a46bd"/>
    <p:sldId xmlns:r="http://schemas.openxmlformats.org/officeDocument/2006/relationships" id="276" r:id="R7f4308d1e7c1484b"/>
    <p:sldId xmlns:r="http://schemas.openxmlformats.org/officeDocument/2006/relationships" id="277" r:id="R5750f2c5bba4466f"/>
    <p:sldId xmlns:r="http://schemas.openxmlformats.org/officeDocument/2006/relationships" id="278" r:id="R724d5c51d1f342d9"/>
    <p:sldId xmlns:r="http://schemas.openxmlformats.org/officeDocument/2006/relationships" id="279" r:id="Rc911a609efeb4ead"/>
    <p:sldId xmlns:r="http://schemas.openxmlformats.org/officeDocument/2006/relationships" id="280" r:id="R1d02bac6a7474e5a"/>
    <p:sldId xmlns:r="http://schemas.openxmlformats.org/officeDocument/2006/relationships" id="281" r:id="R1a8a368059eb4997"/>
    <p:sldId xmlns:r="http://schemas.openxmlformats.org/officeDocument/2006/relationships" id="282" r:id="R8d84f0c4dbbd4399"/>
    <p:sldId xmlns:r="http://schemas.openxmlformats.org/officeDocument/2006/relationships" id="283" r:id="R5df395160c9d44c2"/>
    <p:sldId xmlns:r="http://schemas.openxmlformats.org/officeDocument/2006/relationships" id="284" r:id="R122f94a6696e4470"/>
    <p:sldId xmlns:r="http://schemas.openxmlformats.org/officeDocument/2006/relationships" id="285" r:id="R6352f23bc7924357"/>
    <p:sldId xmlns:r="http://schemas.openxmlformats.org/officeDocument/2006/relationships" id="286" r:id="Rabc745abc17b419a"/>
    <p:sldId xmlns:r="http://schemas.openxmlformats.org/officeDocument/2006/relationships" id="287" r:id="Rac58a4a15b8142eb"/>
    <p:sldId xmlns:r="http://schemas.openxmlformats.org/officeDocument/2006/relationships" id="288" r:id="Ra05bcbc7667d4fc0"/>
    <p:sldId xmlns:r="http://schemas.openxmlformats.org/officeDocument/2006/relationships" id="289" r:id="R6debfc6dd6f24fba"/>
    <p:sldId xmlns:r="http://schemas.openxmlformats.org/officeDocument/2006/relationships" id="290" r:id="Rb2cf0f78158f4fa7"/>
    <p:sldId xmlns:r="http://schemas.openxmlformats.org/officeDocument/2006/relationships" id="291" r:id="R1dc85499bdf44892"/>
    <p:sldId xmlns:r="http://schemas.openxmlformats.org/officeDocument/2006/relationships" id="292" r:id="R3f51ed1885f64c0f"/>
    <p:sldId xmlns:r="http://schemas.openxmlformats.org/officeDocument/2006/relationships" id="293" r:id="R0b814d896e814ed6"/>
    <p:sldId xmlns:r="http://schemas.openxmlformats.org/officeDocument/2006/relationships" id="294" r:id="R5a499c3f5b5c4379"/>
    <p:sldId xmlns:r="http://schemas.openxmlformats.org/officeDocument/2006/relationships" id="295" r:id="R87defa5d86fa4820"/>
    <p:sldId xmlns:r="http://schemas.openxmlformats.org/officeDocument/2006/relationships" id="296" r:id="Ra76d40e04770459e"/>
    <p:sldId xmlns:r="http://schemas.openxmlformats.org/officeDocument/2006/relationships" id="297" r:id="R3a4e9c762c774ef6"/>
    <p:sldId xmlns:r="http://schemas.openxmlformats.org/officeDocument/2006/relationships" id="298" r:id="Ra0f10910b7ba4d0f"/>
    <p:sldId xmlns:r="http://schemas.openxmlformats.org/officeDocument/2006/relationships" id="299" r:id="R82d1ad33aef44997"/>
    <p:sldId xmlns:r="http://schemas.openxmlformats.org/officeDocument/2006/relationships" id="300" r:id="R801b0969a2ae4df6"/>
    <p:sldId xmlns:r="http://schemas.openxmlformats.org/officeDocument/2006/relationships" id="301" r:id="R6057433b3bc54000"/>
    <p:sldId xmlns:r="http://schemas.openxmlformats.org/officeDocument/2006/relationships" id="302" r:id="Rfe9f7db0e2454739"/>
    <p:sldId xmlns:r="http://schemas.openxmlformats.org/officeDocument/2006/relationships" id="303" r:id="Rf3ccc9ba09354d92"/>
    <p:sldId xmlns:r="http://schemas.openxmlformats.org/officeDocument/2006/relationships" id="304" r:id="R7c67a1158d9f44d3"/>
    <p:sldId xmlns:r="http://schemas.openxmlformats.org/officeDocument/2006/relationships" id="305" r:id="Rdc156a86eb81404e"/>
    <p:sldId xmlns:r="http://schemas.openxmlformats.org/officeDocument/2006/relationships" id="306" r:id="R3b641c2885404bdb"/>
    <p:sldId xmlns:r="http://schemas.openxmlformats.org/officeDocument/2006/relationships" id="307" r:id="R88d62e87c4704256"/>
    <p:sldId xmlns:r="http://schemas.openxmlformats.org/officeDocument/2006/relationships" id="308" r:id="Rd9d2242111ed44e5"/>
    <p:sldId xmlns:r="http://schemas.openxmlformats.org/officeDocument/2006/relationships" id="309" r:id="R34ab27b0b7ce421f"/>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cd276fceee4c78" /><Relationship Type="http://schemas.openxmlformats.org/officeDocument/2006/relationships/slideMaster" Target="/ppt/slideMasters/slideMaster1.xml" Id="R0f42de57927c46dc" /><Relationship Type="http://schemas.openxmlformats.org/officeDocument/2006/relationships/slideMaster" Target="/ppt/slideMasters/slideMaster2.xml" Id="R81431643c8824a62" /><Relationship Type="http://schemas.openxmlformats.org/officeDocument/2006/relationships/notesMaster" Target="/ppt/notesMasters/notesMaster1.xml" Id="Re7d902e2735c4dee" /><Relationship Type="http://schemas.openxmlformats.org/officeDocument/2006/relationships/presProps" Target="/ppt/presProps.xml" Id="R78dd424a48604835" /><Relationship Type="http://schemas.openxmlformats.org/officeDocument/2006/relationships/tableStyles" Target="/ppt/tableStyles.xml" Id="Rd3a2b54f17c9478f" /><Relationship Type="http://schemas.openxmlformats.org/officeDocument/2006/relationships/slide" Target="/ppt/slides/slide1.xml" Id="Rc980059912ae4b72" /><Relationship Type="http://schemas.openxmlformats.org/officeDocument/2006/relationships/slide" Target="/ppt/slides/slide2.xml" Id="R6851f318058e4f96" /><Relationship Type="http://schemas.openxmlformats.org/officeDocument/2006/relationships/slide" Target="/ppt/slides/slide3.xml" Id="Rba32df188f7a4562" /><Relationship Type="http://schemas.openxmlformats.org/officeDocument/2006/relationships/slide" Target="/ppt/slides/slide4.xml" Id="Rbbc7758e619a4340" /><Relationship Type="http://schemas.openxmlformats.org/officeDocument/2006/relationships/slide" Target="/ppt/slides/slide5.xml" Id="R4b43c841b91444fc" /><Relationship Type="http://schemas.openxmlformats.org/officeDocument/2006/relationships/slide" Target="/ppt/slides/slide6.xml" Id="Rb82b2aacee9d4e58" /><Relationship Type="http://schemas.openxmlformats.org/officeDocument/2006/relationships/slide" Target="/ppt/slides/slide7.xml" Id="Radb14c69b2634024" /><Relationship Type="http://schemas.openxmlformats.org/officeDocument/2006/relationships/slide" Target="/ppt/slides/slide8.xml" Id="R8def22114bc84d06" /><Relationship Type="http://schemas.openxmlformats.org/officeDocument/2006/relationships/slide" Target="/ppt/slides/slide9.xml" Id="R69fd148ffb3648f7" /><Relationship Type="http://schemas.openxmlformats.org/officeDocument/2006/relationships/slide" Target="/ppt/slides/slide10.xml" Id="R6048a65b02244f89" /><Relationship Type="http://schemas.openxmlformats.org/officeDocument/2006/relationships/slide" Target="/ppt/slides/slide11.xml" Id="Rd326c00a426b40f3" /><Relationship Type="http://schemas.openxmlformats.org/officeDocument/2006/relationships/slide" Target="/ppt/slides/slide12.xml" Id="Rfafd8ee632e94e35" /><Relationship Type="http://schemas.openxmlformats.org/officeDocument/2006/relationships/slide" Target="/ppt/slides/slide13.xml" Id="Ree45699bf60c4402" /><Relationship Type="http://schemas.openxmlformats.org/officeDocument/2006/relationships/slide" Target="/ppt/slides/slide14.xml" Id="R33e6b5ec9e0849d6" /><Relationship Type="http://schemas.openxmlformats.org/officeDocument/2006/relationships/slide" Target="/ppt/slides/slide15.xml" Id="R31cb927ea55f4708" /><Relationship Type="http://schemas.openxmlformats.org/officeDocument/2006/relationships/slide" Target="/ppt/slides/slide16.xml" Id="R3e510ce3112d419f" /><Relationship Type="http://schemas.openxmlformats.org/officeDocument/2006/relationships/slide" Target="/ppt/slides/slide17.xml" Id="Rab2037c6c1494d9d" /><Relationship Type="http://schemas.openxmlformats.org/officeDocument/2006/relationships/slide" Target="/ppt/slides/slide18.xml" Id="R7ab61567e8a3464c" /><Relationship Type="http://schemas.openxmlformats.org/officeDocument/2006/relationships/slide" Target="/ppt/slides/slide19.xml" Id="Rbef24563315c4369" /><Relationship Type="http://schemas.openxmlformats.org/officeDocument/2006/relationships/slide" Target="/ppt/slides/slide20.xml" Id="Re22e937f734a46bd" /><Relationship Type="http://schemas.openxmlformats.org/officeDocument/2006/relationships/slide" Target="/ppt/slides/slide21.xml" Id="R7f4308d1e7c1484b" /><Relationship Type="http://schemas.openxmlformats.org/officeDocument/2006/relationships/slide" Target="/ppt/slides/slide22.xml" Id="R5750f2c5bba4466f" /><Relationship Type="http://schemas.openxmlformats.org/officeDocument/2006/relationships/slide" Target="/ppt/slides/slide23.xml" Id="R724d5c51d1f342d9" /><Relationship Type="http://schemas.openxmlformats.org/officeDocument/2006/relationships/slide" Target="/ppt/slides/slide24.xml" Id="Rc911a609efeb4ead" /><Relationship Type="http://schemas.openxmlformats.org/officeDocument/2006/relationships/slide" Target="/ppt/slides/slide25.xml" Id="R1d02bac6a7474e5a" /><Relationship Type="http://schemas.openxmlformats.org/officeDocument/2006/relationships/slide" Target="/ppt/slides/slide26.xml" Id="R1a8a368059eb4997" /><Relationship Type="http://schemas.openxmlformats.org/officeDocument/2006/relationships/slide" Target="/ppt/slides/slide27.xml" Id="R8d84f0c4dbbd4399" /><Relationship Type="http://schemas.openxmlformats.org/officeDocument/2006/relationships/slide" Target="/ppt/slides/slide28.xml" Id="R5df395160c9d44c2" /><Relationship Type="http://schemas.openxmlformats.org/officeDocument/2006/relationships/slide" Target="/ppt/slides/slide29.xml" Id="R122f94a6696e4470" /><Relationship Type="http://schemas.openxmlformats.org/officeDocument/2006/relationships/slide" Target="/ppt/slides/slide30.xml" Id="R6352f23bc7924357" /><Relationship Type="http://schemas.openxmlformats.org/officeDocument/2006/relationships/slide" Target="/ppt/slides/slide31.xml" Id="Rabc745abc17b419a" /><Relationship Type="http://schemas.openxmlformats.org/officeDocument/2006/relationships/slide" Target="/ppt/slides/slide32.xml" Id="Rac58a4a15b8142eb" /><Relationship Type="http://schemas.openxmlformats.org/officeDocument/2006/relationships/slide" Target="/ppt/slides/slide33.xml" Id="Ra05bcbc7667d4fc0" /><Relationship Type="http://schemas.openxmlformats.org/officeDocument/2006/relationships/slide" Target="/ppt/slides/slide34.xml" Id="R6debfc6dd6f24fba" /><Relationship Type="http://schemas.openxmlformats.org/officeDocument/2006/relationships/slide" Target="/ppt/slides/slide35.xml" Id="Rb2cf0f78158f4fa7" /><Relationship Type="http://schemas.openxmlformats.org/officeDocument/2006/relationships/slide" Target="/ppt/slides/slide36.xml" Id="R1dc85499bdf44892" /><Relationship Type="http://schemas.openxmlformats.org/officeDocument/2006/relationships/slide" Target="/ppt/slides/slide37.xml" Id="R3f51ed1885f64c0f" /><Relationship Type="http://schemas.openxmlformats.org/officeDocument/2006/relationships/slide" Target="/ppt/slides/slide38.xml" Id="R0b814d896e814ed6" /><Relationship Type="http://schemas.openxmlformats.org/officeDocument/2006/relationships/slide" Target="/ppt/slides/slide39.xml" Id="R5a499c3f5b5c4379" /><Relationship Type="http://schemas.openxmlformats.org/officeDocument/2006/relationships/slide" Target="/ppt/slides/slide40.xml" Id="R87defa5d86fa4820" /><Relationship Type="http://schemas.openxmlformats.org/officeDocument/2006/relationships/slide" Target="/ppt/slides/slide41.xml" Id="Ra76d40e04770459e" /><Relationship Type="http://schemas.openxmlformats.org/officeDocument/2006/relationships/slide" Target="/ppt/slides/slide42.xml" Id="R3a4e9c762c774ef6" /><Relationship Type="http://schemas.openxmlformats.org/officeDocument/2006/relationships/slide" Target="/ppt/slides/slide43.xml" Id="Ra0f10910b7ba4d0f" /><Relationship Type="http://schemas.openxmlformats.org/officeDocument/2006/relationships/slide" Target="/ppt/slides/slide44.xml" Id="R82d1ad33aef44997" /><Relationship Type="http://schemas.openxmlformats.org/officeDocument/2006/relationships/slide" Target="/ppt/slides/slide45.xml" Id="R801b0969a2ae4df6" /><Relationship Type="http://schemas.openxmlformats.org/officeDocument/2006/relationships/slide" Target="/ppt/slides/slide46.xml" Id="R6057433b3bc54000" /><Relationship Type="http://schemas.openxmlformats.org/officeDocument/2006/relationships/slide" Target="/ppt/slides/slide47.xml" Id="Rfe9f7db0e2454739" /><Relationship Type="http://schemas.openxmlformats.org/officeDocument/2006/relationships/slide" Target="/ppt/slides/slide48.xml" Id="Rf3ccc9ba09354d92" /><Relationship Type="http://schemas.openxmlformats.org/officeDocument/2006/relationships/slide" Target="/ppt/slides/slide49.xml" Id="R7c67a1158d9f44d3" /><Relationship Type="http://schemas.openxmlformats.org/officeDocument/2006/relationships/slide" Target="/ppt/slides/slide50.xml" Id="Rdc156a86eb81404e" /><Relationship Type="http://schemas.openxmlformats.org/officeDocument/2006/relationships/slide" Target="/ppt/slides/slide51.xml" Id="R3b641c2885404bdb" /><Relationship Type="http://schemas.openxmlformats.org/officeDocument/2006/relationships/slide" Target="/ppt/slides/slide52.xml" Id="R88d62e87c4704256" /><Relationship Type="http://schemas.openxmlformats.org/officeDocument/2006/relationships/slide" Target="/ppt/slides/slide53.xml" Id="Rd9d2242111ed44e5" /><Relationship Type="http://schemas.openxmlformats.org/officeDocument/2006/relationships/slide" Target="/ppt/slides/slide54.xml" Id="R34ab27b0b7ce42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6e6d0db4fa8d45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c83d5685fb491a" /><Relationship Type="http://schemas.openxmlformats.org/officeDocument/2006/relationships/notesMaster" Target="/ppt/notesMasters/notesMaster1.xml" Id="Rda3bfe4b718843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403606827a49d3" /><Relationship Type="http://schemas.openxmlformats.org/officeDocument/2006/relationships/notesMaster" Target="/ppt/notesMasters/notesMaster1.xml" Id="R43591567ae4840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b4d00f330445f6" /><Relationship Type="http://schemas.openxmlformats.org/officeDocument/2006/relationships/notesMaster" Target="/ppt/notesMasters/notesMaster1.xml" Id="R71170a14d10742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45afc2de7346d5" /><Relationship Type="http://schemas.openxmlformats.org/officeDocument/2006/relationships/notesMaster" Target="/ppt/notesMasters/notesMaster1.xml" Id="R104a56d5c35e4d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3c5d7d41c14484" /><Relationship Type="http://schemas.openxmlformats.org/officeDocument/2006/relationships/notesMaster" Target="/ppt/notesMasters/notesMaster1.xml" Id="R826651105b5842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fa5774cbfe476e" /><Relationship Type="http://schemas.openxmlformats.org/officeDocument/2006/relationships/notesMaster" Target="/ppt/notesMasters/notesMaster1.xml" Id="Rfc980117192d4e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8f1cc61c94412a" /><Relationship Type="http://schemas.openxmlformats.org/officeDocument/2006/relationships/notesMaster" Target="/ppt/notesMasters/notesMaster1.xml" Id="R2b5bf1451dcd4c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6df7d9eb6a4a37" /><Relationship Type="http://schemas.openxmlformats.org/officeDocument/2006/relationships/notesMaster" Target="/ppt/notesMasters/notesMaster1.xml" Id="Rf4224647beb648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334eab8ec84c69" /><Relationship Type="http://schemas.openxmlformats.org/officeDocument/2006/relationships/notesMaster" Target="/ppt/notesMasters/notesMaster1.xml" Id="R428db414d31846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5f0d911fea47b1" /><Relationship Type="http://schemas.openxmlformats.org/officeDocument/2006/relationships/notesMaster" Target="/ppt/notesMasters/notesMaster1.xml" Id="R8a2db58dc3dd40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d6f764a002453d" /><Relationship Type="http://schemas.openxmlformats.org/officeDocument/2006/relationships/notesMaster" Target="/ppt/notesMasters/notesMaster1.xml" Id="Rc6005578885b4b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f08244287984aa7" /><Relationship Type="http://schemas.openxmlformats.org/officeDocument/2006/relationships/notesMaster" Target="/ppt/notesMasters/notesMaster1.xml" Id="R57436857cd2741b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dc83c94dcf423f" /><Relationship Type="http://schemas.openxmlformats.org/officeDocument/2006/relationships/notesMaster" Target="/ppt/notesMasters/notesMaster1.xml" Id="R9aaa0844190e4ba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9e05333bfeb486e" /><Relationship Type="http://schemas.openxmlformats.org/officeDocument/2006/relationships/notesMaster" Target="/ppt/notesMasters/notesMaster1.xml" Id="Re232a01b7dcf4f5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da28164994c46fb" /><Relationship Type="http://schemas.openxmlformats.org/officeDocument/2006/relationships/notesMaster" Target="/ppt/notesMasters/notesMaster1.xml" Id="Rf88d643afa0b4ca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b3634a9e47b4f6d" /><Relationship Type="http://schemas.openxmlformats.org/officeDocument/2006/relationships/notesMaster" Target="/ppt/notesMasters/notesMaster1.xml" Id="R83f23b62062d4b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b83be353404362" /><Relationship Type="http://schemas.openxmlformats.org/officeDocument/2006/relationships/notesMaster" Target="/ppt/notesMasters/notesMaster1.xml" Id="R2c5b6021c5224a4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7f923d7118648c6" /><Relationship Type="http://schemas.openxmlformats.org/officeDocument/2006/relationships/notesMaster" Target="/ppt/notesMasters/notesMaster1.xml" Id="R75fe26369e684e4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6e08a5e448243d0" /><Relationship Type="http://schemas.openxmlformats.org/officeDocument/2006/relationships/notesMaster" Target="/ppt/notesMasters/notesMaster1.xml" Id="R27ee2aea8d41469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8f8ab23c38f41a0" /><Relationship Type="http://schemas.openxmlformats.org/officeDocument/2006/relationships/notesMaster" Target="/ppt/notesMasters/notesMaster1.xml" Id="Rea2840353ac640a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77e73a68c1c40ff" /><Relationship Type="http://schemas.openxmlformats.org/officeDocument/2006/relationships/notesMaster" Target="/ppt/notesMasters/notesMaster1.xml" Id="Re88865be2b604a4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0102c2672bd42f9" /><Relationship Type="http://schemas.openxmlformats.org/officeDocument/2006/relationships/notesMaster" Target="/ppt/notesMasters/notesMaster1.xml" Id="R45f231f05b4443b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872a9262f294201" /><Relationship Type="http://schemas.openxmlformats.org/officeDocument/2006/relationships/notesMaster" Target="/ppt/notesMasters/notesMaster1.xml" Id="Rdac9746b7fe2432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f86ff201ab343cf" /><Relationship Type="http://schemas.openxmlformats.org/officeDocument/2006/relationships/notesMaster" Target="/ppt/notesMasters/notesMaster1.xml" Id="R8355a9257f984fc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4cf3f205f4c4dc7" /><Relationship Type="http://schemas.openxmlformats.org/officeDocument/2006/relationships/notesMaster" Target="/ppt/notesMasters/notesMaster1.xml" Id="R574975b0de66404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f14c612b0964e2c" /><Relationship Type="http://schemas.openxmlformats.org/officeDocument/2006/relationships/notesMaster" Target="/ppt/notesMasters/notesMaster1.xml" Id="Rd8c6b6c53930434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7c6ba10afef429b" /><Relationship Type="http://schemas.openxmlformats.org/officeDocument/2006/relationships/notesMaster" Target="/ppt/notesMasters/notesMaster1.xml" Id="Re7f3e19a809f43c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eb0db80c9dd4cae" /><Relationship Type="http://schemas.openxmlformats.org/officeDocument/2006/relationships/notesMaster" Target="/ppt/notesMasters/notesMaster1.xml" Id="Rbd737f26f0204ea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18bf3b8892546c8" /><Relationship Type="http://schemas.openxmlformats.org/officeDocument/2006/relationships/notesMaster" Target="/ppt/notesMasters/notesMaster1.xml" Id="Reeed5533df6f4e5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8f9cc7d9bbc46ac" /><Relationship Type="http://schemas.openxmlformats.org/officeDocument/2006/relationships/notesMaster" Target="/ppt/notesMasters/notesMaster1.xml" Id="R120e8fee85be49d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10103f86c8149a8" /><Relationship Type="http://schemas.openxmlformats.org/officeDocument/2006/relationships/notesMaster" Target="/ppt/notesMasters/notesMaster1.xml" Id="R0abfd1fc14e6400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264b73cb940400d" /><Relationship Type="http://schemas.openxmlformats.org/officeDocument/2006/relationships/notesMaster" Target="/ppt/notesMasters/notesMaster1.xml" Id="Rd50717d40a6f451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f787f949b9748ae" /><Relationship Type="http://schemas.openxmlformats.org/officeDocument/2006/relationships/notesMaster" Target="/ppt/notesMasters/notesMaster1.xml" Id="R4ea998ab8c3f466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5572d6a659d4cdc" /><Relationship Type="http://schemas.openxmlformats.org/officeDocument/2006/relationships/notesMaster" Target="/ppt/notesMasters/notesMaster1.xml" Id="R1d223a456985461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a4ba0b055d84769" /><Relationship Type="http://schemas.openxmlformats.org/officeDocument/2006/relationships/notesMaster" Target="/ppt/notesMasters/notesMaster1.xml" Id="R04a5e2924ddf454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6b4fdab9c224bb3" /><Relationship Type="http://schemas.openxmlformats.org/officeDocument/2006/relationships/notesMaster" Target="/ppt/notesMasters/notesMaster1.xml" Id="R9150aaf0d085462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9e7cdad3c17407d" /><Relationship Type="http://schemas.openxmlformats.org/officeDocument/2006/relationships/notesMaster" Target="/ppt/notesMasters/notesMaster1.xml" Id="R08ff2f58acb445e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d3c02bd000f4952" /><Relationship Type="http://schemas.openxmlformats.org/officeDocument/2006/relationships/notesMaster" Target="/ppt/notesMasters/notesMaster1.xml" Id="R1b52a44fae2b4d4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dfb445186ea4022" /><Relationship Type="http://schemas.openxmlformats.org/officeDocument/2006/relationships/notesMaster" Target="/ppt/notesMasters/notesMaster1.xml" Id="R40532f33e0274c2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dfd7666f055440b" /><Relationship Type="http://schemas.openxmlformats.org/officeDocument/2006/relationships/notesMaster" Target="/ppt/notesMasters/notesMaster1.xml" Id="Re67cd3ebfb98488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aeffaf9530e4319" /><Relationship Type="http://schemas.openxmlformats.org/officeDocument/2006/relationships/notesMaster" Target="/ppt/notesMasters/notesMaster1.xml" Id="Rd6b861217735411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6d392255ddb4ba6" /><Relationship Type="http://schemas.openxmlformats.org/officeDocument/2006/relationships/notesMaster" Target="/ppt/notesMasters/notesMaster1.xml" Id="R90e83a8d49b4494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5dffb21d6354d3a" /><Relationship Type="http://schemas.openxmlformats.org/officeDocument/2006/relationships/notesMaster" Target="/ppt/notesMasters/notesMaster1.xml" Id="R3c29075c311847b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3329eec6e4e45d1" /><Relationship Type="http://schemas.openxmlformats.org/officeDocument/2006/relationships/notesMaster" Target="/ppt/notesMasters/notesMaster1.xml" Id="R0c9476cd2452415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33a4c19ecad74431" /><Relationship Type="http://schemas.openxmlformats.org/officeDocument/2006/relationships/notesMaster" Target="/ppt/notesMasters/notesMaster1.xml" Id="R700e0a95177f473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0d81f64c8f44090" /><Relationship Type="http://schemas.openxmlformats.org/officeDocument/2006/relationships/notesMaster" Target="/ppt/notesMasters/notesMaster1.xml" Id="R6063d74c4d5945f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a3008f16a3943f1" /><Relationship Type="http://schemas.openxmlformats.org/officeDocument/2006/relationships/notesMaster" Target="/ppt/notesMasters/notesMaster1.xml" Id="R673deaf6a69e418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1af0c539b674fb8" /><Relationship Type="http://schemas.openxmlformats.org/officeDocument/2006/relationships/notesMaster" Target="/ppt/notesMasters/notesMaster1.xml" Id="R71d996fdf6ba42a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bfb8f77b06643b6" /><Relationship Type="http://schemas.openxmlformats.org/officeDocument/2006/relationships/notesMaster" Target="/ppt/notesMasters/notesMaster1.xml" Id="R4a95827bb63340a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8a6849a3e5f4892" /><Relationship Type="http://schemas.openxmlformats.org/officeDocument/2006/relationships/notesMaster" Target="/ppt/notesMasters/notesMaster1.xml" Id="R4291047c7ba9451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e0071542ad7494e" /><Relationship Type="http://schemas.openxmlformats.org/officeDocument/2006/relationships/notesMaster" Target="/ppt/notesMasters/notesMaster1.xml" Id="Rbf5b906f6b2e43d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36eb6f8ea504ff6" /><Relationship Type="http://schemas.openxmlformats.org/officeDocument/2006/relationships/notesMaster" Target="/ppt/notesMasters/notesMaster1.xml" Id="R166c93470d5c43f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ec541c3e0dd497d" /><Relationship Type="http://schemas.openxmlformats.org/officeDocument/2006/relationships/notesMaster" Target="/ppt/notesMasters/notesMaster1.xml" Id="Rc56abad0b2bb4b6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574503a17a04ff3" /><Relationship Type="http://schemas.openxmlformats.org/officeDocument/2006/relationships/notesMaster" Target="/ppt/notesMasters/notesMaster1.xml" Id="Rdcb1006dd84f4b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Your application supplies instructions, a request, relevant evidence, and available tools. </a:t>
            </a:r>
            <a:r>
              <a:rPr b="1"/>
              <a:t>Inference is running an already trained model on that input to obtain an output.</a:t>
            </a:r>
            <a:r>
              <a:rPr b="0"/>
              <a:t> That output can be a response or a proposed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understand usage and capacity.</a:t>
            </a:r>
          </a:p>
          <a:p xmlns:a="http://schemas.openxmlformats.org/drawingml/2006/main">
            <a:r>
              <a:t/>
            </a:r>
          </a:p>
          <a:p xmlns:a="http://schemas.openxmlformats.org/drawingml/2006/main">
            <a:r>
              <a:rPr b="0"/>
              <a:t>The context window limits the tokens available for a call. Leave room for generated output and, where applicable, reasoning tokens. The precise limits depend on the model.</a:t>
            </a:r>
          </a:p>
          <a:p xmlns:a="http://schemas.openxmlformats.org/drawingml/2006/main">
            <a:r>
              <a:t/>
            </a:r>
          </a:p>
          <a:p xmlns:a="http://schemas.openxmlformats.org/drawingml/2006/main">
            <a:r>
              <a:rPr b="0"/>
              <a:t>Some models expose reasoning settings. </a:t>
            </a:r>
            <a:r>
              <a:rPr b="1"/>
              <a:t>Treat effort as part of the configuration you evaluate.</a:t>
            </a:r>
            <a:r>
              <a:rPr b="0"/>
              <a:t> Measure whether it improves the task enough to justify its cost and delay. Choosing a model and effort for a coding task is a familiar version of this decision.</a:t>
            </a:r>
          </a:p>
          <a:p xmlns:a="http://schemas.openxmlformats.org/drawingml/2006/main">
            <a:r>
              <a:t/>
            </a:r>
          </a:p>
          <a:p xmlns:a="http://schemas.openxmlformats.org/drawingml/2006/main">
            <a:r>
              <a:rPr b="0"/>
              <a:t>Our responsibility is to choose and maintain a configuration that fits the task and is approved for the data. Next, compare the eligible options.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1"/>
              <a:t>First establish which configurations are eligible for the data and intended use.</a:t>
            </a:r>
            <a:r>
              <a:rPr b="0"/>
              <a:t> For this audience, CUI and export-controlled information make that a familiar constraint. Hard cost or response-time limits can also exclude options.</a:t>
            </a:r>
          </a:p>
          <a:p xmlns:a="http://schemas.openxmlformats.org/drawingml/2006/main">
            <a:r>
              <a:t/>
            </a:r>
          </a:p>
          <a:p xmlns:a="http://schemas.openxmlformats.org/drawingml/2006/main">
            <a:r>
              <a:rPr b="0"/>
              <a:t>Define an acceptable result and compare configurations on representative work. Keep the intended context, tools, and workflow in the comparison. Record the model version and reasoning settings.</a:t>
            </a:r>
          </a:p>
          <a:p xmlns:a="http://schemas.openxmlformats.org/drawingml/2006/main">
            <a:r>
              <a:t/>
            </a:r>
          </a:p>
          <a:p xmlns:a="http://schemas.openxmlformats.org/drawingml/2006/main">
            <a:r>
              <a:rPr b="0"/>
              <a:t>Among configurations that meet the requirements, compare time to a completed outcome and cost per successful task. Include retrieval, tool calls, retries, verification, and human review. Account for failed attempts too.</a:t>
            </a:r>
          </a:p>
          <a:p xmlns:a="http://schemas.openxmlformats.org/drawingml/2006/main">
            <a:r>
              <a:t/>
            </a:r>
          </a:p>
          <a:p xmlns:a="http://schemas.openxmlformats.org/drawingml/2006/main">
            <a:r>
              <a:rPr b="0"/>
              <a:t>Start with one configuration. Add routing when measurements justify it. </a:t>
            </a:r>
            <a:r>
              <a:rPr b="1"/>
              <a:t>Pinned versions need a migration plan. Moving aliases need regression monitoring.</a:t>
            </a:r>
            <a:r>
              <a:rPr b="0"/>
              <a:t> Both choices need ongoing task checks.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Capacity, effort, and token price each tell us only part of the story. </a:t>
            </a:r>
            <a:r>
              <a:rPr b="1"/>
              <a:t>Selecting or changing models without testing them on your task</a:t>
            </a:r>
            <a:r>
              <a:rPr b="0"/>
              <a:t> is the headline pitfall. A pinned model also leaves other dependencies free to change. Inspect the failure before choosing a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WORKING CONTEXT</a:t>
            </a:r>
          </a:p>
          <a:p xmlns:a="http://schemas.openxmlformats.org/drawingml/2006/main">
            <a:r>
              <a:t/>
            </a:r>
          </a:p>
          <a:p xmlns:a="http://schemas.openxmlformats.org/drawingml/2006/main">
            <a:r>
              <a:rPr b="0"/>
              <a:t>Model Selection showed a model call. </a:t>
            </a:r>
            <a:r>
              <a:rPr b="1"/>
              <a:t>Context Engineering assembles the information for its next step.</a:t>
            </a:r>
            <a:r>
              <a:rPr b="0"/>
              <a:t> That includes instructions, the request, relevant evidence, tool information, and useful history. Prompt engineering addresses the instructions within that larger input.</a:t>
            </a:r>
          </a:p>
          <a:p xmlns:a="http://schemas.openxmlformats.org/drawingml/2006/main">
            <a:r>
              <a:t/>
            </a:r>
          </a:p>
          <a:p xmlns:a="http://schemas.openxmlformats.org/drawingml/2006/main">
            <a:r>
              <a:rPr b="0"/>
              <a:t>Memory is selected information retained for later use. The system still chooses what to bring into this call. Compaction condenses working history to make room for further work. Both need checks that important details survive.</a:t>
            </a:r>
          </a:p>
          <a:p xmlns:a="http://schemas.openxmlformats.org/drawingml/2006/main">
            <a:r>
              <a:t/>
            </a:r>
          </a:p>
          <a:p xmlns:a="http://schemas.openxmlformats.org/drawingml/2006/main">
            <a:r>
              <a:rPr b="0"/>
              <a:t>Keep source documents and application records distinct from a generated summary. For our FRB system, a remembered description of a finding must remain traceable to the board record. Access and confirmed actions come from application records.</a:t>
            </a:r>
          </a:p>
          <a:p xmlns:a="http://schemas.openxmlformats.org/drawingml/2006/main">
            <a:r>
              <a:t/>
            </a:r>
          </a:p>
          <a:p xmlns:a="http://schemas.openxmlformats.org/drawingml/2006/main">
            <a:r>
              <a:rPr b="0"/>
              <a:t>A coding agent similarly combines repository instructions, relevant files, and test output for its next decision.</a:t>
            </a:r>
          </a:p>
          <a:p xmlns:a="http://schemas.openxmlformats.org/drawingml/2006/main">
            <a:r>
              <a:t/>
            </a:r>
          </a:p>
          <a:p xmlns:a="http://schemas.openxmlformats.org/drawingml/2006/main">
            <a:r>
              <a:rPr b="1"/>
              <a:t>The responsibility is to supply relevant information while preserving its meaning and source.</a:t>
            </a:r>
            <a:r>
              <a:rPr b="0"/>
              <a:t> Next, follow the evidence into that input.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 CALLS AND EXECUTION</a:t>
            </a:r>
          </a:p>
          <a:p xmlns:a="http://schemas.openxmlformats.org/drawingml/2006/main">
            <a:r>
              <a:t/>
            </a:r>
          </a:p>
          <a:p xmlns:a="http://schemas.openxmlformats.org/drawingml/2006/main">
            <a:r>
              <a:rPr b="1"/>
              <a:t>A tool call is a request for an operation.</a:t>
            </a:r>
            <a:r>
              <a:rPr b="0"/>
              <a:t> The model selects the tool and supplies arguments. Application software checks the request, performs the permitted operation, and returns a result. A coding agent reading a file or running tests uses this pattern.</a:t>
            </a:r>
          </a:p>
          <a:p xmlns:a="http://schemas.openxmlformats.org/drawingml/2006/main">
            <a:r>
              <a:t/>
            </a:r>
          </a:p>
          <a:p xmlns:a="http://schemas.openxmlformats.org/drawingml/2006/main">
            <a:r>
              <a:rPr b="0"/>
              <a:t>Our illustrative call requests export of a draft, its citations, and a destination. The application supplies authenticated identity and checks current access. The export service also establishes that this exact content passed verification and that the destination is permitted.</a:t>
            </a:r>
          </a:p>
          <a:p xmlns:a="http://schemas.openxmlformats.org/drawingml/2006/main">
            <a:r>
              <a:t/>
            </a:r>
          </a:p>
          <a:p xmlns:a="http://schemas.openxmlformats.org/drawingml/2006/main">
            <a:r>
              <a:rPr b="0"/>
              <a:t>The input schema describes the argument structure. A well-formed destination can still be outside the permitted scope. </a:t>
            </a:r>
            <a:r>
              <a:rPr b="1"/>
              <a:t>Code enforces that boundary.</a:t>
            </a:r>
          </a:p>
          <a:p xmlns:a="http://schemas.openxmlformats.org/drawingml/2006/main">
            <a:r>
              <a:t/>
            </a:r>
          </a:p>
          <a:p xmlns:a="http://schemas.openxmlformats.org/drawingml/2006/main">
            <a:r>
              <a:rPr b="0"/>
              <a:t>The result must distinguish confirmed completion, a known failure, and an unknown outcome. Those observations help the caller decide what to do next.</a:t>
            </a:r>
          </a:p>
          <a:p xmlns:a="http://schemas.openxmlformats.org/drawingml/2006/main">
            <a:r>
              <a:t/>
            </a:r>
          </a:p>
          <a:p xmlns:a="http://schemas.openxmlformats.org/drawingml/2006/main">
            <a:r>
              <a:rPr b="0"/>
              <a:t>Tool design therefore includes the operation, its inputs, the checks, and the meaning of its result.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DESIGN AND EXTENSION DECISIONS</a:t>
            </a:r>
          </a:p>
          <a:p xmlns:a="http://schemas.openxmlformats.org/drawingml/2006/main">
            <a:r>
              <a:t/>
            </a:r>
          </a:p>
          <a:p xmlns:a="http://schemas.openxmlformats.org/drawingml/2006/main">
            <a:r>
              <a:rPr b="0"/>
              <a:t>First choose the capability boundary. Small operations give the caller more combinations and more steps to coordinate. A task-oriented operation can handle more work in code, while embedding assumptions about the task. Evaluate that trade-off.</a:t>
            </a:r>
          </a:p>
          <a:p xmlns:a="http://schemas.openxmlformats.org/drawingml/2006/main">
            <a:r>
              <a:t/>
            </a:r>
          </a:p>
          <a:p xmlns:a="http://schemas.openxmlformats.org/drawingml/2006/main">
            <a:r>
              <a:rPr b="0"/>
              <a:t>Then choose how to extend the system. </a:t>
            </a:r>
            <a:r>
              <a:rPr b="1"/>
              <a:t>MCP, the Model Context Protocol, connects applications to providers of tools and context.</a:t>
            </a:r>
            <a:r>
              <a:rPr b="0"/>
              <a:t> The application can discover operations and call them through a common interface.</a:t>
            </a:r>
          </a:p>
          <a:p xmlns:a="http://schemas.openxmlformats.org/drawingml/2006/main">
            <a:r>
              <a:t/>
            </a:r>
          </a:p>
          <a:p xmlns:a="http://schemas.openxmlformats.org/drawingml/2006/main">
            <a:r>
              <a:rPr b="1"/>
              <a:t>A skill supplies reusable instructions and supporting resources for a task.</a:t>
            </a:r>
            <a:r>
              <a:rPr b="0"/>
              <a:t> It can include scripts or examples. </a:t>
            </a:r>
            <a:r>
              <a:rPr b="1"/>
              <a:t>A plugin packages capabilities for installation and distribution</a:t>
            </a:r>
            <a:r>
              <a:rPr b="0"/>
              <a:t>, such as a skill together with an MCP integration. Exact packaging depends on the host.</a:t>
            </a:r>
          </a:p>
          <a:p xmlns:a="http://schemas.openxmlformats.org/drawingml/2006/main">
            <a:r>
              <a:t/>
            </a:r>
          </a:p>
          <a:p xmlns:a="http://schemas.openxmlformats.org/drawingml/2006/main">
            <a:r>
              <a:rPr b="0"/>
              <a:t>These mechanisms can work together. None replaces the execution checks we just saw. Someone still owns the descriptions, schemas, implementation, permissions, and failure behavior. Keep those pieces aligned as the capability changes, and check that the model can find and use the appropriate operation.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is the headline pitfall. Keep descriptions and behavior aligned, remove confusing overlap, and enforce permissions even when the arguments look valid. Return confirmed results, known failures, and unknown outcomes distinctly.</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 AND AGENT LOOP</a:t>
            </a:r>
          </a:p>
          <a:p xmlns:a="http://schemas.openxmlformats.org/drawingml/2006/main">
            <a:r>
              <a:t/>
            </a:r>
          </a:p>
          <a:p xmlns:a="http://schemas.openxmlformats.org/drawingml/2006/main">
            <a:r>
              <a:rPr b="1"/>
              <a:t>Orchestration controls how the work progresses.</a:t>
            </a:r>
            <a:r>
              <a:rPr b="0"/>
              <a:t> A workflow defines stages and permitted transitions in code. An agent loop lets the model choose its next action from what it observes. They can work together.</a:t>
            </a:r>
          </a:p>
          <a:p xmlns:a="http://schemas.openxmlformats.org/drawingml/2006/main">
            <a:r>
              <a:t/>
            </a:r>
          </a:p>
          <a:p xmlns:a="http://schemas.openxmlformats.org/drawingml/2006/main">
            <a:r>
              <a:rPr b="0"/>
              <a:t>Our FRB workflow retrieves, inspects, compares, reconciles, verifies, and exports. Inside inspection, the model might choose to read another passage, inspect the result, and continue within the allowed scope. That is a bounded agent loop inside a controlled workflow.</a:t>
            </a:r>
          </a:p>
          <a:p xmlns:a="http://schemas.openxmlformats.org/drawingml/2006/main">
            <a:r>
              <a:t/>
            </a:r>
          </a:p>
          <a:p xmlns:a="http://schemas.openxmlformats.org/drawingml/2006/main">
            <a:r>
              <a:rPr b="0"/>
              <a:t>The outer system still enforces permissions, work limits, and the verification gate. </a:t>
            </a:r>
            <a:r>
              <a:rPr b="1"/>
              <a:t>The exact draft must pass its checks before export.</a:t>
            </a:r>
            <a:r>
              <a:rPr b="0"/>
              <a:t> A model-generated plan does not enforce those conditions.</a:t>
            </a:r>
          </a:p>
          <a:p xmlns:a="http://schemas.openxmlformats.org/drawingml/2006/main">
            <a:r>
              <a:t/>
            </a:r>
          </a:p>
          <a:p xmlns:a="http://schemas.openxmlformats.org/drawingml/2006/main">
            <a:r>
              <a:rPr b="0"/>
              <a:t>A coding agent's inspect, edit, and check cycle uses the same action-and-observation idea. The execution system must also know when to stop or resume.</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EXECUTION DECISIONS</a:t>
            </a:r>
          </a:p>
          <a:p xmlns:a="http://schemas.openxmlformats.org/drawingml/2006/main">
            <a:r>
              <a:t/>
            </a:r>
          </a:p>
          <a:p xmlns:a="http://schemas.openxmlformats.org/drawingml/2006/main">
            <a:r>
              <a:rPr b="0"/>
              <a:t>Record pending work, completed stages, check results, and operation status. </a:t>
            </a:r>
            <a:r>
              <a:rPr b="1"/>
              <a:t>A checkpoint is saved execution state from which work can resume.</a:t>
            </a:r>
            <a:r>
              <a:rPr b="0"/>
              <a:t> Use durable storage when it must survive a process restart.</a:t>
            </a:r>
          </a:p>
          <a:p xmlns:a="http://schemas.openxmlformats.org/drawingml/2006/main">
            <a:r>
              <a:t/>
            </a:r>
          </a:p>
          <a:p xmlns:a="http://schemas.openxmlformats.org/drawingml/2006/main">
            <a:r>
              <a:rPr b="0"/>
              <a:t>Resuming computation does not establish what an external service did. Reconcile dispatched actions with their actual outcomes before deciding whether to repeat them. Recheck source freshness and access on resume.</a:t>
            </a:r>
          </a:p>
          <a:p xmlns:a="http://schemas.openxmlformats.org/drawingml/2006/main">
            <a:r>
              <a:t/>
            </a:r>
          </a:p>
          <a:p xmlns:a="http://schemas.openxmlformats.org/drawingml/2006/main">
            <a:r>
              <a:rPr b="0"/>
              <a:t>Define completion and distinguish it from waiting, failure, cancellation, or exhausted budget. Bound actions, tokens, retries, and elapsed time. Repeated work without progress needs a stop or handoff.</a:t>
            </a:r>
          </a:p>
          <a:p xmlns:a="http://schemas.openxmlformats.org/drawingml/2006/main">
            <a:r>
              <a:t/>
            </a:r>
          </a:p>
          <a:p xmlns:a="http://schemas.openxmlformats.org/drawingml/2006/main">
            <a:r>
              <a:rPr b="0"/>
              <a:t>Delegation is another design choice. Independent case comparisons may benefit from workers, but assignments and returned evidence need clear ownership. Add them only when measured benefit justifies the handoff and reconciliation work.</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Extra workers add handoffs and reconciliation. Also watch for skipped gates, repeated work without progress, and early completion claims.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Model Selection, Context Engineering, Tools &amp; Extensibility, Orchestration, Verification &amp; Evals, and AgentOps.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2806852a01465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09a589c7125b4ff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07734593c40c47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922B21E8-E5F2-49AB-ABBD-B4D47AD3E802}"/>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41e860d0784e80" /><Relationship Type="http://schemas.openxmlformats.org/officeDocument/2006/relationships/slideLayout" Target="/ppt/slideLayouts/slideLayout1.xml" Id="R6c30c0764ffe43eb"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ccbce2300b584de4" /><Relationship Type="http://schemas.openxmlformats.org/officeDocument/2006/relationships/slideLayout" Target="/ppt/slideLayouts/slideLayout2.xml" Id="R4f697405bb3c4e86" /><Relationship Type="http://schemas.openxmlformats.org/officeDocument/2006/relationships/slideLayout" Target="/ppt/slideLayouts/slideLayout3.xml" Id="Rf1cbd809acb84f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30c0764ffe43eb"/>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4f697405bb3c4e86"/>
    <p:sldLayoutId xmlns:r="http://schemas.openxmlformats.org/officeDocument/2006/relationships" id="2147483652" r:id="Rf1cbd809acb84f18"/>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c166bff557be4575" /><Relationship Type="http://schemas.openxmlformats.org/officeDocument/2006/relationships/notesSlide" Target="/ppt/notesSlides/notesSlide1.xml" Id="R73f54ba258c046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5a7498d2cdd488a" /><Relationship Type="http://schemas.openxmlformats.org/officeDocument/2006/relationships/image" Target="/ppt/media/image.png" Id="R3d28d05441004a90" /><Relationship Type="http://schemas.openxmlformats.org/officeDocument/2006/relationships/notesSlide" Target="/ppt/notesSlides/notesSlide2.xml" Id="R87c85bde2d5342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7d14fa34c9f41bf" /><Relationship Type="http://schemas.openxmlformats.org/officeDocument/2006/relationships/notesSlide" Target="/ppt/notesSlides/notesSlide3.xml" Id="R4d62bbf5c46b4d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31e2f62dbb2f4767" /><Relationship Type="http://schemas.openxmlformats.org/officeDocument/2006/relationships/notesSlide" Target="/ppt/notesSlides/notesSlide4.xml" Id="R433db61f7b5448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6cc57f4c71f48bc" /><Relationship Type="http://schemas.openxmlformats.org/officeDocument/2006/relationships/notesSlide" Target="/ppt/notesSlides/notesSlide5.xml" Id="R42c5a73206294c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285797b416d04487" /><Relationship Type="http://schemas.openxmlformats.org/officeDocument/2006/relationships/notesSlide" Target="/ppt/notesSlides/notesSlide6.xml" Id="Rdbdf25389fd24b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677d21b6a40462e" /><Relationship Type="http://schemas.openxmlformats.org/officeDocument/2006/relationships/notesSlide" Target="/ppt/notesSlides/notesSlide7.xml" Id="R146c6097382e46a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6bee662a31e4504" /><Relationship Type="http://schemas.openxmlformats.org/officeDocument/2006/relationships/notesSlide" Target="/ppt/notesSlides/notesSlide8.xml" Id="R0b92370d2fb742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5539639f4f634cfa" /><Relationship Type="http://schemas.openxmlformats.org/officeDocument/2006/relationships/notesSlide" Target="/ppt/notesSlides/notesSlide9.xml" Id="R1c66904d125049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9bcb98d484248f4" /><Relationship Type="http://schemas.openxmlformats.org/officeDocument/2006/relationships/image" Target="/ppt/media/image2.png" Id="R0847ce37b61c4f31" /><Relationship Type="http://schemas.openxmlformats.org/officeDocument/2006/relationships/notesSlide" Target="/ppt/notesSlides/notesSlide10.xml" Id="R5c412c68362a422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39e9ef2943d146cd" /><Relationship Type="http://schemas.openxmlformats.org/officeDocument/2006/relationships/image" Target="/ppt/media/image3.png" Id="R71ba6737c8de460a" /><Relationship Type="http://schemas.openxmlformats.org/officeDocument/2006/relationships/notesSlide" Target="/ppt/notesSlides/notesSlide11.xml" Id="R7c21a9101d8c48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c89622ce6f404926" /><Relationship Type="http://schemas.openxmlformats.org/officeDocument/2006/relationships/image" Target="/ppt/media/image4.png" Id="Rc80c7be05e8649e1" /><Relationship Type="http://schemas.openxmlformats.org/officeDocument/2006/relationships/notesSlide" Target="/ppt/notesSlides/notesSlide12.xml" Id="Rfe0f3cf0339143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26116a7df5445ed" /><Relationship Type="http://schemas.openxmlformats.org/officeDocument/2006/relationships/image" Target="/ppt/media/image5.png" Id="R4de8cbca20274fc2" /><Relationship Type="http://schemas.openxmlformats.org/officeDocument/2006/relationships/notesSlide" Target="/ppt/notesSlides/notesSlide13.xml" Id="Rcb7a58aaae4c4aa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cd02d4e1ba54f7c" /><Relationship Type="http://schemas.openxmlformats.org/officeDocument/2006/relationships/image" Target="/ppt/media/image6.png" Id="R6137f29a30d14d68" /><Relationship Type="http://schemas.openxmlformats.org/officeDocument/2006/relationships/notesSlide" Target="/ppt/notesSlides/notesSlide14.xml" Id="Rc756c70b578841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568ffd611d8f4c88" /><Relationship Type="http://schemas.openxmlformats.org/officeDocument/2006/relationships/image" Target="/ppt/media/image7.png" Id="R33bff2d8936c41fb" /><Relationship Type="http://schemas.openxmlformats.org/officeDocument/2006/relationships/notesSlide" Target="/ppt/notesSlides/notesSlide15.xml" Id="R4443a688a994436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bbbabddfb0b241ec" /><Relationship Type="http://schemas.openxmlformats.org/officeDocument/2006/relationships/image" Target="/ppt/media/image8.png" Id="R9f5826593a2a4c75" /><Relationship Type="http://schemas.openxmlformats.org/officeDocument/2006/relationships/image" Target="/ppt/media/image9.png" Id="R0f5bb44ba3834345" /><Relationship Type="http://schemas.openxmlformats.org/officeDocument/2006/relationships/notesSlide" Target="/ppt/notesSlides/notesSlide16.xml" Id="R9d8639dc54a1471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8b42670f93a44243" /><Relationship Type="http://schemas.openxmlformats.org/officeDocument/2006/relationships/image" Target="/ppt/media/image10.png" Id="Rbd7751d2e32c4102" /><Relationship Type="http://schemas.openxmlformats.org/officeDocument/2006/relationships/notesSlide" Target="/ppt/notesSlides/notesSlide17.xml" Id="R48980f8a95b0417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ee4af90edb7348e7" /><Relationship Type="http://schemas.openxmlformats.org/officeDocument/2006/relationships/image" Target="/ppt/media/image11.png" Id="R587f15d5a9f24b43" /><Relationship Type="http://schemas.openxmlformats.org/officeDocument/2006/relationships/notesSlide" Target="/ppt/notesSlides/notesSlide18.xml" Id="R847adad603bd4fc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40960e9a35b24309" /><Relationship Type="http://schemas.openxmlformats.org/officeDocument/2006/relationships/image" Target="/ppt/media/image12.png" Id="Rff4b177a1b99449e" /><Relationship Type="http://schemas.openxmlformats.org/officeDocument/2006/relationships/notesSlide" Target="/ppt/notesSlides/notesSlide19.xml" Id="Ra408a8eac82e4fe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e0d14c1eaca541e3" /><Relationship Type="http://schemas.openxmlformats.org/officeDocument/2006/relationships/image" Target="/ppt/media/image13.png" Id="R6b0b5714883d42e7" /><Relationship Type="http://schemas.openxmlformats.org/officeDocument/2006/relationships/notesSlide" Target="/ppt/notesSlides/notesSlide20.xml" Id="Ree036a31e4114f9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31da338687a54418" /><Relationship Type="http://schemas.openxmlformats.org/officeDocument/2006/relationships/image" Target="/ppt/media/image14.png" Id="R1581fdaaf02e4ad0" /><Relationship Type="http://schemas.openxmlformats.org/officeDocument/2006/relationships/image" Target="/ppt/media/image15.png" Id="R380d6d137fe44705" /><Relationship Type="http://schemas.openxmlformats.org/officeDocument/2006/relationships/notesSlide" Target="/ppt/notesSlides/notesSlide21.xml" Id="Rf4de9683f2414d6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087b287ef9fd44d0" /><Relationship Type="http://schemas.openxmlformats.org/officeDocument/2006/relationships/image" Target="/ppt/media/image16.png" Id="R1ccb08dd722f4449" /><Relationship Type="http://schemas.openxmlformats.org/officeDocument/2006/relationships/notesSlide" Target="/ppt/notesSlides/notesSlide22.xml" Id="R6000bce37d8b47e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218c46c666f24368" /><Relationship Type="http://schemas.openxmlformats.org/officeDocument/2006/relationships/image" Target="/ppt/media/image17.png" Id="R5b8e673d0ff54fd7" /><Relationship Type="http://schemas.openxmlformats.org/officeDocument/2006/relationships/notesSlide" Target="/ppt/notesSlides/notesSlide23.xml" Id="Re884dd0c85004a3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13b49b4feba14170" /><Relationship Type="http://schemas.openxmlformats.org/officeDocument/2006/relationships/image" Target="/ppt/media/image18.png" Id="Rfdc27e70ea784763" /><Relationship Type="http://schemas.openxmlformats.org/officeDocument/2006/relationships/notesSlide" Target="/ppt/notesSlides/notesSlide24.xml" Id="R0a0190910d76408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ea691ca6f580443e" /><Relationship Type="http://schemas.openxmlformats.org/officeDocument/2006/relationships/image" Target="/ppt/media/image19.png" Id="R1af3856d21c94e8c" /><Relationship Type="http://schemas.openxmlformats.org/officeDocument/2006/relationships/notesSlide" Target="/ppt/notesSlides/notesSlide25.xml" Id="R97c2798cb965404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a3ac496aaa0d48cb" /><Relationship Type="http://schemas.openxmlformats.org/officeDocument/2006/relationships/image" Target="/ppt/media/image20.png" Id="R384be482e09b4f70" /><Relationship Type="http://schemas.openxmlformats.org/officeDocument/2006/relationships/image" Target="/ppt/media/image21.png" Id="R4253ab6ff62e4a1c" /><Relationship Type="http://schemas.openxmlformats.org/officeDocument/2006/relationships/notesSlide" Target="/ppt/notesSlides/notesSlide26.xml" Id="R08ef618ac8e7423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b4e70352da85420b" /><Relationship Type="http://schemas.openxmlformats.org/officeDocument/2006/relationships/image" Target="/ppt/media/image22.png" Id="Rabbb0c52299941df" /><Relationship Type="http://schemas.openxmlformats.org/officeDocument/2006/relationships/notesSlide" Target="/ppt/notesSlides/notesSlide27.xml" Id="R64acdaaa42f941f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885881e8c6b04891" /><Relationship Type="http://schemas.openxmlformats.org/officeDocument/2006/relationships/image" Target="/ppt/media/image23.png" Id="R31260861210044cd" /><Relationship Type="http://schemas.openxmlformats.org/officeDocument/2006/relationships/notesSlide" Target="/ppt/notesSlides/notesSlide28.xml" Id="R0e093b4d358a425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92267f202d2a4546" /><Relationship Type="http://schemas.openxmlformats.org/officeDocument/2006/relationships/image" Target="/ppt/media/image24.png" Id="R94b7c70969a54e74" /><Relationship Type="http://schemas.openxmlformats.org/officeDocument/2006/relationships/notesSlide" Target="/ppt/notesSlides/notesSlide29.xml" Id="R2bda38c9eba047c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1ab165fc627342e8" /><Relationship Type="http://schemas.openxmlformats.org/officeDocument/2006/relationships/image" Target="/ppt/media/image25.png" Id="R500717e805a14397" /><Relationship Type="http://schemas.openxmlformats.org/officeDocument/2006/relationships/notesSlide" Target="/ppt/notesSlides/notesSlide30.xml" Id="Rd6d9a34eb424447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5d26cfe448ed4012" /><Relationship Type="http://schemas.openxmlformats.org/officeDocument/2006/relationships/image" Target="/ppt/media/image26.png" Id="R5945bc4904364d2e" /><Relationship Type="http://schemas.openxmlformats.org/officeDocument/2006/relationships/image" Target="/ppt/media/image27.png" Id="Rb19d3bdb26f1442f" /><Relationship Type="http://schemas.openxmlformats.org/officeDocument/2006/relationships/notesSlide" Target="/ppt/notesSlides/notesSlide31.xml" Id="R2d8194a898af4d0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4c4f5bea0ea34ca2" /><Relationship Type="http://schemas.openxmlformats.org/officeDocument/2006/relationships/image" Target="/ppt/media/image28.png" Id="R7bb7b59ce70f4444" /><Relationship Type="http://schemas.openxmlformats.org/officeDocument/2006/relationships/notesSlide" Target="/ppt/notesSlides/notesSlide32.xml" Id="Re4d9ace1e008457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1cafd0877705447e" /><Relationship Type="http://schemas.openxmlformats.org/officeDocument/2006/relationships/image" Target="/ppt/media/image29.png" Id="R27b3ea5b4d0949db" /><Relationship Type="http://schemas.openxmlformats.org/officeDocument/2006/relationships/notesSlide" Target="/ppt/notesSlides/notesSlide33.xml" Id="R8831c35c59fa463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c2930a7712d34ad8" /><Relationship Type="http://schemas.openxmlformats.org/officeDocument/2006/relationships/image" Target="/ppt/media/image30.png" Id="R154980a8315141c1" /><Relationship Type="http://schemas.openxmlformats.org/officeDocument/2006/relationships/notesSlide" Target="/ppt/notesSlides/notesSlide34.xml" Id="R4e526d29f56149d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fd4e4d25161d4cce" /><Relationship Type="http://schemas.openxmlformats.org/officeDocument/2006/relationships/image" Target="/ppt/media/image31.png" Id="Rec533cb0a7484a93" /><Relationship Type="http://schemas.openxmlformats.org/officeDocument/2006/relationships/notesSlide" Target="/ppt/notesSlides/notesSlide35.xml" Id="Re114ce2897194da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bf001cb3b6ad43be" /><Relationship Type="http://schemas.openxmlformats.org/officeDocument/2006/relationships/image" Target="/ppt/media/image32.png" Id="R9423a501f01e4686" /><Relationship Type="http://schemas.openxmlformats.org/officeDocument/2006/relationships/image" Target="/ppt/media/image33.png" Id="Re873f218b1f44ec5" /><Relationship Type="http://schemas.openxmlformats.org/officeDocument/2006/relationships/notesSlide" Target="/ppt/notesSlides/notesSlide36.xml" Id="R119d2a298ee646f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215ff57c001f499a" /><Relationship Type="http://schemas.openxmlformats.org/officeDocument/2006/relationships/image" Target="/ppt/media/image34.png" Id="R5048a61647e44844" /><Relationship Type="http://schemas.openxmlformats.org/officeDocument/2006/relationships/notesSlide" Target="/ppt/notesSlides/notesSlide37.xml" Id="R230016650b7a4d0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464500666ceb4bb7" /><Relationship Type="http://schemas.openxmlformats.org/officeDocument/2006/relationships/image" Target="/ppt/media/image35.png" Id="R202fd3707e1145e6" /><Relationship Type="http://schemas.openxmlformats.org/officeDocument/2006/relationships/notesSlide" Target="/ppt/notesSlides/notesSlide38.xml" Id="R6029a6a40db4449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31bd3dac6c3f4d13" /><Relationship Type="http://schemas.openxmlformats.org/officeDocument/2006/relationships/image" Target="/ppt/media/image36.png" Id="R3c6a43b0ffd14e9b" /><Relationship Type="http://schemas.openxmlformats.org/officeDocument/2006/relationships/notesSlide" Target="/ppt/notesSlides/notesSlide39.xml" Id="R85f95cf399fe4fe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576a4cce3c2b489c" /><Relationship Type="http://schemas.openxmlformats.org/officeDocument/2006/relationships/image" Target="/ppt/media/image37.png" Id="R1c0b18453c4a4c41" /><Relationship Type="http://schemas.openxmlformats.org/officeDocument/2006/relationships/notesSlide" Target="/ppt/notesSlides/notesSlide40.xml" Id="R4698e873170f4df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9aa91fadbd8c45b2" /><Relationship Type="http://schemas.openxmlformats.org/officeDocument/2006/relationships/image" Target="/ppt/media/image38.png" Id="R7c73fc53dba749de" /><Relationship Type="http://schemas.openxmlformats.org/officeDocument/2006/relationships/image" Target="/ppt/media/image39.png" Id="Ra8428c7e07454a65" /><Relationship Type="http://schemas.openxmlformats.org/officeDocument/2006/relationships/notesSlide" Target="/ppt/notesSlides/notesSlide41.xml" Id="R32142b13d00e49b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649d50fb3fb34c81" /><Relationship Type="http://schemas.openxmlformats.org/officeDocument/2006/relationships/image" Target="/ppt/media/image40.png" Id="Rb196db7ac80043f5" /><Relationship Type="http://schemas.openxmlformats.org/officeDocument/2006/relationships/notesSlide" Target="/ppt/notesSlides/notesSlide42.xml" Id="Rbb6825bc63fa450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32831cd17a59497f" /><Relationship Type="http://schemas.openxmlformats.org/officeDocument/2006/relationships/image" Target="/ppt/media/image41.png" Id="Rac0f88d7a50e4162" /><Relationship Type="http://schemas.openxmlformats.org/officeDocument/2006/relationships/notesSlide" Target="/ppt/notesSlides/notesSlide43.xml" Id="R822a8b37ec39473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b3171a8bb14e4c8e" /><Relationship Type="http://schemas.openxmlformats.org/officeDocument/2006/relationships/image" Target="/ppt/media/image42.png" Id="R6f030632fcb34de5" /><Relationship Type="http://schemas.openxmlformats.org/officeDocument/2006/relationships/notesSlide" Target="/ppt/notesSlides/notesSlide44.xml" Id="Rb0c69fc4df464ac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89fd4015a9c943ca" /><Relationship Type="http://schemas.openxmlformats.org/officeDocument/2006/relationships/image" Target="/ppt/media/image43.png" Id="Rad153bfe5c3e4dfc" /><Relationship Type="http://schemas.openxmlformats.org/officeDocument/2006/relationships/notesSlide" Target="/ppt/notesSlides/notesSlide45.xml" Id="Ra0a3a64eaa4142b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01343f594cbf4bdc" /><Relationship Type="http://schemas.openxmlformats.org/officeDocument/2006/relationships/image" Target="/ppt/media/image44.png" Id="R1f2f557640e4489c" /><Relationship Type="http://schemas.openxmlformats.org/officeDocument/2006/relationships/notesSlide" Target="/ppt/notesSlides/notesSlide46.xml" Id="R034443d78364495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954f5dc96483481d" /><Relationship Type="http://schemas.openxmlformats.org/officeDocument/2006/relationships/notesSlide" Target="/ppt/notesSlides/notesSlide47.xml" Id="Re6644115b4ab4f9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24199b5571704bce" /><Relationship Type="http://schemas.openxmlformats.org/officeDocument/2006/relationships/image" Target="/ppt/media/image45.png" Id="R4bb2c3c20eea469f" /><Relationship Type="http://schemas.openxmlformats.org/officeDocument/2006/relationships/notesSlide" Target="/ppt/notesSlides/notesSlide48.xml" Id="R8a01849d194f4fc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d4accba3ce0e4335" /><Relationship Type="http://schemas.openxmlformats.org/officeDocument/2006/relationships/image" Target="/ppt/media/image46.png" Id="Rd50b4981b1c84be7" /><Relationship Type="http://schemas.openxmlformats.org/officeDocument/2006/relationships/notesSlide" Target="/ppt/notesSlides/notesSlide49.xml" Id="Rd40e95cd0e1b4ce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111cea9036654c8f" /><Relationship Type="http://schemas.openxmlformats.org/officeDocument/2006/relationships/notesSlide" Target="/ppt/notesSlides/notesSlide50.xml" Id="R284df3a1d979461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9c84dfaf31e749fa" /><Relationship Type="http://schemas.openxmlformats.org/officeDocument/2006/relationships/image" Target="/ppt/media/image47.png" Id="Rdd615edd21984f41" /><Relationship Type="http://schemas.openxmlformats.org/officeDocument/2006/relationships/notesSlide" Target="/ppt/notesSlides/notesSlide51.xml" Id="Ra7499bd0fd92428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93b349ea42e34d5e" /><Relationship Type="http://schemas.openxmlformats.org/officeDocument/2006/relationships/image" Target="/ppt/media/image47.png" Id="R05e05b8bc39840d1" /><Relationship Type="http://schemas.openxmlformats.org/officeDocument/2006/relationships/notesSlide" Target="/ppt/notesSlides/notesSlide52.xml" Id="R5f98b7e6e29c43b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145610d9b96b4477" /><Relationship Type="http://schemas.openxmlformats.org/officeDocument/2006/relationships/notesSlide" Target="/ppt/notesSlides/notesSlide53.xml" Id="R7db56988212f44b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7a8c5af87014465b" /><Relationship Type="http://schemas.openxmlformats.org/officeDocument/2006/relationships/notesSlide" Target="/ppt/notesSlides/notesSlide54.xml" Id="R8856c5677591418c"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74B9058D-3250-4CCD-90D3-F5E47E0C89D9}"/>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2518D955-F309-4FFF-965D-AF9B1D103DDD}"/>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DC08BBB3-9EC0-46BE-A715-2777171660A2}"/>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F787ABB0-34E0-497A-B779-A78CB071A1E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72223675"/>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3d28d05441004a90"/>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0350FB52-7E3E-43B3-92C9-8879E065E9FC}"/>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2AE6D099-62DF-43DF-9604-BD24508699E8}"/>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1AF8B91C-ACFA-47E8-B511-D3C00588A9BF}"/>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99270EC2-FA2A-4444-87A8-74A45ABF323F}"/>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9564D449-8B17-42A3-970B-42650FAFC37F}"/>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4E86D26E-61A1-4A34-9B1D-F5588D59513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299711000"/>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5F92A2E1-9416-442D-9E31-459A345DF368}"/>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99851A30-18DC-4338-833C-59CD673C7BFA}"/>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ECC406FC-3626-4BA3-927C-61F6A2F2F0C4}"/>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4296193E-9FB7-4382-B734-C41451D6BFEF}"/>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26CC5239-8B45-47C1-83B9-DA13D066F097}"/>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BDFF2290-41D1-455B-8DD8-E176225D6AC9}"/>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0204A538-D1F9-4336-9621-E753BFDFA4CF}"/>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0002B282-55F1-4DB0-9736-A289AA8CA487}"/>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10C3E93E-33AA-485C-9869-8743D9E69C62}"/>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8D7623F7-EB52-4F4E-8F46-3107F419B14E}"/>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3A7A3AE9-3479-420E-8E98-DDFC0245CFFB}"/>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746DD055-5688-43AB-AF1D-236E0F1818CC}"/>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934A8797-9369-470D-B60C-778A9F3DF40A}"/>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D70F42C5-3158-4707-B5C3-2701611A8675}"/>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2BC285D9-CB63-4C3A-8FF5-618CBDC09EFC}"/>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CF8078A3-4CFB-4A34-941E-3CF435824D88}"/>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6EC6993D-E74A-474E-A53E-71468B1DFD1E}"/>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51AE9C0A-3DC0-426A-AF0D-E6E8C76DF351}"/>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E517C304-798A-4093-8A2E-18ED2676353A}"/>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B43D3975-5060-4F53-A41E-1C5C0F806206}"/>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82E9D7A7-AE8E-4649-976D-F324795B6C87}"/>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58F8756D-42B5-4444-99F2-7ABB419580C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425804480"/>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34ED3299-989B-4069-A38D-0AC236C9F784}"/>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1194603F-1863-4F22-AE37-87DC488CED35}"/>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768EF398-304A-448A-9963-011A85077678}"/>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0ED28727-5E75-4F7F-B75F-61C6E21F888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3558463199"/>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C6E5724D-AE1D-4DC1-AE73-E71B12DBC97F}"/>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1AF16CBC-BD75-4741-9C4D-64E53211B739}"/>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135E16E4-0929-418F-80DA-378F8D24CA4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4039090379"/>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1A27AA62-F571-464D-8DB9-41EE3486F7A4}"/>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C9C5C9F6-9DFB-46D1-8BF2-D5B217DEC21F}"/>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AD04BE29-7931-4B84-8B5B-8935AA3F8E8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867661601"/>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52BD08E8-D541-4FA1-9333-1989138B49B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441534713"/>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3D19BD25-86E7-465F-80B9-5BED2B814860}"/>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2B22B017-CF54-40D0-9791-2ACA5518F945}"/>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83D61B7C-1822-4C5E-82C6-CF438FD78D7A}"/>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109891DD-7336-4154-ACFA-70EA6832A102}"/>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D2F36AC5-9768-4F2B-9D7D-D0E1E9AE63C3}"/>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ADD767C8-7996-4945-886F-AE01CB21B69D}"/>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F810621F-C016-497C-9FB7-2A96124E2397}"/>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9DB81E53-DDD4-4599-B355-63D2A73717F4}"/>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F4EBCF00-6A1C-495F-B009-D010C1C505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838670563"/>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67414A44-B542-4105-8447-AFA7A32B3625}"/>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1896676D-FB90-470D-8120-69FE3A3FA444}"/>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534781FA-CBB7-4E14-A625-9E12B90CC1CA}"/>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C76BA64E-392A-4176-8F61-86B6ABB829F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3880091157"/>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0847ce37b61c4f3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824A440C-2BE1-40F8-A57C-3A52CDD464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518354085"/>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71ba6737c8de460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BD99104E-69C2-4BB2-A7EF-31881560C7C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021536755"/>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c80c7be05e8649e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2D63AF64-99F6-4211-8E1F-440E2F20689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563162621"/>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4de8cbca20274fc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D5EA1355-A601-4EF9-ABFF-A97D08A8C7D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477087286"/>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6137f29a30d14d6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FF807D52-527A-47E1-98A6-76CAFF5724C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2669822"/>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33bff2d8936c41f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1D4299D7-94E6-43C8-8BCA-74F7C97A042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887852990"/>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CCE24D9E-E6DF-461C-9479-ECB2484E78B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80" name="mini-map-10"/>
          <p:cNvPicPr>
            <a:picLocks xmlns:a="http://schemas.openxmlformats.org/drawingml/2006/main" noChangeAspect="1"/>
          </p:cNvPicPr>
          <p:nvPr/>
        </p:nvPicPr>
        <p:blipFill>
          <a:blip xmlns:r="http://schemas.openxmlformats.org/officeDocument/2006/relationships" xmlns:a="http://schemas.openxmlformats.org/drawingml/2006/main" r:embed="R9f5826593a2a4c7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10">
            <a:extLst xmlns:a="http://schemas.openxmlformats.org/drawingml/2006/main">
              <a:ext uri="{FF2B5EF4-FFF2-40B4-BE49-F238E27FC236}">
                <a16:creationId xmlns:a16="http://schemas.microsoft.com/office/drawing/2014/main" id="{BAE296AA-1683-4DDE-811F-0798560C1D7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BD8BE544-C1B9-4067-92A4-6CDC8CF3C9F0}"/>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2C191F2E-66DE-46F5-8F97-3A90288E9C9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89E2ADB4-4C0F-4435-96FA-76D8AAB44BD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0f5bb44ba383434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01E74938-7336-42FB-9C92-1E32885FCCB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2537588797"/>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7724E332-C654-4A87-A224-BDAA222A691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00" name="mini-map-11"/>
          <p:cNvPicPr>
            <a:picLocks xmlns:a="http://schemas.openxmlformats.org/drawingml/2006/main" noChangeAspect="1"/>
          </p:cNvPicPr>
          <p:nvPr/>
        </p:nvPicPr>
        <p:blipFill>
          <a:blip xmlns:r="http://schemas.openxmlformats.org/officeDocument/2006/relationships" xmlns:a="http://schemas.openxmlformats.org/drawingml/2006/main" r:embed="Rbd7751d2e32c410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07B83C66-2F84-4D30-91AE-A3A9A5C208E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82" name="header-divider-11">
            <a:extLst xmlns:a="http://schemas.openxmlformats.org/drawingml/2006/main">
              <a:ext uri="{FF2B5EF4-FFF2-40B4-BE49-F238E27FC236}">
                <a16:creationId xmlns:a16="http://schemas.microsoft.com/office/drawing/2014/main" id="{0B87BFA2-483A-4653-801E-7BE24686DFA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BC8D03DE-766F-45F5-8160-D939C6E4C750}"/>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84" name="11-text-2">
            <a:extLst xmlns:a="http://schemas.openxmlformats.org/drawingml/2006/main">
              <a:ext uri="{FF2B5EF4-FFF2-40B4-BE49-F238E27FC236}">
                <a16:creationId xmlns:a16="http://schemas.microsoft.com/office/drawing/2014/main" id="{BCF6C282-D12A-44AD-B379-6F22C44EC118}"/>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85" name="11-text-3">
            <a:extLst xmlns:a="http://schemas.openxmlformats.org/drawingml/2006/main">
              <a:ext uri="{FF2B5EF4-FFF2-40B4-BE49-F238E27FC236}">
                <a16:creationId xmlns:a16="http://schemas.microsoft.com/office/drawing/2014/main" id="{B5151CAC-9ECA-43A0-A309-B1D0EF3A606D}"/>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86" name="11-text-4">
            <a:extLst xmlns:a="http://schemas.openxmlformats.org/drawingml/2006/main">
              <a:ext uri="{FF2B5EF4-FFF2-40B4-BE49-F238E27FC236}">
                <a16:creationId xmlns:a16="http://schemas.microsoft.com/office/drawing/2014/main" id="{33B4ADEB-2473-4E37-A7F0-13999636445F}"/>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87" name="11-text-5">
            <a:extLst xmlns:a="http://schemas.openxmlformats.org/drawingml/2006/main">
              <a:ext uri="{FF2B5EF4-FFF2-40B4-BE49-F238E27FC236}">
                <a16:creationId xmlns:a16="http://schemas.microsoft.com/office/drawing/2014/main" id="{6B0D61DF-F760-4065-A65E-28EDADE8E09E}"/>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88" name="11-text-6">
            <a:extLst xmlns:a="http://schemas.openxmlformats.org/drawingml/2006/main">
              <a:ext uri="{FF2B5EF4-FFF2-40B4-BE49-F238E27FC236}">
                <a16:creationId xmlns:a16="http://schemas.microsoft.com/office/drawing/2014/main" id="{D8450DFB-E443-445D-B472-6BF7994BD2B3}"/>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89" name="11-line-8">
            <a:extLst xmlns:a="http://schemas.openxmlformats.org/drawingml/2006/main">
              <a:ext uri="{FF2B5EF4-FFF2-40B4-BE49-F238E27FC236}">
                <a16:creationId xmlns:a16="http://schemas.microsoft.com/office/drawing/2014/main" id="{07E32634-B2F4-47FA-A75E-71E3063E4B27}"/>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0" name="11-line-10">
            <a:extLst xmlns:a="http://schemas.openxmlformats.org/drawingml/2006/main">
              <a:ext uri="{FF2B5EF4-FFF2-40B4-BE49-F238E27FC236}">
                <a16:creationId xmlns:a16="http://schemas.microsoft.com/office/drawing/2014/main" id="{96829A23-0B61-4683-80B8-43ABE9520F25}"/>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1" name="11-text-11">
            <a:extLst xmlns:a="http://schemas.openxmlformats.org/drawingml/2006/main">
              <a:ext uri="{FF2B5EF4-FFF2-40B4-BE49-F238E27FC236}">
                <a16:creationId xmlns:a16="http://schemas.microsoft.com/office/drawing/2014/main" id="{06524CFC-C1C8-4727-A7E2-7E1E7F4BEB75}"/>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92" name="11-text-12">
            <a:extLst xmlns:a="http://schemas.openxmlformats.org/drawingml/2006/main">
              <a:ext uri="{FF2B5EF4-FFF2-40B4-BE49-F238E27FC236}">
                <a16:creationId xmlns:a16="http://schemas.microsoft.com/office/drawing/2014/main" id="{E40785D1-91CE-47AD-8A2D-044F740E2505}"/>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of content the model processes and generates.</a:t>
            </a:r>
          </a:p>
        </p:txBody>
      </p:sp>
      <p:sp>
        <p:nvSpPr>
          <p:cNvPr id="93" name="11-text-13">
            <a:extLst xmlns:a="http://schemas.openxmlformats.org/drawingml/2006/main">
              <a:ext uri="{FF2B5EF4-FFF2-40B4-BE49-F238E27FC236}">
                <a16:creationId xmlns:a16="http://schemas.microsoft.com/office/drawing/2014/main" id="{C74C7EA4-71ED-4A34-B474-6C2D52B889F8}"/>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94" name="11-text-14">
            <a:extLst xmlns:a="http://schemas.openxmlformats.org/drawingml/2006/main">
              <a:ext uri="{FF2B5EF4-FFF2-40B4-BE49-F238E27FC236}">
                <a16:creationId xmlns:a16="http://schemas.microsoft.com/office/drawing/2014/main" id="{BE924675-3F28-42AE-8FBD-460FD591CE26}"/>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input and generated tokens.</a:t>
            </a:r>
          </a:p>
        </p:txBody>
      </p:sp>
      <p:sp>
        <p:nvSpPr>
          <p:cNvPr id="95" name="11-text-15">
            <a:extLst xmlns:a="http://schemas.openxmlformats.org/drawingml/2006/main">
              <a:ext uri="{FF2B5EF4-FFF2-40B4-BE49-F238E27FC236}">
                <a16:creationId xmlns:a16="http://schemas.microsoft.com/office/drawing/2014/main" id="{077624D7-2A25-4C11-A025-4AA5270F15C8}"/>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96" name="11-text-16">
            <a:extLst xmlns:a="http://schemas.openxmlformats.org/drawingml/2006/main">
              <a:ext uri="{FF2B5EF4-FFF2-40B4-BE49-F238E27FC236}">
                <a16:creationId xmlns:a16="http://schemas.microsoft.com/office/drawing/2014/main" id="{DEAE8F8B-2B71-450A-8962-7557EB326B02}"/>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 reasoning effort where supported.</a:t>
            </a:r>
          </a:p>
        </p:txBody>
      </p:sp>
      <p:sp>
        <p:nvSpPr>
          <p:cNvPr id="97" name="11-text-17">
            <a:extLst xmlns:a="http://schemas.openxmlformats.org/drawingml/2006/main">
              <a:ext uri="{FF2B5EF4-FFF2-40B4-BE49-F238E27FC236}">
                <a16:creationId xmlns:a16="http://schemas.microsoft.com/office/drawing/2014/main" id="{85A14D38-B2B3-4424-8F1A-DA68C2DEF367}"/>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configuration suited to the task and approved for the data.</a:t>
            </a:r>
          </a:p>
        </p:txBody>
      </p:sp>
      <p:sp>
        <p:nvSpPr>
          <p:cNvPr id="98" name="narrative-number">
            <a:extLst xmlns:a="http://schemas.openxmlformats.org/drawingml/2006/main">
              <a:ext uri="{FF2B5EF4-FFF2-40B4-BE49-F238E27FC236}">
                <a16:creationId xmlns:a16="http://schemas.microsoft.com/office/drawing/2014/main" id="{A190FEC2-9765-4E87-91F2-CBD04F7BFA1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543051260"/>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9" name="!!area-name">
            <a:extLst xmlns:a="http://schemas.openxmlformats.org/drawingml/2006/main">
              <a:ext uri="{FF2B5EF4-FFF2-40B4-BE49-F238E27FC236}">
                <a16:creationId xmlns:a16="http://schemas.microsoft.com/office/drawing/2014/main" id="{5BAAB09E-32EA-4F91-AF4D-21A36647962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11" name="mini-map-12"/>
          <p:cNvPicPr>
            <a:picLocks xmlns:a="http://schemas.openxmlformats.org/drawingml/2006/main" noChangeAspect="1"/>
          </p:cNvPicPr>
          <p:nvPr/>
        </p:nvPicPr>
        <p:blipFill>
          <a:blip xmlns:r="http://schemas.openxmlformats.org/officeDocument/2006/relationships" xmlns:a="http://schemas.openxmlformats.org/drawingml/2006/main" r:embed="R587f15d5a9f24b4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1" name="slide-title">
            <a:extLst xmlns:a="http://schemas.openxmlformats.org/drawingml/2006/main">
              <a:ext uri="{FF2B5EF4-FFF2-40B4-BE49-F238E27FC236}">
                <a16:creationId xmlns:a16="http://schemas.microsoft.com/office/drawing/2014/main" id="{C7B587AB-A5FE-44DC-9374-68DE08A4E0F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02" name="header-divider-12">
            <a:extLst xmlns:a="http://schemas.openxmlformats.org/drawingml/2006/main">
              <a:ext uri="{FF2B5EF4-FFF2-40B4-BE49-F238E27FC236}">
                <a16:creationId xmlns:a16="http://schemas.microsoft.com/office/drawing/2014/main" id="{C4972589-C13C-42C2-A015-433FAC9F59D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3" name="12-text-1">
            <a:extLst xmlns:a="http://schemas.openxmlformats.org/drawingml/2006/main">
              <a:ext uri="{FF2B5EF4-FFF2-40B4-BE49-F238E27FC236}">
                <a16:creationId xmlns:a16="http://schemas.microsoft.com/office/drawing/2014/main" id="{E53030D1-7147-4086-9A1B-B580D447FCD8}"/>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options</a:t>
            </a:r>
          </a:p>
        </p:txBody>
      </p:sp>
      <p:sp>
        <p:nvSpPr>
          <p:cNvPr id="104" name="12-text-2">
            <a:extLst xmlns:a="http://schemas.openxmlformats.org/drawingml/2006/main">
              <a:ext uri="{FF2B5EF4-FFF2-40B4-BE49-F238E27FC236}">
                <a16:creationId xmlns:a16="http://schemas.microsoft.com/office/drawing/2014/main" id="{44B725C9-61D0-4EBA-93E7-C361570548BF}"/>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for the data, environment, and intended use.</a:t>
            </a:r>
          </a:p>
        </p:txBody>
      </p:sp>
      <p:sp>
        <p:nvSpPr>
          <p:cNvPr id="105" name="12-text-3">
            <a:extLst xmlns:a="http://schemas.openxmlformats.org/drawingml/2006/main">
              <a:ext uri="{FF2B5EF4-FFF2-40B4-BE49-F238E27FC236}">
                <a16:creationId xmlns:a16="http://schemas.microsoft.com/office/drawing/2014/main" id="{27071A4D-6ECB-4208-8AFA-76D1DD4A84D6}"/>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Required quality</a:t>
            </a:r>
          </a:p>
        </p:txBody>
      </p:sp>
      <p:sp>
        <p:nvSpPr>
          <p:cNvPr id="106" name="12-text-4">
            <a:extLst xmlns:a="http://schemas.openxmlformats.org/drawingml/2006/main">
              <a:ext uri="{FF2B5EF4-FFF2-40B4-BE49-F238E27FC236}">
                <a16:creationId xmlns:a16="http://schemas.microsoft.com/office/drawing/2014/main" id="{9DCB8E51-E079-4BD9-B5FB-3927ADA7BDAD}"/>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tasks, with clear acceptance criteria.</a:t>
            </a:r>
          </a:p>
        </p:txBody>
      </p:sp>
      <p:sp>
        <p:nvSpPr>
          <p:cNvPr id="107" name="12-text-5">
            <a:extLst xmlns:a="http://schemas.openxmlformats.org/drawingml/2006/main">
              <a:ext uri="{FF2B5EF4-FFF2-40B4-BE49-F238E27FC236}">
                <a16:creationId xmlns:a16="http://schemas.microsoft.com/office/drawing/2014/main" id="{DFDA35F9-EE1F-4729-8575-5009B46DE751}"/>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Task efficiency</a:t>
            </a:r>
          </a:p>
        </p:txBody>
      </p:sp>
      <p:sp>
        <p:nvSpPr>
          <p:cNvPr id="108" name="12-text-6">
            <a:extLst xmlns:a="http://schemas.openxmlformats.org/drawingml/2006/main">
              <a:ext uri="{FF2B5EF4-FFF2-40B4-BE49-F238E27FC236}">
                <a16:creationId xmlns:a16="http://schemas.microsoft.com/office/drawing/2014/main" id="{3BAA0F97-1DE1-48DF-AB3B-EF045E3C9A5D}"/>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retries and review.</a:t>
            </a:r>
          </a:p>
        </p:txBody>
      </p:sp>
      <p:sp>
        <p:nvSpPr>
          <p:cNvPr id="109" name="narrative-number">
            <a:extLst xmlns:a="http://schemas.openxmlformats.org/drawingml/2006/main">
              <a:ext uri="{FF2B5EF4-FFF2-40B4-BE49-F238E27FC236}">
                <a16:creationId xmlns:a16="http://schemas.microsoft.com/office/drawing/2014/main" id="{E21645AF-83C7-4860-8AA0-D5B4859F9DE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117959394"/>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0" name="!!area-name">
            <a:extLst xmlns:a="http://schemas.openxmlformats.org/drawingml/2006/main">
              <a:ext uri="{FF2B5EF4-FFF2-40B4-BE49-F238E27FC236}">
                <a16:creationId xmlns:a16="http://schemas.microsoft.com/office/drawing/2014/main" id="{840DC848-A64D-4B2F-A323-2C5D272F20B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24" name="mini-map-13"/>
          <p:cNvPicPr>
            <a:picLocks xmlns:a="http://schemas.openxmlformats.org/drawingml/2006/main" noChangeAspect="1"/>
          </p:cNvPicPr>
          <p:nvPr/>
        </p:nvPicPr>
        <p:blipFill>
          <a:blip xmlns:r="http://schemas.openxmlformats.org/officeDocument/2006/relationships" xmlns:a="http://schemas.openxmlformats.org/drawingml/2006/main" r:embed="Rff4b177a1b99449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2" name="slide-title">
            <a:extLst xmlns:a="http://schemas.openxmlformats.org/drawingml/2006/main">
              <a:ext uri="{FF2B5EF4-FFF2-40B4-BE49-F238E27FC236}">
                <a16:creationId xmlns:a16="http://schemas.microsoft.com/office/drawing/2014/main" id="{22A6BE57-73DB-4FD6-A949-772110D8BB5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13" name="header-divider-13">
            <a:extLst xmlns:a="http://schemas.openxmlformats.org/drawingml/2006/main">
              <a:ext uri="{FF2B5EF4-FFF2-40B4-BE49-F238E27FC236}">
                <a16:creationId xmlns:a16="http://schemas.microsoft.com/office/drawing/2014/main" id="{8E0EE6D9-4FF4-4C77-85E6-87703CA01C3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4" name="13-text-1">
            <a:extLst xmlns:a="http://schemas.openxmlformats.org/drawingml/2006/main">
              <a:ext uri="{FF2B5EF4-FFF2-40B4-BE49-F238E27FC236}">
                <a16:creationId xmlns:a16="http://schemas.microsoft.com/office/drawing/2014/main" id="{421008A9-61AA-45C2-8D17-8DBD41DF683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Capacity</a:t>
            </a:r>
          </a:p>
        </p:txBody>
      </p:sp>
      <p:sp>
        <p:nvSpPr>
          <p:cNvPr id="115" name="13-text-2">
            <a:extLst xmlns:a="http://schemas.openxmlformats.org/drawingml/2006/main">
              <a:ext uri="{FF2B5EF4-FFF2-40B4-BE49-F238E27FC236}">
                <a16:creationId xmlns:a16="http://schemas.microsoft.com/office/drawing/2014/main" id="{F011F6B7-B270-46E3-86D9-76BE5BAA4D6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fits, but the result still needs checking.</a:t>
            </a:r>
          </a:p>
        </p:txBody>
      </p:sp>
      <p:sp>
        <p:nvSpPr>
          <p:cNvPr id="116" name="13-text-3">
            <a:extLst xmlns:a="http://schemas.openxmlformats.org/drawingml/2006/main">
              <a:ext uri="{FF2B5EF4-FFF2-40B4-BE49-F238E27FC236}">
                <a16:creationId xmlns:a16="http://schemas.microsoft.com/office/drawing/2014/main" id="{34598F4C-BF64-4F0A-BE4A-E928367277C2}"/>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Effort</a:t>
            </a:r>
          </a:p>
        </p:txBody>
      </p:sp>
      <p:sp>
        <p:nvSpPr>
          <p:cNvPr id="117" name="13-text-4">
            <a:extLst xmlns:a="http://schemas.openxmlformats.org/drawingml/2006/main">
              <a:ext uri="{FF2B5EF4-FFF2-40B4-BE49-F238E27FC236}">
                <a16:creationId xmlns:a16="http://schemas.microsoft.com/office/drawing/2014/main" id="{DFD12634-9EDF-40A4-B60B-7D6E20A02736}"/>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task evidence.</a:t>
            </a:r>
          </a:p>
        </p:txBody>
      </p:sp>
      <p:sp>
        <p:nvSpPr>
          <p:cNvPr id="118" name="13-text-5">
            <a:extLst xmlns:a="http://schemas.openxmlformats.org/drawingml/2006/main">
              <a:ext uri="{FF2B5EF4-FFF2-40B4-BE49-F238E27FC236}">
                <a16:creationId xmlns:a16="http://schemas.microsoft.com/office/drawing/2014/main" id="{4CA41F47-0BCD-44B2-9F94-84AA1377BA3E}"/>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Cost</a:t>
            </a:r>
          </a:p>
        </p:txBody>
      </p:sp>
      <p:sp>
        <p:nvSpPr>
          <p:cNvPr id="119" name="13-text-6">
            <a:extLst xmlns:a="http://schemas.openxmlformats.org/drawingml/2006/main">
              <a:ext uri="{FF2B5EF4-FFF2-40B4-BE49-F238E27FC236}">
                <a16:creationId xmlns:a16="http://schemas.microsoft.com/office/drawing/2014/main" id="{966FAF14-1B00-4765-9959-2C5703E1A4D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Token price omits retries and review.</a:t>
            </a:r>
          </a:p>
        </p:txBody>
      </p:sp>
      <p:sp>
        <p:nvSpPr>
          <p:cNvPr id="120" name="13-text-7">
            <a:extLst xmlns:a="http://schemas.openxmlformats.org/drawingml/2006/main">
              <a:ext uri="{FF2B5EF4-FFF2-40B4-BE49-F238E27FC236}">
                <a16:creationId xmlns:a16="http://schemas.microsoft.com/office/drawing/2014/main" id="{C4902DD7-189A-456F-B529-2FB7EA52DA9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21" name="13-text-8">
            <a:extLst xmlns:a="http://schemas.openxmlformats.org/drawingml/2006/main">
              <a:ext uri="{FF2B5EF4-FFF2-40B4-BE49-F238E27FC236}">
                <a16:creationId xmlns:a16="http://schemas.microsoft.com/office/drawing/2014/main" id="{77EC83E5-813C-4E46-9FA3-4DE80060CF9E}"/>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22" name="narrative-number">
            <a:extLst xmlns:a="http://schemas.openxmlformats.org/drawingml/2006/main">
              <a:ext uri="{FF2B5EF4-FFF2-40B4-BE49-F238E27FC236}">
                <a16:creationId xmlns:a16="http://schemas.microsoft.com/office/drawing/2014/main" id="{8320CDA0-CDD9-4256-B85F-F9577C4ED0D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411862085"/>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3" name="!!area-name">
            <a:extLst xmlns:a="http://schemas.openxmlformats.org/drawingml/2006/main">
              <a:ext uri="{FF2B5EF4-FFF2-40B4-BE49-F238E27FC236}">
                <a16:creationId xmlns:a16="http://schemas.microsoft.com/office/drawing/2014/main" id="{657E7FBC-6397-4F0C-8518-B5021B1110E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37" name="mini-map-14"/>
          <p:cNvPicPr>
            <a:picLocks xmlns:a="http://schemas.openxmlformats.org/drawingml/2006/main" noChangeAspect="1"/>
          </p:cNvPicPr>
          <p:nvPr/>
        </p:nvPicPr>
        <p:blipFill>
          <a:blip xmlns:r="http://schemas.openxmlformats.org/officeDocument/2006/relationships" xmlns:a="http://schemas.openxmlformats.org/drawingml/2006/main" r:embed="R6b0b5714883d42e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5" name="slide-title">
            <a:extLst xmlns:a="http://schemas.openxmlformats.org/drawingml/2006/main">
              <a:ext uri="{FF2B5EF4-FFF2-40B4-BE49-F238E27FC236}">
                <a16:creationId xmlns:a16="http://schemas.microsoft.com/office/drawing/2014/main" id="{741642C4-7471-4A5F-A53B-8E1DC9C0B6C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26" name="header-divider-14">
            <a:extLst xmlns:a="http://schemas.openxmlformats.org/drawingml/2006/main">
              <a:ext uri="{FF2B5EF4-FFF2-40B4-BE49-F238E27FC236}">
                <a16:creationId xmlns:a16="http://schemas.microsoft.com/office/drawing/2014/main" id="{F8D4C62C-6E99-4137-84BF-A9E769F292A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7" name="14-text-1">
            <a:extLst xmlns:a="http://schemas.openxmlformats.org/drawingml/2006/main">
              <a:ext uri="{FF2B5EF4-FFF2-40B4-BE49-F238E27FC236}">
                <a16:creationId xmlns:a16="http://schemas.microsoft.com/office/drawing/2014/main" id="{F3A5B7F7-E9AA-4B79-85AA-1EDF52EE980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28" name="14-text-2">
            <a:extLst xmlns:a="http://schemas.openxmlformats.org/drawingml/2006/main">
              <a:ext uri="{FF2B5EF4-FFF2-40B4-BE49-F238E27FC236}">
                <a16:creationId xmlns:a16="http://schemas.microsoft.com/office/drawing/2014/main" id="{FCC501BF-17E0-4AB3-9158-E0A6B2702AC5}"/>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29" name="14-text-3">
            <a:extLst xmlns:a="http://schemas.openxmlformats.org/drawingml/2006/main">
              <a:ext uri="{FF2B5EF4-FFF2-40B4-BE49-F238E27FC236}">
                <a16:creationId xmlns:a16="http://schemas.microsoft.com/office/drawing/2014/main" id="{45B25665-FFD2-4C13-A2CF-939E3A9DEC43}"/>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30" name="14-text-4">
            <a:extLst xmlns:a="http://schemas.openxmlformats.org/drawingml/2006/main">
              <a:ext uri="{FF2B5EF4-FFF2-40B4-BE49-F238E27FC236}">
                <a16:creationId xmlns:a16="http://schemas.microsoft.com/office/drawing/2014/main" id="{2E67E9AC-9325-424D-ABC9-14456C758EA8}"/>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31" name="14-text-5">
            <a:extLst xmlns:a="http://schemas.openxmlformats.org/drawingml/2006/main">
              <a:ext uri="{FF2B5EF4-FFF2-40B4-BE49-F238E27FC236}">
                <a16:creationId xmlns:a16="http://schemas.microsoft.com/office/drawing/2014/main" id="{45A8D0D4-BDF9-4986-AFEA-261B367CBC30}"/>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32" name="14-text-6">
            <a:extLst xmlns:a="http://schemas.openxmlformats.org/drawingml/2006/main">
              <a:ext uri="{FF2B5EF4-FFF2-40B4-BE49-F238E27FC236}">
                <a16:creationId xmlns:a16="http://schemas.microsoft.com/office/drawing/2014/main" id="{100E0E7C-4741-45AC-97C1-BFD599777ABF}"/>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33" name="14-text-7">
            <a:extLst xmlns:a="http://schemas.openxmlformats.org/drawingml/2006/main">
              <a:ext uri="{FF2B5EF4-FFF2-40B4-BE49-F238E27FC236}">
                <a16:creationId xmlns:a16="http://schemas.microsoft.com/office/drawing/2014/main" id="{3717155E-0917-48F1-8843-3D6E859FC3C3}"/>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47" name="14-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35" name="narrative-number">
            <a:extLst xmlns:a="http://schemas.openxmlformats.org/drawingml/2006/main">
              <a:ext uri="{FF2B5EF4-FFF2-40B4-BE49-F238E27FC236}">
                <a16:creationId xmlns:a16="http://schemas.microsoft.com/office/drawing/2014/main" id="{59400063-7573-410A-8BC9-C3784063BA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019635121"/>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6" name="!!area-name">
            <a:extLst xmlns:a="http://schemas.openxmlformats.org/drawingml/2006/main">
              <a:ext uri="{FF2B5EF4-FFF2-40B4-BE49-F238E27FC236}">
                <a16:creationId xmlns:a16="http://schemas.microsoft.com/office/drawing/2014/main" id="{7A3861F0-5EBB-421C-A614-02A17CEA74E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45" name="mini-map-15"/>
          <p:cNvPicPr>
            <a:picLocks xmlns:a="http://schemas.openxmlformats.org/drawingml/2006/main" noChangeAspect="1"/>
          </p:cNvPicPr>
          <p:nvPr/>
        </p:nvPicPr>
        <p:blipFill>
          <a:blip xmlns:r="http://schemas.openxmlformats.org/officeDocument/2006/relationships" xmlns:a="http://schemas.openxmlformats.org/drawingml/2006/main" r:embed="R1581fdaaf02e4ad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8" name="header-divider-15">
            <a:extLst xmlns:a="http://schemas.openxmlformats.org/drawingml/2006/main">
              <a:ext uri="{FF2B5EF4-FFF2-40B4-BE49-F238E27FC236}">
                <a16:creationId xmlns:a16="http://schemas.microsoft.com/office/drawing/2014/main" id="{5678D69B-327B-4246-8C5E-CD078E8FB73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5-text-1">
            <a:extLst xmlns:a="http://schemas.openxmlformats.org/drawingml/2006/main">
              <a:ext uri="{FF2B5EF4-FFF2-40B4-BE49-F238E27FC236}">
                <a16:creationId xmlns:a16="http://schemas.microsoft.com/office/drawing/2014/main" id="{7412C3B8-23E9-40B1-83EF-379DB808C9E1}"/>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40" name="15-text-2">
            <a:extLst xmlns:a="http://schemas.openxmlformats.org/drawingml/2006/main">
              <a:ext uri="{FF2B5EF4-FFF2-40B4-BE49-F238E27FC236}">
                <a16:creationId xmlns:a16="http://schemas.microsoft.com/office/drawing/2014/main" id="{EFC5E41A-5857-4EE4-A6E8-4E7E688FE17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41" name="15-text-3">
            <a:extLst xmlns:a="http://schemas.openxmlformats.org/drawingml/2006/main">
              <a:ext uri="{FF2B5EF4-FFF2-40B4-BE49-F238E27FC236}">
                <a16:creationId xmlns:a16="http://schemas.microsoft.com/office/drawing/2014/main" id="{A2C19102-2C31-4C83-9F56-1125934F97B2}"/>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50" name="15-image-4"/>
          <p:cNvPicPr>
            <a:picLocks xmlns:a="http://schemas.openxmlformats.org/drawingml/2006/main" noChangeAspect="1"/>
          </p:cNvPicPr>
          <p:nvPr/>
        </p:nvPicPr>
        <p:blipFill>
          <a:blip xmlns:r="http://schemas.openxmlformats.org/officeDocument/2006/relationships" xmlns:a="http://schemas.openxmlformats.org/drawingml/2006/main" r:embed="R380d6d137fe4470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43" name="narrative-number">
            <a:extLst xmlns:a="http://schemas.openxmlformats.org/drawingml/2006/main">
              <a:ext uri="{FF2B5EF4-FFF2-40B4-BE49-F238E27FC236}">
                <a16:creationId xmlns:a16="http://schemas.microsoft.com/office/drawing/2014/main" id="{BEAB2829-16E3-4141-B3FC-6D4EB0F2727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563267133"/>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4" name="!!area-name">
            <a:extLst xmlns:a="http://schemas.openxmlformats.org/drawingml/2006/main">
              <a:ext uri="{FF2B5EF4-FFF2-40B4-BE49-F238E27FC236}">
                <a16:creationId xmlns:a16="http://schemas.microsoft.com/office/drawing/2014/main" id="{796D4AE7-9CC6-4848-A886-338434F1E8D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59" name="mini-map-16"/>
          <p:cNvPicPr>
            <a:picLocks xmlns:a="http://schemas.openxmlformats.org/drawingml/2006/main" noChangeAspect="1"/>
          </p:cNvPicPr>
          <p:nvPr/>
        </p:nvPicPr>
        <p:blipFill>
          <a:blip xmlns:r="http://schemas.openxmlformats.org/officeDocument/2006/relationships" xmlns:a="http://schemas.openxmlformats.org/drawingml/2006/main" r:embed="R1ccb08dd722f444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6" name="slide-title">
            <a:extLst xmlns:a="http://schemas.openxmlformats.org/drawingml/2006/main">
              <a:ext uri="{FF2B5EF4-FFF2-40B4-BE49-F238E27FC236}">
                <a16:creationId xmlns:a16="http://schemas.microsoft.com/office/drawing/2014/main" id="{86D4B16A-0958-4F87-98D0-0711F4A650D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47" name="header-divider-16">
            <a:extLst xmlns:a="http://schemas.openxmlformats.org/drawingml/2006/main">
              <a:ext uri="{FF2B5EF4-FFF2-40B4-BE49-F238E27FC236}">
                <a16:creationId xmlns:a16="http://schemas.microsoft.com/office/drawing/2014/main" id="{4D4EDD89-1DB1-469C-AEF2-36C2263EDE2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8" name="16-text-1">
            <a:extLst xmlns:a="http://schemas.openxmlformats.org/drawingml/2006/main">
              <a:ext uri="{FF2B5EF4-FFF2-40B4-BE49-F238E27FC236}">
                <a16:creationId xmlns:a16="http://schemas.microsoft.com/office/drawing/2014/main" id="{EEE492AC-093A-4813-AA59-91943185BEEC}"/>
              </a:ext>
            </a:extLst>
          </p:cNvPr>
          <p:cNvSpPr>
            <a:spLocks xmlns:a="http://schemas.openxmlformats.org/drawingml/2006/main"/>
          </p:cNvSpPr>
          <p:nvPr/>
        </p:nvSpPr>
        <p:spPr>
          <a:xfrm xmlns:a="http://schemas.openxmlformats.org/drawingml/2006/main">
            <a:off x="609600" y="2438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Memory</a:t>
            </a:r>
          </a:p>
        </p:txBody>
      </p:sp>
      <p:sp>
        <p:nvSpPr>
          <p:cNvPr id="149" name="16-text-2">
            <a:extLst xmlns:a="http://schemas.openxmlformats.org/drawingml/2006/main">
              <a:ext uri="{FF2B5EF4-FFF2-40B4-BE49-F238E27FC236}">
                <a16:creationId xmlns:a16="http://schemas.microsoft.com/office/drawing/2014/main" id="{C74D6090-C961-45F3-A2C2-5856EDD72729}"/>
              </a:ext>
            </a:extLst>
          </p:cNvPr>
          <p:cNvSpPr>
            <a:spLocks xmlns:a="http://schemas.openxmlformats.org/drawingml/2006/main"/>
          </p:cNvSpPr>
          <p:nvPr/>
        </p:nvSpPr>
        <p:spPr>
          <a:xfrm xmlns:a="http://schemas.openxmlformats.org/drawingml/2006/main">
            <a:off x="609600" y="29210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for later use.</a:t>
            </a:r>
          </a:p>
        </p:txBody>
      </p:sp>
      <p:sp>
        <p:nvSpPr>
          <p:cNvPr id="150" name="16-text-3">
            <a:extLst xmlns:a="http://schemas.openxmlformats.org/drawingml/2006/main">
              <a:ext uri="{FF2B5EF4-FFF2-40B4-BE49-F238E27FC236}">
                <a16:creationId xmlns:a16="http://schemas.microsoft.com/office/drawing/2014/main" id="{EAAF4A4C-4ECE-44A8-9419-E6084337C567}"/>
              </a:ext>
            </a:extLst>
          </p:cNvPr>
          <p:cNvSpPr>
            <a:spLocks xmlns:a="http://schemas.openxmlformats.org/drawingml/2006/main"/>
          </p:cNvSpPr>
          <p:nvPr/>
        </p:nvSpPr>
        <p:spPr>
          <a:xfrm xmlns:a="http://schemas.openxmlformats.org/drawingml/2006/main">
            <a:off x="609600" y="4470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Authoritative records</a:t>
            </a:r>
          </a:p>
        </p:txBody>
      </p:sp>
      <p:sp>
        <p:nvSpPr>
          <p:cNvPr id="151" name="16-text-4">
            <a:extLst xmlns:a="http://schemas.openxmlformats.org/drawingml/2006/main">
              <a:ext uri="{FF2B5EF4-FFF2-40B4-BE49-F238E27FC236}">
                <a16:creationId xmlns:a16="http://schemas.microsoft.com/office/drawing/2014/main" id="{7554D3C6-3F18-4BE5-82C4-CDB2CFD1E45A}"/>
              </a:ext>
            </a:extLst>
          </p:cNvPr>
          <p:cNvSpPr>
            <a:spLocks xmlns:a="http://schemas.openxmlformats.org/drawingml/2006/main"/>
          </p:cNvSpPr>
          <p:nvPr/>
        </p:nvSpPr>
        <p:spPr>
          <a:xfrm xmlns:a="http://schemas.openxmlformats.org/drawingml/2006/main">
            <a:off x="609600" y="49530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documents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state checked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task.</a:t>
            </a:r>
          </a:p>
        </p:txBody>
      </p:sp>
      <p:sp>
        <p:nvSpPr>
          <p:cNvPr id="152" name="working-context-boundary">
            <a:extLst xmlns:a="http://schemas.openxmlformats.org/drawingml/2006/main">
              <a:ext uri="{FF2B5EF4-FFF2-40B4-BE49-F238E27FC236}">
                <a16:creationId xmlns:a16="http://schemas.microsoft.com/office/drawing/2014/main" id="{EA08BBB5-CF1D-4B4A-8122-48043EC360DF}"/>
              </a:ext>
            </a:extLst>
          </p:cNvPr>
          <p:cNvSpPr>
            <a:spLocks xmlns:a="http://schemas.openxmlformats.org/drawingml/2006/main"/>
          </p:cNvSpPr>
          <p:nvPr/>
        </p:nvSpPr>
        <p:spPr>
          <a:xfrm xmlns:a="http://schemas.openxmlformats.org/drawingml/2006/main">
            <a:off x="5943600" y="2438400"/>
            <a:ext cx="5638800" cy="37592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53" name="16-text-5">
            <a:extLst xmlns:a="http://schemas.openxmlformats.org/drawingml/2006/main">
              <a:ext uri="{FF2B5EF4-FFF2-40B4-BE49-F238E27FC236}">
                <a16:creationId xmlns:a16="http://schemas.microsoft.com/office/drawing/2014/main" id="{6666017A-C592-401A-BE3B-1BE645DB1EB9}"/>
              </a:ext>
            </a:extLst>
          </p:cNvPr>
          <p:cNvSpPr>
            <a:spLocks xmlns:a="http://schemas.openxmlformats.org/drawingml/2006/main"/>
          </p:cNvSpPr>
          <p:nvPr/>
        </p:nvSpPr>
        <p:spPr>
          <a:xfrm xmlns:a="http://schemas.openxmlformats.org/drawingml/2006/main">
            <a:off x="6248400" y="2743200"/>
            <a:ext cx="5029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Working context</a:t>
            </a:r>
          </a:p>
        </p:txBody>
      </p:sp>
      <p:sp>
        <p:nvSpPr>
          <p:cNvPr id="154" name="16-text-6">
            <a:extLst xmlns:a="http://schemas.openxmlformats.org/drawingml/2006/main">
              <a:ext uri="{FF2B5EF4-FFF2-40B4-BE49-F238E27FC236}">
                <a16:creationId xmlns:a16="http://schemas.microsoft.com/office/drawing/2014/main" id="{4C0CE565-6803-4CDF-836E-3D718558E039}"/>
              </a:ext>
            </a:extLst>
          </p:cNvPr>
          <p:cNvSpPr>
            <a:spLocks xmlns:a="http://schemas.openxmlformats.org/drawingml/2006/main"/>
          </p:cNvSpPr>
          <p:nvPr/>
        </p:nvSpPr>
        <p:spPr>
          <a:xfrm xmlns:a="http://schemas.openxmlformats.org/drawingml/2006/main">
            <a:off x="6248400" y="3429000"/>
            <a:ext cx="5029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Instructions, request,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tools, and relevant history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available for this step.</a:t>
            </a:r>
          </a:p>
        </p:txBody>
      </p:sp>
      <p:sp>
        <p:nvSpPr>
          <p:cNvPr id="155" name="16-line-8">
            <a:extLst xmlns:a="http://schemas.openxmlformats.org/drawingml/2006/main">
              <a:ext uri="{FF2B5EF4-FFF2-40B4-BE49-F238E27FC236}">
                <a16:creationId xmlns:a16="http://schemas.microsoft.com/office/drawing/2014/main" id="{C2AA179E-0D4D-4B47-84EF-34E5CDF8172A}"/>
              </a:ext>
            </a:extLst>
          </p:cNvPr>
          <p:cNvSpPr>
            <a:spLocks xmlns:a="http://schemas.openxmlformats.org/drawingml/2006/main"/>
          </p:cNvSpPr>
          <p:nvPr/>
        </p:nvSpPr>
        <p:spPr>
          <a:xfrm xmlns:a="http://schemas.openxmlformats.org/drawingml/2006/main" flipH="0" flipV="0">
            <a:off x="4826000" y="32766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6" name="16-line-10">
            <a:extLst xmlns:a="http://schemas.openxmlformats.org/drawingml/2006/main">
              <a:ext uri="{FF2B5EF4-FFF2-40B4-BE49-F238E27FC236}">
                <a16:creationId xmlns:a16="http://schemas.microsoft.com/office/drawing/2014/main" id="{AFBACF0D-A0BF-445F-B23D-D17B05E2559A}"/>
              </a:ext>
            </a:extLst>
          </p:cNvPr>
          <p:cNvSpPr>
            <a:spLocks xmlns:a="http://schemas.openxmlformats.org/drawingml/2006/main"/>
          </p:cNvSpPr>
          <p:nvPr/>
        </p:nvSpPr>
        <p:spPr>
          <a:xfrm xmlns:a="http://schemas.openxmlformats.org/drawingml/2006/main" flipH="0" flipV="0">
            <a:off x="4826000" y="52832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7" name="narrative-number">
            <a:extLst xmlns:a="http://schemas.openxmlformats.org/drawingml/2006/main">
              <a:ext uri="{FF2B5EF4-FFF2-40B4-BE49-F238E27FC236}">
                <a16:creationId xmlns:a16="http://schemas.microsoft.com/office/drawing/2014/main" id="{E37DCFE4-E08E-4066-90AE-001ABB1F976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912910943"/>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8" name="!!area-name">
            <a:extLst xmlns:a="http://schemas.openxmlformats.org/drawingml/2006/main">
              <a:ext uri="{FF2B5EF4-FFF2-40B4-BE49-F238E27FC236}">
                <a16:creationId xmlns:a16="http://schemas.microsoft.com/office/drawing/2014/main" id="{474DE1E4-3580-4D02-B941-90F58DD66A9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78" name="mini-map-17"/>
          <p:cNvPicPr>
            <a:picLocks xmlns:a="http://schemas.openxmlformats.org/drawingml/2006/main" noChangeAspect="1"/>
          </p:cNvPicPr>
          <p:nvPr/>
        </p:nvPicPr>
        <p:blipFill>
          <a:blip xmlns:r="http://schemas.openxmlformats.org/officeDocument/2006/relationships" xmlns:a="http://schemas.openxmlformats.org/drawingml/2006/main" r:embed="R5b8e673d0ff54fd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0" name="slide-title">
            <a:extLst xmlns:a="http://schemas.openxmlformats.org/drawingml/2006/main">
              <a:ext uri="{FF2B5EF4-FFF2-40B4-BE49-F238E27FC236}">
                <a16:creationId xmlns:a16="http://schemas.microsoft.com/office/drawing/2014/main" id="{E1CB28C5-3A83-4CA4-8149-24FC67593C4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61" name="header-divider-17">
            <a:extLst xmlns:a="http://schemas.openxmlformats.org/drawingml/2006/main">
              <a:ext uri="{FF2B5EF4-FFF2-40B4-BE49-F238E27FC236}">
                <a16:creationId xmlns:a16="http://schemas.microsoft.com/office/drawing/2014/main" id="{4C131079-7FDF-43D2-BD66-554B1C6AC40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2" name="17-text-1">
            <a:extLst xmlns:a="http://schemas.openxmlformats.org/drawingml/2006/main">
              <a:ext uri="{FF2B5EF4-FFF2-40B4-BE49-F238E27FC236}">
                <a16:creationId xmlns:a16="http://schemas.microsoft.com/office/drawing/2014/main" id="{4CEFE869-A992-410F-BBFC-02E8DFB6B8DF}"/>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63" name="17-text-2">
            <a:extLst xmlns:a="http://schemas.openxmlformats.org/drawingml/2006/main">
              <a:ext uri="{FF2B5EF4-FFF2-40B4-BE49-F238E27FC236}">
                <a16:creationId xmlns:a16="http://schemas.microsoft.com/office/drawing/2014/main" id="{1BF175EC-6A88-4CA7-A36D-906C2AC45AAD}"/>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64" name="17-text-3">
            <a:extLst xmlns:a="http://schemas.openxmlformats.org/drawingml/2006/main">
              <a:ext uri="{FF2B5EF4-FFF2-40B4-BE49-F238E27FC236}">
                <a16:creationId xmlns:a16="http://schemas.microsoft.com/office/drawing/2014/main" id="{3AB43617-898D-4919-BDCC-5A394389FBDF}"/>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65" name="17-text-4">
            <a:extLst xmlns:a="http://schemas.openxmlformats.org/drawingml/2006/main">
              <a:ext uri="{FF2B5EF4-FFF2-40B4-BE49-F238E27FC236}">
                <a16:creationId xmlns:a16="http://schemas.microsoft.com/office/drawing/2014/main" id="{BB59AB67-8F6E-4053-B05B-503CC726FD9B}"/>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166" name="17-text-5">
            <a:extLst xmlns:a="http://schemas.openxmlformats.org/drawingml/2006/main">
              <a:ext uri="{FF2B5EF4-FFF2-40B4-BE49-F238E27FC236}">
                <a16:creationId xmlns:a16="http://schemas.microsoft.com/office/drawing/2014/main" id="{1C3CF516-B738-429B-89DD-7CC59089CED2}"/>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167" name="17-text-6">
            <a:extLst xmlns:a="http://schemas.openxmlformats.org/drawingml/2006/main">
              <a:ext uri="{FF2B5EF4-FFF2-40B4-BE49-F238E27FC236}">
                <a16:creationId xmlns:a16="http://schemas.microsoft.com/office/drawing/2014/main" id="{1C49523B-87A5-4EA8-A6F5-AFADC440D3CA}"/>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168" name="17-line-8">
            <a:extLst xmlns:a="http://schemas.openxmlformats.org/drawingml/2006/main">
              <a:ext uri="{FF2B5EF4-FFF2-40B4-BE49-F238E27FC236}">
                <a16:creationId xmlns:a16="http://schemas.microsoft.com/office/drawing/2014/main" id="{617933CA-325D-463A-8564-15D2C2058DA0}"/>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69" name="17-line-10">
            <a:extLst xmlns:a="http://schemas.openxmlformats.org/drawingml/2006/main">
              <a:ext uri="{FF2B5EF4-FFF2-40B4-BE49-F238E27FC236}">
                <a16:creationId xmlns:a16="http://schemas.microsoft.com/office/drawing/2014/main" id="{EF979982-2840-4967-BB77-54B3A6B82CAC}"/>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0" name="17-line-12">
            <a:extLst xmlns:a="http://schemas.openxmlformats.org/drawingml/2006/main">
              <a:ext uri="{FF2B5EF4-FFF2-40B4-BE49-F238E27FC236}">
                <a16:creationId xmlns:a16="http://schemas.microsoft.com/office/drawing/2014/main" id="{9542BF02-2126-4ECF-8687-2EB098079253}"/>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1" name="17-text-13">
            <a:extLst xmlns:a="http://schemas.openxmlformats.org/drawingml/2006/main">
              <a:ext uri="{FF2B5EF4-FFF2-40B4-BE49-F238E27FC236}">
                <a16:creationId xmlns:a16="http://schemas.microsoft.com/office/drawing/2014/main" id="{FB0BE0F0-4E09-45F8-A5F3-C8E808DF2FD7}"/>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172" name="17-text-14">
            <a:extLst xmlns:a="http://schemas.openxmlformats.org/drawingml/2006/main">
              <a:ext uri="{FF2B5EF4-FFF2-40B4-BE49-F238E27FC236}">
                <a16:creationId xmlns:a16="http://schemas.microsoft.com/office/drawing/2014/main" id="{EDECD82C-DA8A-4BCB-9017-D2B40E4DA99D}"/>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173" name="17-text-15">
            <a:extLst xmlns:a="http://schemas.openxmlformats.org/drawingml/2006/main">
              <a:ext uri="{FF2B5EF4-FFF2-40B4-BE49-F238E27FC236}">
                <a16:creationId xmlns:a16="http://schemas.microsoft.com/office/drawing/2014/main" id="{6EBA3F43-E2E3-4F2A-AF4A-D7F02C0AA992}"/>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174" name="17-text-16">
            <a:extLst xmlns:a="http://schemas.openxmlformats.org/drawingml/2006/main">
              <a:ext uri="{FF2B5EF4-FFF2-40B4-BE49-F238E27FC236}">
                <a16:creationId xmlns:a16="http://schemas.microsoft.com/office/drawing/2014/main" id="{8ECBDB1B-41BA-4E54-864E-445AF13CC833}"/>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175" name="17-text-17">
            <a:extLst xmlns:a="http://schemas.openxmlformats.org/drawingml/2006/main">
              <a:ext uri="{FF2B5EF4-FFF2-40B4-BE49-F238E27FC236}">
                <a16:creationId xmlns:a16="http://schemas.microsoft.com/office/drawing/2014/main" id="{8585544F-C9BE-4FEE-8B54-9ED4C03DB6A5}"/>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176" name="narrative-number">
            <a:extLst xmlns:a="http://schemas.openxmlformats.org/drawingml/2006/main">
              <a:ext uri="{FF2B5EF4-FFF2-40B4-BE49-F238E27FC236}">
                <a16:creationId xmlns:a16="http://schemas.microsoft.com/office/drawing/2014/main" id="{98476375-B26E-49A9-A8E0-CD1C82D224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2239581062"/>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7" name="!!area-name">
            <a:extLst xmlns:a="http://schemas.openxmlformats.org/drawingml/2006/main">
              <a:ext uri="{FF2B5EF4-FFF2-40B4-BE49-F238E27FC236}">
                <a16:creationId xmlns:a16="http://schemas.microsoft.com/office/drawing/2014/main" id="{9A914E0A-EFA8-427E-B098-1837EC8C6E9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191" name="mini-map-18"/>
          <p:cNvPicPr>
            <a:picLocks xmlns:a="http://schemas.openxmlformats.org/drawingml/2006/main" noChangeAspect="1"/>
          </p:cNvPicPr>
          <p:nvPr/>
        </p:nvPicPr>
        <p:blipFill>
          <a:blip xmlns:r="http://schemas.openxmlformats.org/officeDocument/2006/relationships" xmlns:a="http://schemas.openxmlformats.org/drawingml/2006/main" r:embed="Rfdc27e70ea78476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9" name="slide-title">
            <a:extLst xmlns:a="http://schemas.openxmlformats.org/drawingml/2006/main">
              <a:ext uri="{FF2B5EF4-FFF2-40B4-BE49-F238E27FC236}">
                <a16:creationId xmlns:a16="http://schemas.microsoft.com/office/drawing/2014/main" id="{76112ACF-2B47-41EF-BBA1-E008818E890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80" name="header-divider-18">
            <a:extLst xmlns:a="http://schemas.openxmlformats.org/drawingml/2006/main">
              <a:ext uri="{FF2B5EF4-FFF2-40B4-BE49-F238E27FC236}">
                <a16:creationId xmlns:a16="http://schemas.microsoft.com/office/drawing/2014/main" id="{3EFB0286-A03B-47A6-ADEB-17477493D02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1" name="18-text-1">
            <a:extLst xmlns:a="http://schemas.openxmlformats.org/drawingml/2006/main">
              <a:ext uri="{FF2B5EF4-FFF2-40B4-BE49-F238E27FC236}">
                <a16:creationId xmlns:a16="http://schemas.microsoft.com/office/drawing/2014/main" id="{5120C31D-7B47-4056-92FF-4951483E424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82" name="18-text-2">
            <a:extLst xmlns:a="http://schemas.openxmlformats.org/drawingml/2006/main">
              <a:ext uri="{FF2B5EF4-FFF2-40B4-BE49-F238E27FC236}">
                <a16:creationId xmlns:a16="http://schemas.microsoft.com/office/drawing/2014/main" id="{19426F4C-55CD-43CA-A0B1-C9084BBEEC9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83" name="18-text-3">
            <a:extLst xmlns:a="http://schemas.openxmlformats.org/drawingml/2006/main">
              <a:ext uri="{FF2B5EF4-FFF2-40B4-BE49-F238E27FC236}">
                <a16:creationId xmlns:a16="http://schemas.microsoft.com/office/drawing/2014/main" id="{8567ED5A-F5E1-4E0F-A67B-88F18C182A2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84" name="18-text-4">
            <a:extLst xmlns:a="http://schemas.openxmlformats.org/drawingml/2006/main">
              <a:ext uri="{FF2B5EF4-FFF2-40B4-BE49-F238E27FC236}">
                <a16:creationId xmlns:a16="http://schemas.microsoft.com/office/drawing/2014/main" id="{4CE88F11-8AD3-42F3-BB52-44F73461F511}"/>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85" name="18-text-5">
            <a:extLst xmlns:a="http://schemas.openxmlformats.org/drawingml/2006/main">
              <a:ext uri="{FF2B5EF4-FFF2-40B4-BE49-F238E27FC236}">
                <a16:creationId xmlns:a16="http://schemas.microsoft.com/office/drawing/2014/main" id="{58AD7D39-712C-4562-AA65-371881E0960E}"/>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86" name="18-text-6">
            <a:extLst xmlns:a="http://schemas.openxmlformats.org/drawingml/2006/main">
              <a:ext uri="{FF2B5EF4-FFF2-40B4-BE49-F238E27FC236}">
                <a16:creationId xmlns:a16="http://schemas.microsoft.com/office/drawing/2014/main" id="{26F34680-F0C9-4C63-9E59-DE7B5A408B5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87" name="18-text-7">
            <a:extLst xmlns:a="http://schemas.openxmlformats.org/drawingml/2006/main">
              <a:ext uri="{FF2B5EF4-FFF2-40B4-BE49-F238E27FC236}">
                <a16:creationId xmlns:a16="http://schemas.microsoft.com/office/drawing/2014/main" id="{6DEBC1CD-4DD7-4C17-A23E-76CFA1CE0686}"/>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88" name="18-text-8">
            <a:extLst xmlns:a="http://schemas.openxmlformats.org/drawingml/2006/main">
              <a:ext uri="{FF2B5EF4-FFF2-40B4-BE49-F238E27FC236}">
                <a16:creationId xmlns:a16="http://schemas.microsoft.com/office/drawing/2014/main" id="{835558A9-63AF-46D0-BC75-37B7C09EDF6F}"/>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189" name="narrative-number">
            <a:extLst xmlns:a="http://schemas.openxmlformats.org/drawingml/2006/main">
              <a:ext uri="{FF2B5EF4-FFF2-40B4-BE49-F238E27FC236}">
                <a16:creationId xmlns:a16="http://schemas.microsoft.com/office/drawing/2014/main" id="{435BBB60-A676-414F-B24D-1053D839A73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544700315"/>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0" name="!!area-name">
            <a:extLst xmlns:a="http://schemas.openxmlformats.org/drawingml/2006/main">
              <a:ext uri="{FF2B5EF4-FFF2-40B4-BE49-F238E27FC236}">
                <a16:creationId xmlns:a16="http://schemas.microsoft.com/office/drawing/2014/main" id="{0694E763-6F7A-418D-9FB2-E88C4FD3452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07" name="mini-map-19"/>
          <p:cNvPicPr>
            <a:picLocks xmlns:a="http://schemas.openxmlformats.org/drawingml/2006/main" noChangeAspect="1"/>
          </p:cNvPicPr>
          <p:nvPr/>
        </p:nvPicPr>
        <p:blipFill>
          <a:blip xmlns:r="http://schemas.openxmlformats.org/officeDocument/2006/relationships" xmlns:a="http://schemas.openxmlformats.org/drawingml/2006/main" r:embed="R1af3856d21c94e8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2" name="slide-title">
            <a:extLst xmlns:a="http://schemas.openxmlformats.org/drawingml/2006/main">
              <a:ext uri="{FF2B5EF4-FFF2-40B4-BE49-F238E27FC236}">
                <a16:creationId xmlns:a16="http://schemas.microsoft.com/office/drawing/2014/main" id="{42E9FFE5-536F-46BE-8A54-E1B9ADA2176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93" name="header-divider-19">
            <a:extLst xmlns:a="http://schemas.openxmlformats.org/drawingml/2006/main">
              <a:ext uri="{FF2B5EF4-FFF2-40B4-BE49-F238E27FC236}">
                <a16:creationId xmlns:a16="http://schemas.microsoft.com/office/drawing/2014/main" id="{E39222A2-A691-4954-87F7-3DDC51F14DA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4" name="19-text-1">
            <a:extLst xmlns:a="http://schemas.openxmlformats.org/drawingml/2006/main">
              <a:ext uri="{FF2B5EF4-FFF2-40B4-BE49-F238E27FC236}">
                <a16:creationId xmlns:a16="http://schemas.microsoft.com/office/drawing/2014/main" id="{91506C48-376B-4BE2-B5F1-0F10739BE7DE}"/>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195" name="19-text-2">
            <a:extLst xmlns:a="http://schemas.openxmlformats.org/drawingml/2006/main">
              <a:ext uri="{FF2B5EF4-FFF2-40B4-BE49-F238E27FC236}">
                <a16:creationId xmlns:a16="http://schemas.microsoft.com/office/drawing/2014/main" id="{D7087757-269D-4191-9037-1723E749162C}"/>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96" name="19-text-3">
            <a:extLst xmlns:a="http://schemas.openxmlformats.org/drawingml/2006/main">
              <a:ext uri="{FF2B5EF4-FFF2-40B4-BE49-F238E27FC236}">
                <a16:creationId xmlns:a16="http://schemas.microsoft.com/office/drawing/2014/main" id="{A6ECAA57-A324-4EC7-A4EC-EFBBCBBD0EB1}"/>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97" name="19-text-4">
            <a:extLst xmlns:a="http://schemas.openxmlformats.org/drawingml/2006/main">
              <a:ext uri="{FF2B5EF4-FFF2-40B4-BE49-F238E27FC236}">
                <a16:creationId xmlns:a16="http://schemas.microsoft.com/office/drawing/2014/main" id="{7EC42B53-D600-4FD1-9445-B5DBB80C88C1}"/>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198" name="19-text-5">
            <a:extLst xmlns:a="http://schemas.openxmlformats.org/drawingml/2006/main">
              <a:ext uri="{FF2B5EF4-FFF2-40B4-BE49-F238E27FC236}">
                <a16:creationId xmlns:a16="http://schemas.microsoft.com/office/drawing/2014/main" id="{2C3F5EB4-27DE-4F09-BE3A-BB3F613DD4BE}"/>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99" name="19-text-6">
            <a:extLst xmlns:a="http://schemas.openxmlformats.org/drawingml/2006/main">
              <a:ext uri="{FF2B5EF4-FFF2-40B4-BE49-F238E27FC236}">
                <a16:creationId xmlns:a16="http://schemas.microsoft.com/office/drawing/2014/main" id="{46982594-EB23-42BA-981D-653EA86C5211}"/>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00" name="19-text-7">
            <a:extLst xmlns:a="http://schemas.openxmlformats.org/drawingml/2006/main">
              <a:ext uri="{FF2B5EF4-FFF2-40B4-BE49-F238E27FC236}">
                <a16:creationId xmlns:a16="http://schemas.microsoft.com/office/drawing/2014/main" id="{B140A82A-1A3D-4ADB-85AC-4DCF3157285C}"/>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01" name="19-text-8">
            <a:extLst xmlns:a="http://schemas.openxmlformats.org/drawingml/2006/main">
              <a:ext uri="{FF2B5EF4-FFF2-40B4-BE49-F238E27FC236}">
                <a16:creationId xmlns:a16="http://schemas.microsoft.com/office/drawing/2014/main" id="{591AC8A8-5E3B-4D76-B9B4-7CFB8DA2F132}"/>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02" name="19-text-9">
            <a:extLst xmlns:a="http://schemas.openxmlformats.org/drawingml/2006/main">
              <a:ext uri="{FF2B5EF4-FFF2-40B4-BE49-F238E27FC236}">
                <a16:creationId xmlns:a16="http://schemas.microsoft.com/office/drawing/2014/main" id="{9BCB6F09-182D-4C1A-AC85-19CDE370FB8E}"/>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03" name="19-text-10">
            <a:extLst xmlns:a="http://schemas.openxmlformats.org/drawingml/2006/main">
              <a:ext uri="{FF2B5EF4-FFF2-40B4-BE49-F238E27FC236}">
                <a16:creationId xmlns:a16="http://schemas.microsoft.com/office/drawing/2014/main" id="{391EEC1C-3BE7-494A-9B5F-23B6E7FD5AE0}"/>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04" name="19-text-11">
            <a:extLst xmlns:a="http://schemas.openxmlformats.org/drawingml/2006/main">
              <a:ext uri="{FF2B5EF4-FFF2-40B4-BE49-F238E27FC236}">
                <a16:creationId xmlns:a16="http://schemas.microsoft.com/office/drawing/2014/main" id="{ADB6CF72-3B6D-44EF-B615-B6027E4246D4}"/>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05" name="narrative-number">
            <a:extLst xmlns:a="http://schemas.openxmlformats.org/drawingml/2006/main">
              <a:ext uri="{FF2B5EF4-FFF2-40B4-BE49-F238E27FC236}">
                <a16:creationId xmlns:a16="http://schemas.microsoft.com/office/drawing/2014/main" id="{D5B597F2-E8C3-4741-8683-99A89EBA7D8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457429590"/>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F83CD47A-FD53-4724-A50A-2C4E286A620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15" name="mini-map-20"/>
          <p:cNvPicPr>
            <a:picLocks xmlns:a="http://schemas.openxmlformats.org/drawingml/2006/main" noChangeAspect="1"/>
          </p:cNvPicPr>
          <p:nvPr/>
        </p:nvPicPr>
        <p:blipFill>
          <a:blip xmlns:r="http://schemas.openxmlformats.org/officeDocument/2006/relationships" xmlns:a="http://schemas.openxmlformats.org/drawingml/2006/main" r:embed="R384be482e09b4f7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header-divider-20">
            <a:extLst xmlns:a="http://schemas.openxmlformats.org/drawingml/2006/main">
              <a:ext uri="{FF2B5EF4-FFF2-40B4-BE49-F238E27FC236}">
                <a16:creationId xmlns:a16="http://schemas.microsoft.com/office/drawing/2014/main" id="{DE1D7D85-0DAE-4423-89A6-B05AEFDA5A7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9" name="20-text-1">
            <a:extLst xmlns:a="http://schemas.openxmlformats.org/drawingml/2006/main">
              <a:ext uri="{FF2B5EF4-FFF2-40B4-BE49-F238E27FC236}">
                <a16:creationId xmlns:a16="http://schemas.microsoft.com/office/drawing/2014/main" id="{B85EEAA9-AB26-400B-A327-0E96483CECE8}"/>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10" name="20-text-2">
            <a:extLst xmlns:a="http://schemas.openxmlformats.org/drawingml/2006/main">
              <a:ext uri="{FF2B5EF4-FFF2-40B4-BE49-F238E27FC236}">
                <a16:creationId xmlns:a16="http://schemas.microsoft.com/office/drawing/2014/main" id="{E873155E-6C46-4811-B841-9AEBD1DD223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11" name="20-text-3">
            <a:extLst xmlns:a="http://schemas.openxmlformats.org/drawingml/2006/main">
              <a:ext uri="{FF2B5EF4-FFF2-40B4-BE49-F238E27FC236}">
                <a16:creationId xmlns:a16="http://schemas.microsoft.com/office/drawing/2014/main" id="{F3200022-7420-4C5A-AD3C-68F981C6E97B}"/>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20" name="20-image-4"/>
          <p:cNvPicPr>
            <a:picLocks xmlns:a="http://schemas.openxmlformats.org/drawingml/2006/main" noChangeAspect="1"/>
          </p:cNvPicPr>
          <p:nvPr/>
        </p:nvPicPr>
        <p:blipFill>
          <a:blip xmlns:r="http://schemas.openxmlformats.org/officeDocument/2006/relationships" xmlns:a="http://schemas.openxmlformats.org/drawingml/2006/main" r:embed="R4253ab6ff62e4a1c"/>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13" name="narrative-number">
            <a:extLst xmlns:a="http://schemas.openxmlformats.org/drawingml/2006/main">
              <a:ext uri="{FF2B5EF4-FFF2-40B4-BE49-F238E27FC236}">
                <a16:creationId xmlns:a16="http://schemas.microsoft.com/office/drawing/2014/main" id="{78CA34F1-8C46-4A1F-927B-E6F623038DB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370748025"/>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4" name="!!area-name">
            <a:extLst xmlns:a="http://schemas.openxmlformats.org/drawingml/2006/main">
              <a:ext uri="{FF2B5EF4-FFF2-40B4-BE49-F238E27FC236}">
                <a16:creationId xmlns:a16="http://schemas.microsoft.com/office/drawing/2014/main" id="{DCE09E11-69B3-444D-9AB3-B145412D8FE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32" name="mini-map-21"/>
          <p:cNvPicPr>
            <a:picLocks xmlns:a="http://schemas.openxmlformats.org/drawingml/2006/main" noChangeAspect="1"/>
          </p:cNvPicPr>
          <p:nvPr/>
        </p:nvPicPr>
        <p:blipFill>
          <a:blip xmlns:r="http://schemas.openxmlformats.org/officeDocument/2006/relationships" xmlns:a="http://schemas.openxmlformats.org/drawingml/2006/main" r:embed="Rabbb0c52299941d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6" name="slide-title">
            <a:extLst xmlns:a="http://schemas.openxmlformats.org/drawingml/2006/main">
              <a:ext uri="{FF2B5EF4-FFF2-40B4-BE49-F238E27FC236}">
                <a16:creationId xmlns:a16="http://schemas.microsoft.com/office/drawing/2014/main" id="{9C2E66F7-FA2E-41B2-B157-29AD5FEEDE9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calls and execution</a:t>
            </a:r>
          </a:p>
        </p:txBody>
      </p:sp>
      <p:sp>
        <p:nvSpPr>
          <p:cNvPr id="217" name="header-divider-21">
            <a:extLst xmlns:a="http://schemas.openxmlformats.org/drawingml/2006/main">
              <a:ext uri="{FF2B5EF4-FFF2-40B4-BE49-F238E27FC236}">
                <a16:creationId xmlns:a16="http://schemas.microsoft.com/office/drawing/2014/main" id="{9A65B3BD-FF3B-4149-999E-62B7C8D1EE4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8" name="21-text-1">
            <a:extLst xmlns:a="http://schemas.openxmlformats.org/drawingml/2006/main">
              <a:ext uri="{FF2B5EF4-FFF2-40B4-BE49-F238E27FC236}">
                <a16:creationId xmlns:a16="http://schemas.microsoft.com/office/drawing/2014/main" id="{3DA0FA11-6ED0-4A9E-995A-F49AF4320A3A}"/>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Proposal</a:t>
            </a:r>
          </a:p>
        </p:txBody>
      </p:sp>
      <p:sp>
        <p:nvSpPr>
          <p:cNvPr id="219" name="21-text-2">
            <a:extLst xmlns:a="http://schemas.openxmlformats.org/drawingml/2006/main">
              <a:ext uri="{FF2B5EF4-FFF2-40B4-BE49-F238E27FC236}">
                <a16:creationId xmlns:a16="http://schemas.microsoft.com/office/drawing/2014/main" id="{675027C2-DE42-4F10-A093-7A65BDF8F289}"/>
              </a:ext>
            </a:extLst>
          </p:cNvPr>
          <p:cNvSpPr>
            <a:spLocks xmlns:a="http://schemas.openxmlformats.org/drawingml/2006/main"/>
          </p:cNvSpPr>
          <p:nvPr/>
        </p:nvSpPr>
        <p:spPr>
          <a:xfrm xmlns:a="http://schemas.openxmlformats.org/drawingml/2006/main">
            <a:off x="6096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operation and supplies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arguments.</a:t>
            </a:r>
          </a:p>
        </p:txBody>
      </p:sp>
      <p:sp>
        <p:nvSpPr>
          <p:cNvPr id="220" name="21-text-3">
            <a:extLst xmlns:a="http://schemas.openxmlformats.org/drawingml/2006/main">
              <a:ext uri="{FF2B5EF4-FFF2-40B4-BE49-F238E27FC236}">
                <a16:creationId xmlns:a16="http://schemas.microsoft.com/office/drawing/2014/main" id="{D798485E-8FF4-479E-86BC-674B6599CAB6}"/>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21" name="21-text-4">
            <a:extLst xmlns:a="http://schemas.openxmlformats.org/drawingml/2006/main">
              <a:ext uri="{FF2B5EF4-FFF2-40B4-BE49-F238E27FC236}">
                <a16:creationId xmlns:a16="http://schemas.microsoft.com/office/drawing/2014/main" id="{44E8D8B8-28B0-4FB3-A509-AC2CBC086B1B}"/>
              </a:ext>
            </a:extLst>
          </p:cNvPr>
          <p:cNvSpPr>
            <a:spLocks xmlns:a="http://schemas.openxmlformats.org/drawingml/2006/main"/>
          </p:cNvSpPr>
          <p:nvPr/>
        </p:nvSpPr>
        <p:spPr>
          <a:xfrm xmlns:a="http://schemas.openxmlformats.org/drawingml/2006/main">
            <a:off x="45212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code validates,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authorizes, and executes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requests.</a:t>
            </a:r>
          </a:p>
        </p:txBody>
      </p:sp>
      <p:sp>
        <p:nvSpPr>
          <p:cNvPr id="222" name="21-text-5">
            <a:extLst xmlns:a="http://schemas.openxmlformats.org/drawingml/2006/main">
              <a:ext uri="{FF2B5EF4-FFF2-40B4-BE49-F238E27FC236}">
                <a16:creationId xmlns:a16="http://schemas.microsoft.com/office/drawing/2014/main" id="{70CF5D39-BF70-4218-A8B1-6DA1A39DC11C}"/>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Observation</a:t>
            </a:r>
          </a:p>
        </p:txBody>
      </p:sp>
      <p:sp>
        <p:nvSpPr>
          <p:cNvPr id="223" name="21-text-6">
            <a:extLst xmlns:a="http://schemas.openxmlformats.org/drawingml/2006/main">
              <a:ext uri="{FF2B5EF4-FFF2-40B4-BE49-F238E27FC236}">
                <a16:creationId xmlns:a16="http://schemas.microsoft.com/office/drawing/2014/main" id="{0890BD37-EC4B-4DE6-96A0-431AE4E268B7}"/>
              </a:ext>
            </a:extLst>
          </p:cNvPr>
          <p:cNvSpPr>
            <a:spLocks xmlns:a="http://schemas.openxmlformats.org/drawingml/2006/main"/>
          </p:cNvSpPr>
          <p:nvPr/>
        </p:nvSpPr>
        <p:spPr>
          <a:xfrm xmlns:a="http://schemas.openxmlformats.org/drawingml/2006/main">
            <a:off x="84328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result informs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next model step.</a:t>
            </a:r>
          </a:p>
        </p:txBody>
      </p:sp>
      <p:sp>
        <p:nvSpPr>
          <p:cNvPr id="224" name="21-line-8">
            <a:extLst xmlns:a="http://schemas.openxmlformats.org/drawingml/2006/main">
              <a:ext uri="{FF2B5EF4-FFF2-40B4-BE49-F238E27FC236}">
                <a16:creationId xmlns:a16="http://schemas.microsoft.com/office/drawing/2014/main" id="{B7DE8F6F-6B77-4D1A-8BDE-E13AC47D6539}"/>
              </a:ext>
            </a:extLst>
          </p:cNvPr>
          <p:cNvSpPr>
            <a:spLocks xmlns:a="http://schemas.openxmlformats.org/drawingml/2006/main"/>
          </p:cNvSpPr>
          <p:nvPr/>
        </p:nvSpPr>
        <p:spPr>
          <a:xfrm xmlns:a="http://schemas.openxmlformats.org/drawingml/2006/main" flipH="0" flipV="0">
            <a:off x="39116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25" name="21-line-10">
            <a:extLst xmlns:a="http://schemas.openxmlformats.org/drawingml/2006/main">
              <a:ext uri="{FF2B5EF4-FFF2-40B4-BE49-F238E27FC236}">
                <a16:creationId xmlns:a16="http://schemas.microsoft.com/office/drawing/2014/main" id="{D65375D2-DC12-4B6A-8FAB-7805DC61BBBE}"/>
              </a:ext>
            </a:extLst>
          </p:cNvPr>
          <p:cNvSpPr>
            <a:spLocks xmlns:a="http://schemas.openxmlformats.org/drawingml/2006/main"/>
          </p:cNvSpPr>
          <p:nvPr/>
        </p:nvSpPr>
        <p:spPr>
          <a:xfrm xmlns:a="http://schemas.openxmlformats.org/drawingml/2006/main" flipH="0" flipV="0">
            <a:off x="78232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26" name="21-text-11">
            <a:extLst xmlns:a="http://schemas.openxmlformats.org/drawingml/2006/main">
              <a:ext uri="{FF2B5EF4-FFF2-40B4-BE49-F238E27FC236}">
                <a16:creationId xmlns:a16="http://schemas.microsoft.com/office/drawing/2014/main" id="{ACD24F8C-7478-4B45-86DF-C27697EB9BC2}"/>
              </a:ext>
            </a:extLst>
          </p:cNvPr>
          <p:cNvSpPr>
            <a:spLocks xmlns:a="http://schemas.openxmlformats.org/drawingml/2006/main"/>
          </p:cNvSpPr>
          <p:nvPr/>
        </p:nvSpPr>
        <p:spPr>
          <a:xfrm xmlns:a="http://schemas.openxmlformats.org/drawingml/2006/main">
            <a:off x="609600" y="4318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application call</a:t>
            </a:r>
          </a:p>
        </p:txBody>
      </p:sp>
      <p:sp>
        <p:nvSpPr>
          <p:cNvPr id="227" name="21-text-12">
            <a:extLst xmlns:a="http://schemas.openxmlformats.org/drawingml/2006/main">
              <a:ext uri="{FF2B5EF4-FFF2-40B4-BE49-F238E27FC236}">
                <a16:creationId xmlns:a16="http://schemas.microsoft.com/office/drawing/2014/main" id="{D113BCB5-2499-4F9E-8AF3-57C62EB55278}"/>
              </a:ext>
            </a:extLst>
          </p:cNvPr>
          <p:cNvSpPr>
            <a:spLocks xmlns:a="http://schemas.openxmlformats.org/drawingml/2006/main"/>
          </p:cNvSpPr>
          <p:nvPr/>
        </p:nvSpPr>
        <p:spPr>
          <a:xfrm xmlns:a="http://schemas.openxmlformats.org/drawingml/2006/main">
            <a:off x="609600" y="4724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Consolas"/>
                <a:ea typeface="Consolas"/>
                <a:cs typeface="Consolas"/>
              </a:defRPr>
            </a:pPr>
            <a:r>
              <a:rPr b="0">
                <a:solidFill>
                  <a:srgbClr val="FFFCF5"/>
                </a:solidFill>
                <a:latin typeface="Consolas"/>
                <a:ea typeface="Consolas"/>
                <a:cs typeface="Consolas"/>
              </a:rPr>
              <a:t>export_cited_brief(draft, citations, destination)</a:t>
            </a:r>
          </a:p>
        </p:txBody>
      </p:sp>
      <p:sp>
        <p:nvSpPr>
          <p:cNvPr id="228" name="21-text-13">
            <a:extLst xmlns:a="http://schemas.openxmlformats.org/drawingml/2006/main">
              <a:ext uri="{FF2B5EF4-FFF2-40B4-BE49-F238E27FC236}">
                <a16:creationId xmlns:a16="http://schemas.microsoft.com/office/drawing/2014/main" id="{8F955165-F85C-4EE5-86F3-6DC7C1622E88}"/>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Application checks</a:t>
            </a:r>
          </a:p>
        </p:txBody>
      </p:sp>
      <p:sp>
        <p:nvSpPr>
          <p:cNvPr id="229" name="21-text-14">
            <a:extLst xmlns:a="http://schemas.openxmlformats.org/drawingml/2006/main">
              <a:ext uri="{FF2B5EF4-FFF2-40B4-BE49-F238E27FC236}">
                <a16:creationId xmlns:a16="http://schemas.microsoft.com/office/drawing/2014/main" id="{1CB47B3B-194D-416F-B8D3-A0391C02FF2C}"/>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Authenticated identity. Exact checked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destination.</a:t>
            </a:r>
          </a:p>
        </p:txBody>
      </p:sp>
      <p:sp>
        <p:nvSpPr>
          <p:cNvPr id="230" name="narrative-number">
            <a:extLst xmlns:a="http://schemas.openxmlformats.org/drawingml/2006/main">
              <a:ext uri="{FF2B5EF4-FFF2-40B4-BE49-F238E27FC236}">
                <a16:creationId xmlns:a16="http://schemas.microsoft.com/office/drawing/2014/main" id="{8CA753FE-2E96-4417-B4AA-44DD2099C2D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2792845712"/>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1" name="!!area-name">
            <a:extLst xmlns:a="http://schemas.openxmlformats.org/drawingml/2006/main">
              <a:ext uri="{FF2B5EF4-FFF2-40B4-BE49-F238E27FC236}">
                <a16:creationId xmlns:a16="http://schemas.microsoft.com/office/drawing/2014/main" id="{1DEE82C8-B95A-493B-8011-BE686B44373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42" name="mini-map-22"/>
          <p:cNvPicPr>
            <a:picLocks xmlns:a="http://schemas.openxmlformats.org/drawingml/2006/main" noChangeAspect="1"/>
          </p:cNvPicPr>
          <p:nvPr/>
        </p:nvPicPr>
        <p:blipFill>
          <a:blip xmlns:r="http://schemas.openxmlformats.org/officeDocument/2006/relationships" xmlns:a="http://schemas.openxmlformats.org/drawingml/2006/main" r:embed="R31260861210044c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3" name="slide-title">
            <a:extLst xmlns:a="http://schemas.openxmlformats.org/drawingml/2006/main">
              <a:ext uri="{FF2B5EF4-FFF2-40B4-BE49-F238E27FC236}">
                <a16:creationId xmlns:a16="http://schemas.microsoft.com/office/drawing/2014/main" id="{98A7FCC9-166A-4296-BAD9-433A296265A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Capabilities and extension mechanisms</a:t>
            </a:r>
          </a:p>
        </p:txBody>
      </p:sp>
      <p:sp>
        <p:nvSpPr>
          <p:cNvPr id="234" name="header-divider-22">
            <a:extLst xmlns:a="http://schemas.openxmlformats.org/drawingml/2006/main">
              <a:ext uri="{FF2B5EF4-FFF2-40B4-BE49-F238E27FC236}">
                <a16:creationId xmlns:a16="http://schemas.microsoft.com/office/drawing/2014/main" id="{A716262F-8E09-4A1D-B5C7-77DEA8335CD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5" name="22-text-1">
            <a:extLst xmlns:a="http://schemas.openxmlformats.org/drawingml/2006/main">
              <a:ext uri="{FF2B5EF4-FFF2-40B4-BE49-F238E27FC236}">
                <a16:creationId xmlns:a16="http://schemas.microsoft.com/office/drawing/2014/main" id="{1A62E9BA-2040-4BD2-9868-57268F15DC9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Capability size</a:t>
            </a:r>
          </a:p>
        </p:txBody>
      </p:sp>
      <p:sp>
        <p:nvSpPr>
          <p:cNvPr id="236" name="22-text-2">
            <a:extLst xmlns:a="http://schemas.openxmlformats.org/drawingml/2006/main">
              <a:ext uri="{FF2B5EF4-FFF2-40B4-BE49-F238E27FC236}">
                <a16:creationId xmlns:a16="http://schemas.microsoft.com/office/drawing/2014/main" id="{4E44A225-8975-4281-BFFE-3EA0A8CEBC5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primitives or task-oriented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the boundary on real work.</a:t>
            </a:r>
          </a:p>
        </p:txBody>
      </p:sp>
      <p:graphicFrame>
        <p:nvGraphicFramePr>
          <p:cNvPr id="247" name="22-table-3"/>
          <p:cNvGraphicFramePr/>
          <p:nvPr/>
        </p:nvGraphicFramePr>
        <p:xfrm>
          <a:off xmlns:a="http://schemas.openxmlformats.org/drawingml/2006/main" x="609600" y="3429000"/>
          <a:ext xmlns:a="http://schemas.openxmlformats.org/drawingml/2006/main" cx="10972800" cy="1930400"/>
        </p:xfrm>
        <a:graphic xmlns:a="http://schemas.openxmlformats.org/drawingml/2006/main">
          <a:graphicData uri="http://schemas.openxmlformats.org/drawingml/2006/table">
            <a:tbl>
              <a:tblPr firstRow="0" firstCol="0" lastCol="0" bandRow="0" bandCol="0"/>
              <a:tblGrid>
                <a:gridCol w="2286000"/>
                <a:gridCol w="8686800"/>
              </a:tblGrid>
              <a:tr h="406400">
                <a:tc>
                  <a:txBody>
                    <a:bodyPr>
                      <a:noAutofit/>
                    </a:bodyPr>
                    <a:lstStyle/>
                    <a:p>
                      <a:pPr>
                        <a:lnSpc>
                          <a:spcPct val="125000"/>
                        </a:lnSpc>
                        <a:buNone/>
                      </a:pPr>
                      <a:r>
                        <a:rPr sz="2000" b="1">
                          <a:solidFill>
                            <a:srgbClr val="F948BE"/>
                          </a:solidFill>
                          <a:latin typeface="Helvetica"/>
                          <a:ea typeface="Helvetica"/>
                          <a:cs typeface="Helvetica"/>
                        </a:rPr>
                        <a:t>Mechanism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MCP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Connect applications to tools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Skills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Reusable task instructions and supporting resources.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Plugins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Package capabilities for installation and distribution.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38" name="22-text-4">
            <a:extLst xmlns:a="http://schemas.openxmlformats.org/drawingml/2006/main">
              <a:ext uri="{FF2B5EF4-FFF2-40B4-BE49-F238E27FC236}">
                <a16:creationId xmlns:a16="http://schemas.microsoft.com/office/drawing/2014/main" id="{A923319E-0D6A-4C94-9614-228F2C8E0C5E}"/>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Operational contract</a:t>
            </a:r>
          </a:p>
        </p:txBody>
      </p:sp>
      <p:sp>
        <p:nvSpPr>
          <p:cNvPr id="239" name="22-text-5">
            <a:extLst xmlns:a="http://schemas.openxmlformats.org/drawingml/2006/main">
              <a:ext uri="{FF2B5EF4-FFF2-40B4-BE49-F238E27FC236}">
                <a16:creationId xmlns:a16="http://schemas.microsoft.com/office/drawing/2014/main" id="{746F719A-3EEE-4603-BA3F-9550261AEDF5}"/>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Maintain descriptions, inputs, results, and failure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in code.</a:t>
            </a:r>
          </a:p>
        </p:txBody>
      </p:sp>
      <p:sp>
        <p:nvSpPr>
          <p:cNvPr id="240" name="narrative-number">
            <a:extLst xmlns:a="http://schemas.openxmlformats.org/drawingml/2006/main">
              <a:ext uri="{FF2B5EF4-FFF2-40B4-BE49-F238E27FC236}">
                <a16:creationId xmlns:a16="http://schemas.microsoft.com/office/drawing/2014/main" id="{00904634-562E-4524-A9CB-202D313D391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427495713"/>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1" name="!!area-name">
            <a:extLst xmlns:a="http://schemas.openxmlformats.org/drawingml/2006/main">
              <a:ext uri="{FF2B5EF4-FFF2-40B4-BE49-F238E27FC236}">
                <a16:creationId xmlns:a16="http://schemas.microsoft.com/office/drawing/2014/main" id="{05C5EA79-EB5A-4809-9A7C-B1DF8098AFC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55" name="mini-map-23"/>
          <p:cNvPicPr>
            <a:picLocks xmlns:a="http://schemas.openxmlformats.org/drawingml/2006/main" noChangeAspect="1"/>
          </p:cNvPicPr>
          <p:nvPr/>
        </p:nvPicPr>
        <p:blipFill>
          <a:blip xmlns:r="http://schemas.openxmlformats.org/officeDocument/2006/relationships" xmlns:a="http://schemas.openxmlformats.org/drawingml/2006/main" r:embed="R94b7c70969a54e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3" name="slide-title">
            <a:extLst xmlns:a="http://schemas.openxmlformats.org/drawingml/2006/main">
              <a:ext uri="{FF2B5EF4-FFF2-40B4-BE49-F238E27FC236}">
                <a16:creationId xmlns:a16="http://schemas.microsoft.com/office/drawing/2014/main" id="{213DC8FD-B536-4C4A-A933-EA52CC464DF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44" name="header-divider-23">
            <a:extLst xmlns:a="http://schemas.openxmlformats.org/drawingml/2006/main">
              <a:ext uri="{FF2B5EF4-FFF2-40B4-BE49-F238E27FC236}">
                <a16:creationId xmlns:a16="http://schemas.microsoft.com/office/drawing/2014/main" id="{4FE8C8A1-D1F5-42CD-92E0-A90E758EF78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5" name="23-text-1">
            <a:extLst xmlns:a="http://schemas.openxmlformats.org/drawingml/2006/main">
              <a:ext uri="{FF2B5EF4-FFF2-40B4-BE49-F238E27FC236}">
                <a16:creationId xmlns:a16="http://schemas.microsoft.com/office/drawing/2014/main" id="{B95F3E11-F5F9-4F96-B2CC-DE6139440E6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46" name="23-text-2">
            <a:extLst xmlns:a="http://schemas.openxmlformats.org/drawingml/2006/main">
              <a:ext uri="{FF2B5EF4-FFF2-40B4-BE49-F238E27FC236}">
                <a16:creationId xmlns:a16="http://schemas.microsoft.com/office/drawing/2014/main" id="{086E99CF-0AD8-420F-812E-CA64F2B7EEC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47" name="23-text-3">
            <a:extLst xmlns:a="http://schemas.openxmlformats.org/drawingml/2006/main">
              <a:ext uri="{FF2B5EF4-FFF2-40B4-BE49-F238E27FC236}">
                <a16:creationId xmlns:a16="http://schemas.microsoft.com/office/drawing/2014/main" id="{58AAFEE9-4AF2-43D3-B8FC-9B4F696D887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48" name="23-text-4">
            <a:extLst xmlns:a="http://schemas.openxmlformats.org/drawingml/2006/main">
              <a:ext uri="{FF2B5EF4-FFF2-40B4-BE49-F238E27FC236}">
                <a16:creationId xmlns:a16="http://schemas.microsoft.com/office/drawing/2014/main" id="{9C871463-EDD8-4FC3-949F-D040BAC5863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 arguments still require permission checks.</a:t>
            </a:r>
          </a:p>
        </p:txBody>
      </p:sp>
      <p:sp>
        <p:nvSpPr>
          <p:cNvPr id="249" name="23-text-5">
            <a:extLst xmlns:a="http://schemas.openxmlformats.org/drawingml/2006/main">
              <a:ext uri="{FF2B5EF4-FFF2-40B4-BE49-F238E27FC236}">
                <a16:creationId xmlns:a16="http://schemas.microsoft.com/office/drawing/2014/main" id="{41A418F7-FF88-415B-B13C-373BC40FAEFD}"/>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50" name="23-text-6">
            <a:extLst xmlns:a="http://schemas.openxmlformats.org/drawingml/2006/main">
              <a:ext uri="{FF2B5EF4-FFF2-40B4-BE49-F238E27FC236}">
                <a16:creationId xmlns:a16="http://schemas.microsoft.com/office/drawing/2014/main" id="{B08068AA-142E-414F-83F9-D49E5161EE6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51" name="23-text-7">
            <a:extLst xmlns:a="http://schemas.openxmlformats.org/drawingml/2006/main">
              <a:ext uri="{FF2B5EF4-FFF2-40B4-BE49-F238E27FC236}">
                <a16:creationId xmlns:a16="http://schemas.microsoft.com/office/drawing/2014/main" id="{EB11E9C6-E1DE-441A-9328-F3457B3D6920}"/>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52" name="23-text-8">
            <a:extLst xmlns:a="http://schemas.openxmlformats.org/drawingml/2006/main">
              <a:ext uri="{FF2B5EF4-FFF2-40B4-BE49-F238E27FC236}">
                <a16:creationId xmlns:a16="http://schemas.microsoft.com/office/drawing/2014/main" id="{8A760AC0-E08C-442B-91A2-15FF92C5BE9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53" name="narrative-number">
            <a:extLst xmlns:a="http://schemas.openxmlformats.org/drawingml/2006/main">
              <a:ext uri="{FF2B5EF4-FFF2-40B4-BE49-F238E27FC236}">
                <a16:creationId xmlns:a16="http://schemas.microsoft.com/office/drawing/2014/main" id="{F25BADE4-AC9E-4827-A3AC-62D39D8027C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583254198"/>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4" name="!!area-name">
            <a:extLst xmlns:a="http://schemas.openxmlformats.org/drawingml/2006/main">
              <a:ext uri="{FF2B5EF4-FFF2-40B4-BE49-F238E27FC236}">
                <a16:creationId xmlns:a16="http://schemas.microsoft.com/office/drawing/2014/main" id="{CC2C2178-21C0-4948-83B7-5D67D355A9B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68" name="mini-map-24"/>
          <p:cNvPicPr>
            <a:picLocks xmlns:a="http://schemas.openxmlformats.org/drawingml/2006/main" noChangeAspect="1"/>
          </p:cNvPicPr>
          <p:nvPr/>
        </p:nvPicPr>
        <p:blipFill>
          <a:blip xmlns:r="http://schemas.openxmlformats.org/officeDocument/2006/relationships" xmlns:a="http://schemas.openxmlformats.org/drawingml/2006/main" r:embed="R500717e805a1439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6" name="slide-title">
            <a:extLst xmlns:a="http://schemas.openxmlformats.org/drawingml/2006/main">
              <a:ext uri="{FF2B5EF4-FFF2-40B4-BE49-F238E27FC236}">
                <a16:creationId xmlns:a16="http://schemas.microsoft.com/office/drawing/2014/main" id="{8534157F-CA58-4C91-B80B-93DED8628AE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57" name="header-divider-24">
            <a:extLst xmlns:a="http://schemas.openxmlformats.org/drawingml/2006/main">
              <a:ext uri="{FF2B5EF4-FFF2-40B4-BE49-F238E27FC236}">
                <a16:creationId xmlns:a16="http://schemas.microsoft.com/office/drawing/2014/main" id="{CF63C8EF-6408-4E74-B945-27DE2C0CB5E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8" name="24-text-1">
            <a:extLst xmlns:a="http://schemas.openxmlformats.org/drawingml/2006/main">
              <a:ext uri="{FF2B5EF4-FFF2-40B4-BE49-F238E27FC236}">
                <a16:creationId xmlns:a16="http://schemas.microsoft.com/office/drawing/2014/main" id="{3B15BBC6-3313-4AEE-A72D-87896C9CAE9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59" name="24-text-2">
            <a:extLst xmlns:a="http://schemas.openxmlformats.org/drawingml/2006/main">
              <a:ext uri="{FF2B5EF4-FFF2-40B4-BE49-F238E27FC236}">
                <a16:creationId xmlns:a16="http://schemas.microsoft.com/office/drawing/2014/main" id="{676A8E0C-B8E6-489A-AF9B-21118237F963}"/>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60" name="24-text-3">
            <a:extLst xmlns:a="http://schemas.openxmlformats.org/drawingml/2006/main">
              <a:ext uri="{FF2B5EF4-FFF2-40B4-BE49-F238E27FC236}">
                <a16:creationId xmlns:a16="http://schemas.microsoft.com/office/drawing/2014/main" id="{5B7EDFCB-D59A-46E3-954A-C0BDEA803CC6}"/>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274" name="24-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2" name="24-text-5">
            <a:extLst xmlns:a="http://schemas.openxmlformats.org/drawingml/2006/main">
              <a:ext uri="{FF2B5EF4-FFF2-40B4-BE49-F238E27FC236}">
                <a16:creationId xmlns:a16="http://schemas.microsoft.com/office/drawing/2014/main" id="{6277D575-DA58-4E9C-9E55-4A02DAD960A9}"/>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63" name="24-text-6">
            <a:extLst xmlns:a="http://schemas.openxmlformats.org/drawingml/2006/main">
              <a:ext uri="{FF2B5EF4-FFF2-40B4-BE49-F238E27FC236}">
                <a16:creationId xmlns:a16="http://schemas.microsoft.com/office/drawing/2014/main" id="{68270FCF-212F-415A-ABA7-2BC08E2D3FF9}"/>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64" name="24-text-7">
            <a:extLst xmlns:a="http://schemas.openxmlformats.org/drawingml/2006/main">
              <a:ext uri="{FF2B5EF4-FFF2-40B4-BE49-F238E27FC236}">
                <a16:creationId xmlns:a16="http://schemas.microsoft.com/office/drawing/2014/main" id="{591936D1-61A4-4D74-8BC8-0E7A87D2DB3C}"/>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65" name="24-text-8">
            <a:extLst xmlns:a="http://schemas.openxmlformats.org/drawingml/2006/main">
              <a:ext uri="{FF2B5EF4-FFF2-40B4-BE49-F238E27FC236}">
                <a16:creationId xmlns:a16="http://schemas.microsoft.com/office/drawing/2014/main" id="{130CF654-871F-4499-A87A-EF770FA4707D}"/>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66" name="narrative-number">
            <a:extLst xmlns:a="http://schemas.openxmlformats.org/drawingml/2006/main">
              <a:ext uri="{FF2B5EF4-FFF2-40B4-BE49-F238E27FC236}">
                <a16:creationId xmlns:a16="http://schemas.microsoft.com/office/drawing/2014/main" id="{ECD48D43-9AB9-4B60-89B6-493EAC893A8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217763697"/>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7" name="!!area-name">
            <a:extLst xmlns:a="http://schemas.openxmlformats.org/drawingml/2006/main">
              <a:ext uri="{FF2B5EF4-FFF2-40B4-BE49-F238E27FC236}">
                <a16:creationId xmlns:a16="http://schemas.microsoft.com/office/drawing/2014/main" id="{2A36D419-876C-4580-AD71-195BA8CACCB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76" name="mini-map-25"/>
          <p:cNvPicPr>
            <a:picLocks xmlns:a="http://schemas.openxmlformats.org/drawingml/2006/main" noChangeAspect="1"/>
          </p:cNvPicPr>
          <p:nvPr/>
        </p:nvPicPr>
        <p:blipFill>
          <a:blip xmlns:r="http://schemas.openxmlformats.org/officeDocument/2006/relationships" xmlns:a="http://schemas.openxmlformats.org/drawingml/2006/main" r:embed="R5945bc4904364d2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9" name="header-divider-25">
            <a:extLst xmlns:a="http://schemas.openxmlformats.org/drawingml/2006/main">
              <a:ext uri="{FF2B5EF4-FFF2-40B4-BE49-F238E27FC236}">
                <a16:creationId xmlns:a16="http://schemas.microsoft.com/office/drawing/2014/main" id="{D1292872-DE66-46ED-8B6B-209D6EAB000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0" name="25-text-1">
            <a:extLst xmlns:a="http://schemas.openxmlformats.org/drawingml/2006/main">
              <a:ext uri="{FF2B5EF4-FFF2-40B4-BE49-F238E27FC236}">
                <a16:creationId xmlns:a16="http://schemas.microsoft.com/office/drawing/2014/main" id="{2A97AC21-C233-427A-AFA5-76E240EB395B}"/>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71" name="25-text-2">
            <a:extLst xmlns:a="http://schemas.openxmlformats.org/drawingml/2006/main">
              <a:ext uri="{FF2B5EF4-FFF2-40B4-BE49-F238E27FC236}">
                <a16:creationId xmlns:a16="http://schemas.microsoft.com/office/drawing/2014/main" id="{7056E3F3-DCD3-46AA-ADF3-FFB976D36DFD}"/>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72" name="25-text-3">
            <a:extLst xmlns:a="http://schemas.openxmlformats.org/drawingml/2006/main">
              <a:ext uri="{FF2B5EF4-FFF2-40B4-BE49-F238E27FC236}">
                <a16:creationId xmlns:a16="http://schemas.microsoft.com/office/drawing/2014/main" id="{C9AFFC7A-E698-49CB-9462-9969EE7270D1}"/>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81" name="25-image-4"/>
          <p:cNvPicPr>
            <a:picLocks xmlns:a="http://schemas.openxmlformats.org/drawingml/2006/main" noChangeAspect="1"/>
          </p:cNvPicPr>
          <p:nvPr/>
        </p:nvPicPr>
        <p:blipFill>
          <a:blip xmlns:r="http://schemas.openxmlformats.org/officeDocument/2006/relationships" xmlns:a="http://schemas.openxmlformats.org/drawingml/2006/main" r:embed="Rb19d3bdb26f1442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74" name="narrative-number">
            <a:extLst xmlns:a="http://schemas.openxmlformats.org/drawingml/2006/main">
              <a:ext uri="{FF2B5EF4-FFF2-40B4-BE49-F238E27FC236}">
                <a16:creationId xmlns:a16="http://schemas.microsoft.com/office/drawing/2014/main" id="{16810AC8-9F59-4249-BC64-3164FF585C9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927701479"/>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5" name="!!area-name">
            <a:extLst xmlns:a="http://schemas.openxmlformats.org/drawingml/2006/main">
              <a:ext uri="{FF2B5EF4-FFF2-40B4-BE49-F238E27FC236}">
                <a16:creationId xmlns:a16="http://schemas.microsoft.com/office/drawing/2014/main" id="{81AEDACD-B5C0-4AAC-9EC7-024C3376868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12" name="mini-map-26"/>
          <p:cNvPicPr>
            <a:picLocks xmlns:a="http://schemas.openxmlformats.org/drawingml/2006/main" noChangeAspect="1"/>
          </p:cNvPicPr>
          <p:nvPr/>
        </p:nvPicPr>
        <p:blipFill>
          <a:blip xmlns:r="http://schemas.openxmlformats.org/officeDocument/2006/relationships" xmlns:a="http://schemas.openxmlformats.org/drawingml/2006/main" r:embed="R7bb7b59ce70f444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7" name="slide-title">
            <a:extLst xmlns:a="http://schemas.openxmlformats.org/drawingml/2006/main">
              <a:ext uri="{FF2B5EF4-FFF2-40B4-BE49-F238E27FC236}">
                <a16:creationId xmlns:a16="http://schemas.microsoft.com/office/drawing/2014/main" id="{507CD4F7-AED6-4C32-B207-AE707CD6BA4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278" name="header-divider-26">
            <a:extLst xmlns:a="http://schemas.openxmlformats.org/drawingml/2006/main">
              <a:ext uri="{FF2B5EF4-FFF2-40B4-BE49-F238E27FC236}">
                <a16:creationId xmlns:a16="http://schemas.microsoft.com/office/drawing/2014/main" id="{63FAA9F2-2FB0-4A50-8737-23409DFC995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9" name="26-text-1">
            <a:extLst xmlns:a="http://schemas.openxmlformats.org/drawingml/2006/main">
              <a:ext uri="{FF2B5EF4-FFF2-40B4-BE49-F238E27FC236}">
                <a16:creationId xmlns:a16="http://schemas.microsoft.com/office/drawing/2014/main" id="{C20B3E00-AFDF-45D7-81CC-EF104A354C2E}"/>
              </a:ext>
            </a:extLst>
          </p:cNvPr>
          <p:cNvSpPr>
            <a:spLocks xmlns:a="http://schemas.openxmlformats.org/drawingml/2006/main"/>
          </p:cNvSpPr>
          <p:nvPr/>
        </p:nvSpPr>
        <p:spPr>
          <a:xfrm xmlns:a="http://schemas.openxmlformats.org/drawingml/2006/main">
            <a:off x="609600" y="24384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280" name="26-text-2">
            <a:extLst xmlns:a="http://schemas.openxmlformats.org/drawingml/2006/main">
              <a:ext uri="{FF2B5EF4-FFF2-40B4-BE49-F238E27FC236}">
                <a16:creationId xmlns:a16="http://schemas.microsoft.com/office/drawing/2014/main" id="{1E08857C-8646-4C00-BBE3-2BE403DE89C1}"/>
              </a:ext>
            </a:extLst>
          </p:cNvPr>
          <p:cNvSpPr>
            <a:spLocks xmlns:a="http://schemas.openxmlformats.org/drawingml/2006/main"/>
          </p:cNvSpPr>
          <p:nvPr/>
        </p:nvSpPr>
        <p:spPr>
          <a:xfrm xmlns:a="http://schemas.openxmlformats.org/drawingml/2006/main">
            <a:off x="3098800" y="2438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the stages and permitted transitions.</a:t>
            </a:r>
          </a:p>
        </p:txBody>
      </p:sp>
      <p:sp>
        <p:nvSpPr>
          <p:cNvPr id="281" name="26-text-3">
            <a:extLst xmlns:a="http://schemas.openxmlformats.org/drawingml/2006/main">
              <a:ext uri="{FF2B5EF4-FFF2-40B4-BE49-F238E27FC236}">
                <a16:creationId xmlns:a16="http://schemas.microsoft.com/office/drawing/2014/main" id="{0CD76970-EDD9-499C-AB5B-7D6DEE0E87EB}"/>
              </a:ext>
            </a:extLst>
          </p:cNvPr>
          <p:cNvSpPr>
            <a:spLocks xmlns:a="http://schemas.openxmlformats.org/drawingml/2006/main"/>
          </p:cNvSpPr>
          <p:nvPr/>
        </p:nvSpPr>
        <p:spPr>
          <a:xfrm xmlns:a="http://schemas.openxmlformats.org/drawingml/2006/main">
            <a:off x="609600" y="2946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282" name="26-text-4">
            <a:extLst xmlns:a="http://schemas.openxmlformats.org/drawingml/2006/main">
              <a:ext uri="{FF2B5EF4-FFF2-40B4-BE49-F238E27FC236}">
                <a16:creationId xmlns:a16="http://schemas.microsoft.com/office/drawing/2014/main" id="{77D21E29-6693-42FA-AC80-63B1681114FE}"/>
              </a:ext>
            </a:extLst>
          </p:cNvPr>
          <p:cNvSpPr>
            <a:spLocks xmlns:a="http://schemas.openxmlformats.org/drawingml/2006/main"/>
          </p:cNvSpPr>
          <p:nvPr/>
        </p:nvSpPr>
        <p:spPr>
          <a:xfrm xmlns:a="http://schemas.openxmlformats.org/drawingml/2006/main">
            <a:off x="609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Retrieve</a:t>
            </a:r>
          </a:p>
        </p:txBody>
      </p:sp>
      <p:sp>
        <p:nvSpPr>
          <p:cNvPr id="283" name="26-text-5">
            <a:extLst xmlns:a="http://schemas.openxmlformats.org/drawingml/2006/main">
              <a:ext uri="{FF2B5EF4-FFF2-40B4-BE49-F238E27FC236}">
                <a16:creationId xmlns:a16="http://schemas.microsoft.com/office/drawing/2014/main" id="{AD078076-E02B-4C86-A96A-950369E7A572}"/>
              </a:ext>
            </a:extLst>
          </p:cNvPr>
          <p:cNvSpPr>
            <a:spLocks xmlns:a="http://schemas.openxmlformats.org/drawingml/2006/main"/>
          </p:cNvSpPr>
          <p:nvPr/>
        </p:nvSpPr>
        <p:spPr>
          <a:xfrm xmlns:a="http://schemas.openxmlformats.org/drawingml/2006/main">
            <a:off x="24892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Inspect</a:t>
            </a:r>
          </a:p>
        </p:txBody>
      </p:sp>
      <p:sp>
        <p:nvSpPr>
          <p:cNvPr id="284" name="26-text-6">
            <a:extLst xmlns:a="http://schemas.openxmlformats.org/drawingml/2006/main">
              <a:ext uri="{FF2B5EF4-FFF2-40B4-BE49-F238E27FC236}">
                <a16:creationId xmlns:a16="http://schemas.microsoft.com/office/drawing/2014/main" id="{9C3C6A08-CE06-4BAB-BC61-E2A6299E8D0D}"/>
              </a:ext>
            </a:extLst>
          </p:cNvPr>
          <p:cNvSpPr>
            <a:spLocks xmlns:a="http://schemas.openxmlformats.org/drawingml/2006/main"/>
          </p:cNvSpPr>
          <p:nvPr/>
        </p:nvSpPr>
        <p:spPr>
          <a:xfrm xmlns:a="http://schemas.openxmlformats.org/drawingml/2006/main">
            <a:off x="43688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Compare</a:t>
            </a:r>
          </a:p>
        </p:txBody>
      </p:sp>
      <p:sp>
        <p:nvSpPr>
          <p:cNvPr id="285" name="26-text-7">
            <a:extLst xmlns:a="http://schemas.openxmlformats.org/drawingml/2006/main">
              <a:ext uri="{FF2B5EF4-FFF2-40B4-BE49-F238E27FC236}">
                <a16:creationId xmlns:a16="http://schemas.microsoft.com/office/drawing/2014/main" id="{B5B5CE5C-481D-4D4B-875E-95194E887F96}"/>
              </a:ext>
            </a:extLst>
          </p:cNvPr>
          <p:cNvSpPr>
            <a:spLocks xmlns:a="http://schemas.openxmlformats.org/drawingml/2006/main"/>
          </p:cNvSpPr>
          <p:nvPr/>
        </p:nvSpPr>
        <p:spPr>
          <a:xfrm xmlns:a="http://schemas.openxmlformats.org/drawingml/2006/main">
            <a:off x="62484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Reconcile</a:t>
            </a:r>
          </a:p>
        </p:txBody>
      </p:sp>
      <p:sp>
        <p:nvSpPr>
          <p:cNvPr id="286" name="26-text-8">
            <a:extLst xmlns:a="http://schemas.openxmlformats.org/drawingml/2006/main">
              <a:ext uri="{FF2B5EF4-FFF2-40B4-BE49-F238E27FC236}">
                <a16:creationId xmlns:a16="http://schemas.microsoft.com/office/drawing/2014/main" id="{9A083D3D-AF48-4EA3-8548-307A1CF5AA64}"/>
              </a:ext>
            </a:extLst>
          </p:cNvPr>
          <p:cNvSpPr>
            <a:spLocks xmlns:a="http://schemas.openxmlformats.org/drawingml/2006/main"/>
          </p:cNvSpPr>
          <p:nvPr/>
        </p:nvSpPr>
        <p:spPr>
          <a:xfrm xmlns:a="http://schemas.openxmlformats.org/drawingml/2006/main">
            <a:off x="81280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Verify</a:t>
            </a:r>
          </a:p>
        </p:txBody>
      </p:sp>
      <p:sp>
        <p:nvSpPr>
          <p:cNvPr id="287" name="26-text-9">
            <a:extLst xmlns:a="http://schemas.openxmlformats.org/drawingml/2006/main">
              <a:ext uri="{FF2B5EF4-FFF2-40B4-BE49-F238E27FC236}">
                <a16:creationId xmlns:a16="http://schemas.microsoft.com/office/drawing/2014/main" id="{371A112E-CB83-493E-9533-00538A999AF5}"/>
              </a:ext>
            </a:extLst>
          </p:cNvPr>
          <p:cNvSpPr>
            <a:spLocks xmlns:a="http://schemas.openxmlformats.org/drawingml/2006/main"/>
          </p:cNvSpPr>
          <p:nvPr/>
        </p:nvSpPr>
        <p:spPr>
          <a:xfrm xmlns:a="http://schemas.openxmlformats.org/drawingml/2006/main">
            <a:off x="10007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a:t>
            </a:r>
          </a:p>
        </p:txBody>
      </p:sp>
      <p:sp>
        <p:nvSpPr>
          <p:cNvPr id="288" name="26-line-11">
            <a:extLst xmlns:a="http://schemas.openxmlformats.org/drawingml/2006/main">
              <a:ext uri="{FF2B5EF4-FFF2-40B4-BE49-F238E27FC236}">
                <a16:creationId xmlns:a16="http://schemas.microsoft.com/office/drawing/2014/main" id="{B2D20354-BD34-49A1-9BFC-39D68BE13438}"/>
              </a:ext>
            </a:extLst>
          </p:cNvPr>
          <p:cNvSpPr>
            <a:spLocks xmlns:a="http://schemas.openxmlformats.org/drawingml/2006/main"/>
          </p:cNvSpPr>
          <p:nvPr/>
        </p:nvSpPr>
        <p:spPr>
          <a:xfrm xmlns:a="http://schemas.openxmlformats.org/drawingml/2006/main" flipH="0" flipV="0">
            <a:off x="21336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9" name="26-line-13">
            <a:extLst xmlns:a="http://schemas.openxmlformats.org/drawingml/2006/main">
              <a:ext uri="{FF2B5EF4-FFF2-40B4-BE49-F238E27FC236}">
                <a16:creationId xmlns:a16="http://schemas.microsoft.com/office/drawing/2014/main" id="{BE7C1C24-4A73-4365-A204-9986DD0F9A54}"/>
              </a:ext>
            </a:extLst>
          </p:cNvPr>
          <p:cNvSpPr>
            <a:spLocks xmlns:a="http://schemas.openxmlformats.org/drawingml/2006/main"/>
          </p:cNvSpPr>
          <p:nvPr/>
        </p:nvSpPr>
        <p:spPr>
          <a:xfrm xmlns:a="http://schemas.openxmlformats.org/drawingml/2006/main" flipH="0" flipV="0">
            <a:off x="40132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0" name="26-line-15">
            <a:extLst xmlns:a="http://schemas.openxmlformats.org/drawingml/2006/main">
              <a:ext uri="{FF2B5EF4-FFF2-40B4-BE49-F238E27FC236}">
                <a16:creationId xmlns:a16="http://schemas.microsoft.com/office/drawing/2014/main" id="{58300DD7-331B-4133-9F0F-B439946BCFA6}"/>
              </a:ext>
            </a:extLst>
          </p:cNvPr>
          <p:cNvSpPr>
            <a:spLocks xmlns:a="http://schemas.openxmlformats.org/drawingml/2006/main"/>
          </p:cNvSpPr>
          <p:nvPr/>
        </p:nvSpPr>
        <p:spPr>
          <a:xfrm xmlns:a="http://schemas.openxmlformats.org/drawingml/2006/main" flipH="0" flipV="0">
            <a:off x="58928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1" name="26-line-17">
            <a:extLst xmlns:a="http://schemas.openxmlformats.org/drawingml/2006/main">
              <a:ext uri="{FF2B5EF4-FFF2-40B4-BE49-F238E27FC236}">
                <a16:creationId xmlns:a16="http://schemas.microsoft.com/office/drawing/2014/main" id="{DCBB71D3-9C2D-480B-AB58-3F7024D6B979}"/>
              </a:ext>
            </a:extLst>
          </p:cNvPr>
          <p:cNvSpPr>
            <a:spLocks xmlns:a="http://schemas.openxmlformats.org/drawingml/2006/main"/>
          </p:cNvSpPr>
          <p:nvPr/>
        </p:nvSpPr>
        <p:spPr>
          <a:xfrm xmlns:a="http://schemas.openxmlformats.org/drawingml/2006/main" flipH="0" flipV="0">
            <a:off x="77724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2" name="26-line-19">
            <a:extLst xmlns:a="http://schemas.openxmlformats.org/drawingml/2006/main">
              <a:ext uri="{FF2B5EF4-FFF2-40B4-BE49-F238E27FC236}">
                <a16:creationId xmlns:a16="http://schemas.microsoft.com/office/drawing/2014/main" id="{E233151F-59A4-486D-A88A-DB25E3A4D1D9}"/>
              </a:ext>
            </a:extLst>
          </p:cNvPr>
          <p:cNvSpPr>
            <a:spLocks xmlns:a="http://schemas.openxmlformats.org/drawingml/2006/main"/>
          </p:cNvSpPr>
          <p:nvPr/>
        </p:nvSpPr>
        <p:spPr>
          <a:xfrm xmlns:a="http://schemas.openxmlformats.org/drawingml/2006/main" flipH="0" flipV="0">
            <a:off x="96520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3" name="inspect-stage">
            <a:extLst xmlns:a="http://schemas.openxmlformats.org/drawingml/2006/main">
              <a:ext uri="{FF2B5EF4-FFF2-40B4-BE49-F238E27FC236}">
                <a16:creationId xmlns:a16="http://schemas.microsoft.com/office/drawing/2014/main" id="{F7046272-E16D-4B55-890A-7A159D17C973}"/>
              </a:ext>
            </a:extLst>
          </p:cNvPr>
          <p:cNvSpPr>
            <a:spLocks xmlns:a="http://schemas.openxmlformats.org/drawingml/2006/main"/>
          </p:cNvSpPr>
          <p:nvPr/>
        </p:nvSpPr>
        <p:spPr>
          <a:xfrm xmlns:a="http://schemas.openxmlformats.org/drawingml/2006/main">
            <a:off x="2413000" y="3175000"/>
            <a:ext cx="1574800" cy="63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294" name="26-line-21">
            <a:extLst xmlns:a="http://schemas.openxmlformats.org/drawingml/2006/main">
              <a:ext uri="{FF2B5EF4-FFF2-40B4-BE49-F238E27FC236}">
                <a16:creationId xmlns:a16="http://schemas.microsoft.com/office/drawing/2014/main" id="{5C8AB4D2-F245-4467-8520-1037513B7B6F}"/>
              </a:ext>
            </a:extLst>
          </p:cNvPr>
          <p:cNvSpPr>
            <a:spLocks xmlns:a="http://schemas.openxmlformats.org/drawingml/2006/main"/>
          </p:cNvSpPr>
          <p:nvPr/>
        </p:nvSpPr>
        <p:spPr>
          <a:xfrm xmlns:a="http://schemas.openxmlformats.org/drawingml/2006/main" flipH="0" flipV="0">
            <a:off x="3200400" y="3810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295" name="bounded-agent-loop">
            <a:extLst xmlns:a="http://schemas.openxmlformats.org/drawingml/2006/main">
              <a:ext uri="{FF2B5EF4-FFF2-40B4-BE49-F238E27FC236}">
                <a16:creationId xmlns:a16="http://schemas.microsoft.com/office/drawing/2014/main" id="{E8ABC143-4561-4AB8-A9F8-E83806BDE48D}"/>
              </a:ext>
            </a:extLst>
          </p:cNvPr>
          <p:cNvSpPr>
            <a:spLocks xmlns:a="http://schemas.openxmlformats.org/drawingml/2006/main"/>
          </p:cNvSpPr>
          <p:nvPr/>
        </p:nvSpPr>
        <p:spPr>
          <a:xfrm xmlns:a="http://schemas.openxmlformats.org/drawingml/2006/main">
            <a:off x="609600" y="4013200"/>
            <a:ext cx="10972800" cy="1701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296" name="26-text-22">
            <a:extLst xmlns:a="http://schemas.openxmlformats.org/drawingml/2006/main">
              <a:ext uri="{FF2B5EF4-FFF2-40B4-BE49-F238E27FC236}">
                <a16:creationId xmlns:a16="http://schemas.microsoft.com/office/drawing/2014/main" id="{63BCB569-4E63-4556-AA3A-7E9F71508579}"/>
              </a:ext>
            </a:extLst>
          </p:cNvPr>
          <p:cNvSpPr>
            <a:spLocks xmlns:a="http://schemas.openxmlformats.org/drawingml/2006/main"/>
          </p:cNvSpPr>
          <p:nvPr/>
        </p:nvSpPr>
        <p:spPr>
          <a:xfrm xmlns:a="http://schemas.openxmlformats.org/drawingml/2006/main">
            <a:off x="812800" y="4191000"/>
            <a:ext cx="18796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297" name="26-text-23">
            <a:extLst xmlns:a="http://schemas.openxmlformats.org/drawingml/2006/main">
              <a:ext uri="{FF2B5EF4-FFF2-40B4-BE49-F238E27FC236}">
                <a16:creationId xmlns:a16="http://schemas.microsoft.com/office/drawing/2014/main" id="{E091E9A5-4371-4C11-8766-9470EE9D0817}"/>
              </a:ext>
            </a:extLst>
          </p:cNvPr>
          <p:cNvSpPr>
            <a:spLocks xmlns:a="http://schemas.openxmlformats.org/drawingml/2006/main"/>
          </p:cNvSpPr>
          <p:nvPr/>
        </p:nvSpPr>
        <p:spPr>
          <a:xfrm xmlns:a="http://schemas.openxmlformats.org/drawingml/2006/main">
            <a:off x="2946400" y="4191000"/>
            <a:ext cx="8331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chooses the next action within limits.</a:t>
            </a:r>
          </a:p>
        </p:txBody>
      </p:sp>
      <p:sp>
        <p:nvSpPr>
          <p:cNvPr id="298" name="26-text-24">
            <a:extLst xmlns:a="http://schemas.openxmlformats.org/drawingml/2006/main">
              <a:ext uri="{FF2B5EF4-FFF2-40B4-BE49-F238E27FC236}">
                <a16:creationId xmlns:a16="http://schemas.microsoft.com/office/drawing/2014/main" id="{3E8B1C89-341D-4D81-88AD-BA12BEAF8023}"/>
              </a:ext>
            </a:extLst>
          </p:cNvPr>
          <p:cNvSpPr>
            <a:spLocks xmlns:a="http://schemas.openxmlformats.org/drawingml/2006/main"/>
          </p:cNvSpPr>
          <p:nvPr/>
        </p:nvSpPr>
        <p:spPr>
          <a:xfrm xmlns:a="http://schemas.openxmlformats.org/drawingml/2006/main">
            <a:off x="8128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299" name="26-text-25">
            <a:extLst xmlns:a="http://schemas.openxmlformats.org/drawingml/2006/main">
              <a:ext uri="{FF2B5EF4-FFF2-40B4-BE49-F238E27FC236}">
                <a16:creationId xmlns:a16="http://schemas.microsoft.com/office/drawing/2014/main" id="{D6EBE9E9-C1F5-4032-8718-90B66F729487}"/>
              </a:ext>
            </a:extLst>
          </p:cNvPr>
          <p:cNvSpPr>
            <a:spLocks xmlns:a="http://schemas.openxmlformats.org/drawingml/2006/main"/>
          </p:cNvSpPr>
          <p:nvPr/>
        </p:nvSpPr>
        <p:spPr>
          <a:xfrm xmlns:a="http://schemas.openxmlformats.org/drawingml/2006/main">
            <a:off x="36322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00" name="26-text-26">
            <a:extLst xmlns:a="http://schemas.openxmlformats.org/drawingml/2006/main">
              <a:ext uri="{FF2B5EF4-FFF2-40B4-BE49-F238E27FC236}">
                <a16:creationId xmlns:a16="http://schemas.microsoft.com/office/drawing/2014/main" id="{91D05FD5-1E15-4EFB-A5F3-93CD4FDD33CE}"/>
              </a:ext>
            </a:extLst>
          </p:cNvPr>
          <p:cNvSpPr>
            <a:spLocks xmlns:a="http://schemas.openxmlformats.org/drawingml/2006/main"/>
          </p:cNvSpPr>
          <p:nvPr/>
        </p:nvSpPr>
        <p:spPr>
          <a:xfrm xmlns:a="http://schemas.openxmlformats.org/drawingml/2006/main">
            <a:off x="64516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Call</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301" name="26-text-27">
            <a:extLst xmlns:a="http://schemas.openxmlformats.org/drawingml/2006/main">
              <a:ext uri="{FF2B5EF4-FFF2-40B4-BE49-F238E27FC236}">
                <a16:creationId xmlns:a16="http://schemas.microsoft.com/office/drawing/2014/main" id="{34A81DA6-035E-46DA-823B-FAA83618A6B9}"/>
              </a:ext>
            </a:extLst>
          </p:cNvPr>
          <p:cNvSpPr>
            <a:spLocks xmlns:a="http://schemas.openxmlformats.org/drawingml/2006/main"/>
          </p:cNvSpPr>
          <p:nvPr/>
        </p:nvSpPr>
        <p:spPr>
          <a:xfrm xmlns:a="http://schemas.openxmlformats.org/drawingml/2006/main">
            <a:off x="92710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302" name="26-line-29">
            <a:extLst xmlns:a="http://schemas.openxmlformats.org/drawingml/2006/main">
              <a:ext uri="{FF2B5EF4-FFF2-40B4-BE49-F238E27FC236}">
                <a16:creationId xmlns:a16="http://schemas.microsoft.com/office/drawing/2014/main" id="{DAEB12A1-9217-4FB2-B3F2-C1D527DD08AF}"/>
              </a:ext>
            </a:extLst>
          </p:cNvPr>
          <p:cNvSpPr>
            <a:spLocks xmlns:a="http://schemas.openxmlformats.org/drawingml/2006/main"/>
          </p:cNvSpPr>
          <p:nvPr/>
        </p:nvSpPr>
        <p:spPr>
          <a:xfrm xmlns:a="http://schemas.openxmlformats.org/drawingml/2006/main" flipH="0" flipV="0">
            <a:off x="30480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3" name="26-line-31">
            <a:extLst xmlns:a="http://schemas.openxmlformats.org/drawingml/2006/main">
              <a:ext uri="{FF2B5EF4-FFF2-40B4-BE49-F238E27FC236}">
                <a16:creationId xmlns:a16="http://schemas.microsoft.com/office/drawing/2014/main" id="{A2C91417-B085-4EAC-8774-AC33C7FEE0A5}"/>
              </a:ext>
            </a:extLst>
          </p:cNvPr>
          <p:cNvSpPr>
            <a:spLocks xmlns:a="http://schemas.openxmlformats.org/drawingml/2006/main"/>
          </p:cNvSpPr>
          <p:nvPr/>
        </p:nvSpPr>
        <p:spPr>
          <a:xfrm xmlns:a="http://schemas.openxmlformats.org/drawingml/2006/main" flipH="0" flipV="0">
            <a:off x="58674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4" name="26-line-33">
            <a:extLst xmlns:a="http://schemas.openxmlformats.org/drawingml/2006/main">
              <a:ext uri="{FF2B5EF4-FFF2-40B4-BE49-F238E27FC236}">
                <a16:creationId xmlns:a16="http://schemas.microsoft.com/office/drawing/2014/main" id="{E987C34A-E3C2-4CBB-8CBE-CD15F6E7C963}"/>
              </a:ext>
            </a:extLst>
          </p:cNvPr>
          <p:cNvSpPr>
            <a:spLocks xmlns:a="http://schemas.openxmlformats.org/drawingml/2006/main"/>
          </p:cNvSpPr>
          <p:nvPr/>
        </p:nvSpPr>
        <p:spPr>
          <a:xfrm xmlns:a="http://schemas.openxmlformats.org/drawingml/2006/main" flipH="0" flipV="0">
            <a:off x="86868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5" name="26-line-35">
            <a:extLst xmlns:a="http://schemas.openxmlformats.org/drawingml/2006/main">
              <a:ext uri="{FF2B5EF4-FFF2-40B4-BE49-F238E27FC236}">
                <a16:creationId xmlns:a16="http://schemas.microsoft.com/office/drawing/2014/main" id="{3ECEC630-7522-483F-82A7-E883545834D9}"/>
              </a:ext>
            </a:extLst>
          </p:cNvPr>
          <p:cNvSpPr>
            <a:spLocks xmlns:a="http://schemas.openxmlformats.org/drawingml/2006/main"/>
          </p:cNvSpPr>
          <p:nvPr/>
        </p:nvSpPr>
        <p:spPr>
          <a:xfrm xmlns:a="http://schemas.openxmlformats.org/drawingml/2006/main" flipH="0" flipV="0">
            <a:off x="103124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06" name="26-line-37">
            <a:extLst xmlns:a="http://schemas.openxmlformats.org/drawingml/2006/main">
              <a:ext uri="{FF2B5EF4-FFF2-40B4-BE49-F238E27FC236}">
                <a16:creationId xmlns:a16="http://schemas.microsoft.com/office/drawing/2014/main" id="{FD4AA313-BD7C-4937-B83F-43D7DE82C59E}"/>
              </a:ext>
            </a:extLst>
          </p:cNvPr>
          <p:cNvSpPr>
            <a:spLocks xmlns:a="http://schemas.openxmlformats.org/drawingml/2006/main"/>
          </p:cNvSpPr>
          <p:nvPr/>
        </p:nvSpPr>
        <p:spPr>
          <a:xfrm xmlns:a="http://schemas.openxmlformats.org/drawingml/2006/main" flipH="1" flipV="0">
            <a:off x="1854200" y="5537200"/>
            <a:ext cx="8458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7" name="26-line-39">
            <a:extLst xmlns:a="http://schemas.openxmlformats.org/drawingml/2006/main">
              <a:ext uri="{FF2B5EF4-FFF2-40B4-BE49-F238E27FC236}">
                <a16:creationId xmlns:a16="http://schemas.microsoft.com/office/drawing/2014/main" id="{661F7D59-CD5F-48C0-9623-1E9E40B583CD}"/>
              </a:ext>
            </a:extLst>
          </p:cNvPr>
          <p:cNvSpPr>
            <a:spLocks xmlns:a="http://schemas.openxmlformats.org/drawingml/2006/main"/>
          </p:cNvSpPr>
          <p:nvPr/>
        </p:nvSpPr>
        <p:spPr>
          <a:xfrm xmlns:a="http://schemas.openxmlformats.org/drawingml/2006/main" flipH="0" flipV="1">
            <a:off x="18542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08" name="26-text-40">
            <a:extLst xmlns:a="http://schemas.openxmlformats.org/drawingml/2006/main">
              <a:ext uri="{FF2B5EF4-FFF2-40B4-BE49-F238E27FC236}">
                <a16:creationId xmlns:a16="http://schemas.microsoft.com/office/drawing/2014/main" id="{311218B6-78E4-47E6-AC9F-6CDE3DBCD5FE}"/>
              </a:ext>
            </a:extLst>
          </p:cNvPr>
          <p:cNvSpPr>
            <a:spLocks xmlns:a="http://schemas.openxmlformats.org/drawingml/2006/main"/>
          </p:cNvSpPr>
          <p:nvPr/>
        </p:nvSpPr>
        <p:spPr>
          <a:xfrm xmlns:a="http://schemas.openxmlformats.org/drawingml/2006/main">
            <a:off x="609600" y="5918200"/>
            <a:ext cx="228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Required gate</a:t>
            </a:r>
          </a:p>
        </p:txBody>
      </p:sp>
      <p:sp>
        <p:nvSpPr>
          <p:cNvPr id="309" name="26-text-41">
            <a:extLst xmlns:a="http://schemas.openxmlformats.org/drawingml/2006/main">
              <a:ext uri="{FF2B5EF4-FFF2-40B4-BE49-F238E27FC236}">
                <a16:creationId xmlns:a16="http://schemas.microsoft.com/office/drawing/2014/main" id="{B06140D9-86DA-46B8-BC1A-961C6C8BE2FC}"/>
              </a:ext>
            </a:extLst>
          </p:cNvPr>
          <p:cNvSpPr>
            <a:spLocks xmlns:a="http://schemas.openxmlformats.org/drawingml/2006/main"/>
          </p:cNvSpPr>
          <p:nvPr/>
        </p:nvSpPr>
        <p:spPr>
          <a:xfrm xmlns:a="http://schemas.openxmlformats.org/drawingml/2006/main">
            <a:off x="3098800" y="5918200"/>
            <a:ext cx="8483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Exact draft passes verification before export.</a:t>
            </a:r>
          </a:p>
        </p:txBody>
      </p:sp>
      <p:sp>
        <p:nvSpPr>
          <p:cNvPr id="310" name="narrative-number">
            <a:extLst xmlns:a="http://schemas.openxmlformats.org/drawingml/2006/main">
              <a:ext uri="{FF2B5EF4-FFF2-40B4-BE49-F238E27FC236}">
                <a16:creationId xmlns:a16="http://schemas.microsoft.com/office/drawing/2014/main" id="{0B83EFB5-6037-45EB-B201-D43964EFF5F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772458210"/>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1" name="!!area-name">
            <a:extLst xmlns:a="http://schemas.openxmlformats.org/drawingml/2006/main">
              <a:ext uri="{FF2B5EF4-FFF2-40B4-BE49-F238E27FC236}">
                <a16:creationId xmlns:a16="http://schemas.microsoft.com/office/drawing/2014/main" id="{1D0A107A-CC68-4FBA-ACE7-C652736DE78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25" name="mini-map-27"/>
          <p:cNvPicPr>
            <a:picLocks xmlns:a="http://schemas.openxmlformats.org/drawingml/2006/main" noChangeAspect="1"/>
          </p:cNvPicPr>
          <p:nvPr/>
        </p:nvPicPr>
        <p:blipFill>
          <a:blip xmlns:r="http://schemas.openxmlformats.org/officeDocument/2006/relationships" xmlns:a="http://schemas.openxmlformats.org/drawingml/2006/main" r:embed="R27b3ea5b4d0949d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3" name="slide-title">
            <a:extLst xmlns:a="http://schemas.openxmlformats.org/drawingml/2006/main">
              <a:ext uri="{FF2B5EF4-FFF2-40B4-BE49-F238E27FC236}">
                <a16:creationId xmlns:a16="http://schemas.microsoft.com/office/drawing/2014/main" id="{934C668E-4333-406F-A029-E99D246CB6B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State, recovery, and stopping</a:t>
            </a:r>
          </a:p>
        </p:txBody>
      </p:sp>
      <p:sp>
        <p:nvSpPr>
          <p:cNvPr id="314" name="header-divider-27">
            <a:extLst xmlns:a="http://schemas.openxmlformats.org/drawingml/2006/main">
              <a:ext uri="{FF2B5EF4-FFF2-40B4-BE49-F238E27FC236}">
                <a16:creationId xmlns:a16="http://schemas.microsoft.com/office/drawing/2014/main" id="{1775ECFC-4A0D-400F-BAED-D6C462AFC05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5" name="27-text-1">
            <a:extLst xmlns:a="http://schemas.openxmlformats.org/drawingml/2006/main">
              <a:ext uri="{FF2B5EF4-FFF2-40B4-BE49-F238E27FC236}">
                <a16:creationId xmlns:a16="http://schemas.microsoft.com/office/drawing/2014/main" id="{BB5E349E-1663-47E3-8909-5659B6941AD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Explicit state</a:t>
            </a:r>
          </a:p>
        </p:txBody>
      </p:sp>
      <p:sp>
        <p:nvSpPr>
          <p:cNvPr id="316" name="27-text-2">
            <a:extLst xmlns:a="http://schemas.openxmlformats.org/drawingml/2006/main">
              <a:ext uri="{FF2B5EF4-FFF2-40B4-BE49-F238E27FC236}">
                <a16:creationId xmlns:a16="http://schemas.microsoft.com/office/drawing/2014/main" id="{28AD77F4-1676-47F7-87CD-56E92D862CE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Pending work, completed stages,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results, and operation status.</a:t>
            </a:r>
          </a:p>
        </p:txBody>
      </p:sp>
      <p:sp>
        <p:nvSpPr>
          <p:cNvPr id="317" name="27-text-3">
            <a:extLst xmlns:a="http://schemas.openxmlformats.org/drawingml/2006/main">
              <a:ext uri="{FF2B5EF4-FFF2-40B4-BE49-F238E27FC236}">
                <a16:creationId xmlns:a16="http://schemas.microsoft.com/office/drawing/2014/main" id="{37701A32-871D-4252-851D-47ED6A753AE6}"/>
              </a:ext>
            </a:extLst>
          </p:cNvPr>
          <p:cNvSpPr>
            <a:spLocks xmlns:a="http://schemas.openxmlformats.org/drawingml/2006/main"/>
          </p:cNvSpPr>
          <p:nvPr/>
        </p:nvSpPr>
        <p:spPr>
          <a:xfrm xmlns:a="http://schemas.openxmlformats.org/drawingml/2006/main">
            <a:off x="609600" y="3454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18" name="27-text-4">
            <a:extLst xmlns:a="http://schemas.openxmlformats.org/drawingml/2006/main">
              <a:ext uri="{FF2B5EF4-FFF2-40B4-BE49-F238E27FC236}">
                <a16:creationId xmlns:a16="http://schemas.microsoft.com/office/drawing/2014/main" id="{B7EDFBD3-E764-4D31-923F-29C9DD039608}"/>
              </a:ext>
            </a:extLst>
          </p:cNvPr>
          <p:cNvSpPr>
            <a:spLocks xmlns:a="http://schemas.openxmlformats.org/drawingml/2006/main"/>
          </p:cNvSpPr>
          <p:nvPr/>
        </p:nvSpPr>
        <p:spPr>
          <a:xfrm xmlns:a="http://schemas.openxmlformats.org/drawingml/2006/main">
            <a:off x="3708400" y="3454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Resume saved state and reconcile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external actions before retrying.</a:t>
            </a:r>
          </a:p>
        </p:txBody>
      </p:sp>
      <p:sp>
        <p:nvSpPr>
          <p:cNvPr id="319" name="27-text-5">
            <a:extLst xmlns:a="http://schemas.openxmlformats.org/drawingml/2006/main">
              <a:ext uri="{FF2B5EF4-FFF2-40B4-BE49-F238E27FC236}">
                <a16:creationId xmlns:a16="http://schemas.microsoft.com/office/drawing/2014/main" id="{BB6589D7-E740-43E6-B13C-2D2AB2CB5F67}"/>
              </a:ext>
            </a:extLst>
          </p:cNvPr>
          <p:cNvSpPr>
            <a:spLocks xmlns:a="http://schemas.openxmlformats.org/drawingml/2006/main"/>
          </p:cNvSpPr>
          <p:nvPr/>
        </p:nvSpPr>
        <p:spPr>
          <a:xfrm xmlns:a="http://schemas.openxmlformats.org/drawingml/2006/main">
            <a:off x="609600" y="4470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Stopping conditions</a:t>
            </a:r>
          </a:p>
        </p:txBody>
      </p:sp>
      <p:sp>
        <p:nvSpPr>
          <p:cNvPr id="320" name="27-text-6">
            <a:extLst xmlns:a="http://schemas.openxmlformats.org/drawingml/2006/main">
              <a:ext uri="{FF2B5EF4-FFF2-40B4-BE49-F238E27FC236}">
                <a16:creationId xmlns:a16="http://schemas.microsoft.com/office/drawing/2014/main" id="{C3769F03-45BE-4A39-9B6A-F3F3F4869B87}"/>
              </a:ext>
            </a:extLst>
          </p:cNvPr>
          <p:cNvSpPr>
            <a:spLocks xmlns:a="http://schemas.openxmlformats.org/drawingml/2006/main"/>
          </p:cNvSpPr>
          <p:nvPr/>
        </p:nvSpPr>
        <p:spPr>
          <a:xfrm xmlns:a="http://schemas.openxmlformats.org/drawingml/2006/main">
            <a:off x="3708400" y="4470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waiting, failure,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cancellation, and budget exhaustion.</a:t>
            </a:r>
          </a:p>
        </p:txBody>
      </p:sp>
      <p:sp>
        <p:nvSpPr>
          <p:cNvPr id="321" name="27-text-7">
            <a:extLst xmlns:a="http://schemas.openxmlformats.org/drawingml/2006/main">
              <a:ext uri="{FF2B5EF4-FFF2-40B4-BE49-F238E27FC236}">
                <a16:creationId xmlns:a16="http://schemas.microsoft.com/office/drawing/2014/main" id="{9055C350-3666-44F7-B561-8E5182EC6D43}"/>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Checkpoint</a:t>
            </a:r>
          </a:p>
        </p:txBody>
      </p:sp>
      <p:sp>
        <p:nvSpPr>
          <p:cNvPr id="322" name="27-text-8">
            <a:extLst xmlns:a="http://schemas.openxmlformats.org/drawingml/2006/main">
              <a:ext uri="{FF2B5EF4-FFF2-40B4-BE49-F238E27FC236}">
                <a16:creationId xmlns:a16="http://schemas.microsoft.com/office/drawing/2014/main" id="{EC6C8CE0-70E6-4D56-9370-D99C8187DC35}"/>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Saved execution state for resumption.</a:t>
            </a:r>
          </a:p>
        </p:txBody>
      </p:sp>
      <p:sp>
        <p:nvSpPr>
          <p:cNvPr id="323" name="narrative-number">
            <a:extLst xmlns:a="http://schemas.openxmlformats.org/drawingml/2006/main">
              <a:ext uri="{FF2B5EF4-FFF2-40B4-BE49-F238E27FC236}">
                <a16:creationId xmlns:a16="http://schemas.microsoft.com/office/drawing/2014/main" id="{62DEE223-1D9A-4ACA-B24B-0A08577C353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2831214044"/>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4" name="!!area-name">
            <a:extLst xmlns:a="http://schemas.openxmlformats.org/drawingml/2006/main">
              <a:ext uri="{FF2B5EF4-FFF2-40B4-BE49-F238E27FC236}">
                <a16:creationId xmlns:a16="http://schemas.microsoft.com/office/drawing/2014/main" id="{311D72C4-F6B3-495D-84AB-DD5754F10E8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38" name="mini-map-28"/>
          <p:cNvPicPr>
            <a:picLocks xmlns:a="http://schemas.openxmlformats.org/drawingml/2006/main" noChangeAspect="1"/>
          </p:cNvPicPr>
          <p:nvPr/>
        </p:nvPicPr>
        <p:blipFill>
          <a:blip xmlns:r="http://schemas.openxmlformats.org/officeDocument/2006/relationships" xmlns:a="http://schemas.openxmlformats.org/drawingml/2006/main" r:embed="R154980a8315141c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6" name="slide-title">
            <a:extLst xmlns:a="http://schemas.openxmlformats.org/drawingml/2006/main">
              <a:ext uri="{FF2B5EF4-FFF2-40B4-BE49-F238E27FC236}">
                <a16:creationId xmlns:a16="http://schemas.microsoft.com/office/drawing/2014/main" id="{87C001F9-CFDF-46A5-9130-6C179917566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27" name="header-divider-28">
            <a:extLst xmlns:a="http://schemas.openxmlformats.org/drawingml/2006/main">
              <a:ext uri="{FF2B5EF4-FFF2-40B4-BE49-F238E27FC236}">
                <a16:creationId xmlns:a16="http://schemas.microsoft.com/office/drawing/2014/main" id="{A00C00EB-A0B1-4376-B049-7D39841B56B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8" name="28-text-1">
            <a:extLst xmlns:a="http://schemas.openxmlformats.org/drawingml/2006/main">
              <a:ext uri="{FF2B5EF4-FFF2-40B4-BE49-F238E27FC236}">
                <a16:creationId xmlns:a16="http://schemas.microsoft.com/office/drawing/2014/main" id="{35EBD4FA-EC31-4EEF-B0BA-489CA54A54E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29" name="28-text-2">
            <a:extLst xmlns:a="http://schemas.openxmlformats.org/drawingml/2006/main">
              <a:ext uri="{FF2B5EF4-FFF2-40B4-BE49-F238E27FC236}">
                <a16:creationId xmlns:a16="http://schemas.microsoft.com/office/drawing/2014/main" id="{86C124DF-FE57-4488-A55F-57E04C40181A}"/>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30" name="28-text-3">
            <a:extLst xmlns:a="http://schemas.openxmlformats.org/drawingml/2006/main">
              <a:ext uri="{FF2B5EF4-FFF2-40B4-BE49-F238E27FC236}">
                <a16:creationId xmlns:a16="http://schemas.microsoft.com/office/drawing/2014/main" id="{3D44FAD9-8960-4117-A2AC-43A551F616A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31" name="28-text-4">
            <a:extLst xmlns:a="http://schemas.openxmlformats.org/drawingml/2006/main">
              <a:ext uri="{FF2B5EF4-FFF2-40B4-BE49-F238E27FC236}">
                <a16:creationId xmlns:a16="http://schemas.microsoft.com/office/drawing/2014/main" id="{1228D2C4-51BB-4622-AEAD-C450A5CFFDF4}"/>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32" name="28-text-5">
            <a:extLst xmlns:a="http://schemas.openxmlformats.org/drawingml/2006/main">
              <a:ext uri="{FF2B5EF4-FFF2-40B4-BE49-F238E27FC236}">
                <a16:creationId xmlns:a16="http://schemas.microsoft.com/office/drawing/2014/main" id="{E3A6BE1D-13FA-4D75-A3DF-887FAC3C43F7}"/>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33" name="28-text-6">
            <a:extLst xmlns:a="http://schemas.openxmlformats.org/drawingml/2006/main">
              <a:ext uri="{FF2B5EF4-FFF2-40B4-BE49-F238E27FC236}">
                <a16:creationId xmlns:a16="http://schemas.microsoft.com/office/drawing/2014/main" id="{E014CEC5-D78F-45D6-8040-9D4ED24084B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34" name="28-text-7">
            <a:extLst xmlns:a="http://schemas.openxmlformats.org/drawingml/2006/main">
              <a:ext uri="{FF2B5EF4-FFF2-40B4-BE49-F238E27FC236}">
                <a16:creationId xmlns:a16="http://schemas.microsoft.com/office/drawing/2014/main" id="{9F7B645D-1F85-4119-B8EB-F416AE49C9C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35" name="28-text-8">
            <a:extLst xmlns:a="http://schemas.openxmlformats.org/drawingml/2006/main">
              <a:ext uri="{FF2B5EF4-FFF2-40B4-BE49-F238E27FC236}">
                <a16:creationId xmlns:a16="http://schemas.microsoft.com/office/drawing/2014/main" id="{19A9A8B7-4FCD-4234-B3AA-71B687D2AA5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36" name="narrative-number">
            <a:extLst xmlns:a="http://schemas.openxmlformats.org/drawingml/2006/main">
              <a:ext uri="{FF2B5EF4-FFF2-40B4-BE49-F238E27FC236}">
                <a16:creationId xmlns:a16="http://schemas.microsoft.com/office/drawing/2014/main" id="{42BE5242-D224-4B37-B8C7-3B153DCC89B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2042997852"/>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7" name="!!area-name">
            <a:extLst xmlns:a="http://schemas.openxmlformats.org/drawingml/2006/main">
              <a:ext uri="{FF2B5EF4-FFF2-40B4-BE49-F238E27FC236}">
                <a16:creationId xmlns:a16="http://schemas.microsoft.com/office/drawing/2014/main" id="{4D831DEE-5F22-45AC-8C8B-2080956EE5C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61" name="mini-map-29"/>
          <p:cNvPicPr>
            <a:picLocks xmlns:a="http://schemas.openxmlformats.org/drawingml/2006/main" noChangeAspect="1"/>
          </p:cNvPicPr>
          <p:nvPr/>
        </p:nvPicPr>
        <p:blipFill>
          <a:blip xmlns:r="http://schemas.openxmlformats.org/officeDocument/2006/relationships" xmlns:a="http://schemas.openxmlformats.org/drawingml/2006/main" r:embed="Rec533cb0a7484a9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9" name="slide-title">
            <a:extLst xmlns:a="http://schemas.openxmlformats.org/drawingml/2006/main">
              <a:ext uri="{FF2B5EF4-FFF2-40B4-BE49-F238E27FC236}">
                <a16:creationId xmlns:a16="http://schemas.microsoft.com/office/drawing/2014/main" id="{C8D616E3-86D4-412C-BE0B-4C0588FC48B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40" name="header-divider-29">
            <a:extLst xmlns:a="http://schemas.openxmlformats.org/drawingml/2006/main">
              <a:ext uri="{FF2B5EF4-FFF2-40B4-BE49-F238E27FC236}">
                <a16:creationId xmlns:a16="http://schemas.microsoft.com/office/drawing/2014/main" id="{2622DA9A-2BD9-416F-A652-594734BE6B0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1" name="29-text-1">
            <a:extLst xmlns:a="http://schemas.openxmlformats.org/drawingml/2006/main">
              <a:ext uri="{FF2B5EF4-FFF2-40B4-BE49-F238E27FC236}">
                <a16:creationId xmlns:a16="http://schemas.microsoft.com/office/drawing/2014/main" id="{ED47970C-8A97-486E-A383-DFFE0F96EBF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42" name="29-text-2">
            <a:extLst xmlns:a="http://schemas.openxmlformats.org/drawingml/2006/main">
              <a:ext uri="{FF2B5EF4-FFF2-40B4-BE49-F238E27FC236}">
                <a16:creationId xmlns:a16="http://schemas.microsoft.com/office/drawing/2014/main" id="{40C3775C-842F-4F6D-85B3-9C4EBE5F81B8}"/>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43" name="29-text-3">
            <a:extLst xmlns:a="http://schemas.openxmlformats.org/drawingml/2006/main">
              <a:ext uri="{FF2B5EF4-FFF2-40B4-BE49-F238E27FC236}">
                <a16:creationId xmlns:a16="http://schemas.microsoft.com/office/drawing/2014/main" id="{DBA6A6A1-D86A-419B-9AAA-AE99CD9783B4}"/>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44" name="29-text-4">
            <a:extLst xmlns:a="http://schemas.openxmlformats.org/drawingml/2006/main">
              <a:ext uri="{FF2B5EF4-FFF2-40B4-BE49-F238E27FC236}">
                <a16:creationId xmlns:a16="http://schemas.microsoft.com/office/drawing/2014/main" id="{A4D2E863-96F8-47F5-913F-38C5B7BEC86B}"/>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45" name="29-text-5">
            <a:extLst xmlns:a="http://schemas.openxmlformats.org/drawingml/2006/main">
              <a:ext uri="{FF2B5EF4-FFF2-40B4-BE49-F238E27FC236}">
                <a16:creationId xmlns:a16="http://schemas.microsoft.com/office/drawing/2014/main" id="{E73FC445-23F4-4410-951E-480BD2A2F5A6}"/>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46" name="29-line-7">
            <a:extLst xmlns:a="http://schemas.openxmlformats.org/drawingml/2006/main">
              <a:ext uri="{FF2B5EF4-FFF2-40B4-BE49-F238E27FC236}">
                <a16:creationId xmlns:a16="http://schemas.microsoft.com/office/drawing/2014/main" id="{56B7EBE6-4E5E-4BFB-B9B5-AE93E38698A2}"/>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47" name="29-text-8">
            <a:extLst xmlns:a="http://schemas.openxmlformats.org/drawingml/2006/main">
              <a:ext uri="{FF2B5EF4-FFF2-40B4-BE49-F238E27FC236}">
                <a16:creationId xmlns:a16="http://schemas.microsoft.com/office/drawing/2014/main" id="{52DDD4FD-2B49-4217-91B3-DC079667F81C}"/>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48" name="29-text-9">
            <a:extLst xmlns:a="http://schemas.openxmlformats.org/drawingml/2006/main">
              <a:ext uri="{FF2B5EF4-FFF2-40B4-BE49-F238E27FC236}">
                <a16:creationId xmlns:a16="http://schemas.microsoft.com/office/drawing/2014/main" id="{2B88E673-A26C-436E-AAF7-B94124455D1A}"/>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49" name="29-line-11">
            <a:extLst xmlns:a="http://schemas.openxmlformats.org/drawingml/2006/main">
              <a:ext uri="{FF2B5EF4-FFF2-40B4-BE49-F238E27FC236}">
                <a16:creationId xmlns:a16="http://schemas.microsoft.com/office/drawing/2014/main" id="{DD4E1626-F47E-4DE1-92FF-86BE97004828}"/>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50" name="29-line-13">
            <a:extLst xmlns:a="http://schemas.openxmlformats.org/drawingml/2006/main">
              <a:ext uri="{FF2B5EF4-FFF2-40B4-BE49-F238E27FC236}">
                <a16:creationId xmlns:a16="http://schemas.microsoft.com/office/drawing/2014/main" id="{AA329FA0-D245-42D5-BE60-3586A8192611}"/>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1" name="29-line-15">
            <a:extLst xmlns:a="http://schemas.openxmlformats.org/drawingml/2006/main">
              <a:ext uri="{FF2B5EF4-FFF2-40B4-BE49-F238E27FC236}">
                <a16:creationId xmlns:a16="http://schemas.microsoft.com/office/drawing/2014/main" id="{89CC6813-0519-4BEB-BB59-E4C86EFF8ECD}"/>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52" name="29-line-17">
            <a:extLst xmlns:a="http://schemas.openxmlformats.org/drawingml/2006/main">
              <a:ext uri="{FF2B5EF4-FFF2-40B4-BE49-F238E27FC236}">
                <a16:creationId xmlns:a16="http://schemas.microsoft.com/office/drawing/2014/main" id="{A5A0FB40-433E-43FD-BEB8-6B24B1FF5932}"/>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53" name="29-text-18">
            <a:extLst xmlns:a="http://schemas.openxmlformats.org/drawingml/2006/main">
              <a:ext uri="{FF2B5EF4-FFF2-40B4-BE49-F238E27FC236}">
                <a16:creationId xmlns:a16="http://schemas.microsoft.com/office/drawing/2014/main" id="{E6955F5C-F33D-4EBB-B36A-3F137FBBD1ED}"/>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54" name="29-text-19">
            <a:extLst xmlns:a="http://schemas.openxmlformats.org/drawingml/2006/main">
              <a:ext uri="{FF2B5EF4-FFF2-40B4-BE49-F238E27FC236}">
                <a16:creationId xmlns:a16="http://schemas.microsoft.com/office/drawing/2014/main" id="{087B8F06-331E-4A42-8DDC-D3EA57214FE3}"/>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55" name="29-line-21">
            <a:extLst xmlns:a="http://schemas.openxmlformats.org/drawingml/2006/main">
              <a:ext uri="{FF2B5EF4-FFF2-40B4-BE49-F238E27FC236}">
                <a16:creationId xmlns:a16="http://schemas.microsoft.com/office/drawing/2014/main" id="{812B33D2-42A0-44AC-901C-EF43A7E3C139}"/>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6" name="29-text-22">
            <a:extLst xmlns:a="http://schemas.openxmlformats.org/drawingml/2006/main">
              <a:ext uri="{FF2B5EF4-FFF2-40B4-BE49-F238E27FC236}">
                <a16:creationId xmlns:a16="http://schemas.microsoft.com/office/drawing/2014/main" id="{21E44FBE-A2E6-436E-9648-ADAE58EFA646}"/>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57" name="29-text-23">
            <a:extLst xmlns:a="http://schemas.openxmlformats.org/drawingml/2006/main">
              <a:ext uri="{FF2B5EF4-FFF2-40B4-BE49-F238E27FC236}">
                <a16:creationId xmlns:a16="http://schemas.microsoft.com/office/drawing/2014/main" id="{60ACEB31-4C78-4624-AD51-90D83C2B3894}"/>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58" name="29-text-24">
            <a:extLst xmlns:a="http://schemas.openxmlformats.org/drawingml/2006/main">
              <a:ext uri="{FF2B5EF4-FFF2-40B4-BE49-F238E27FC236}">
                <a16:creationId xmlns:a16="http://schemas.microsoft.com/office/drawing/2014/main" id="{61FC8959-BFEA-4F4E-8B85-62F7DA837EA5}"/>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59" name="narrative-number">
            <a:extLst xmlns:a="http://schemas.openxmlformats.org/drawingml/2006/main">
              <a:ext uri="{FF2B5EF4-FFF2-40B4-BE49-F238E27FC236}">
                <a16:creationId xmlns:a16="http://schemas.microsoft.com/office/drawing/2014/main" id="{4077BD7B-7C19-4DCF-AF5F-0A5AA2E5A3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1980088609"/>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0" name="!!area-name">
            <a:extLst xmlns:a="http://schemas.openxmlformats.org/drawingml/2006/main">
              <a:ext uri="{FF2B5EF4-FFF2-40B4-BE49-F238E27FC236}">
                <a16:creationId xmlns:a16="http://schemas.microsoft.com/office/drawing/2014/main" id="{6313C482-52BF-4CBE-BC5D-733DC3DC05D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69" name="mini-map-30"/>
          <p:cNvPicPr>
            <a:picLocks xmlns:a="http://schemas.openxmlformats.org/drawingml/2006/main" noChangeAspect="1"/>
          </p:cNvPicPr>
          <p:nvPr/>
        </p:nvPicPr>
        <p:blipFill>
          <a:blip xmlns:r="http://schemas.openxmlformats.org/officeDocument/2006/relationships" xmlns:a="http://schemas.openxmlformats.org/drawingml/2006/main" r:embed="R9423a501f01e468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2" name="header-divider-30">
            <a:extLst xmlns:a="http://schemas.openxmlformats.org/drawingml/2006/main">
              <a:ext uri="{FF2B5EF4-FFF2-40B4-BE49-F238E27FC236}">
                <a16:creationId xmlns:a16="http://schemas.microsoft.com/office/drawing/2014/main" id="{82670B86-7A10-4D0E-81B9-93948851B34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3" name="30-text-1">
            <a:extLst xmlns:a="http://schemas.openxmlformats.org/drawingml/2006/main">
              <a:ext uri="{FF2B5EF4-FFF2-40B4-BE49-F238E27FC236}">
                <a16:creationId xmlns:a16="http://schemas.microsoft.com/office/drawing/2014/main" id="{0F299775-46AC-4760-BFD8-D9599797F892}"/>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64" name="30-text-2">
            <a:extLst xmlns:a="http://schemas.openxmlformats.org/drawingml/2006/main">
              <a:ext uri="{FF2B5EF4-FFF2-40B4-BE49-F238E27FC236}">
                <a16:creationId xmlns:a16="http://schemas.microsoft.com/office/drawing/2014/main" id="{59A0FFD6-AB8C-4B03-AB6A-78660E64F3A9}"/>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65" name="30-text-3">
            <a:extLst xmlns:a="http://schemas.openxmlformats.org/drawingml/2006/main">
              <a:ext uri="{FF2B5EF4-FFF2-40B4-BE49-F238E27FC236}">
                <a16:creationId xmlns:a16="http://schemas.microsoft.com/office/drawing/2014/main" id="{631D246C-F084-4AD9-B594-15153BF16F3C}"/>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74" name="30-image-4"/>
          <p:cNvPicPr>
            <a:picLocks xmlns:a="http://schemas.openxmlformats.org/drawingml/2006/main" noChangeAspect="1"/>
          </p:cNvPicPr>
          <p:nvPr/>
        </p:nvPicPr>
        <p:blipFill>
          <a:blip xmlns:r="http://schemas.openxmlformats.org/officeDocument/2006/relationships" xmlns:a="http://schemas.openxmlformats.org/drawingml/2006/main" r:embed="Re873f218b1f44ec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67" name="narrative-number">
            <a:extLst xmlns:a="http://schemas.openxmlformats.org/drawingml/2006/main">
              <a:ext uri="{FF2B5EF4-FFF2-40B4-BE49-F238E27FC236}">
                <a16:creationId xmlns:a16="http://schemas.microsoft.com/office/drawing/2014/main" id="{F66FF057-B873-40FD-9BF9-0C293BA1263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392685690"/>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8" name="!!area-name">
            <a:extLst xmlns:a="http://schemas.openxmlformats.org/drawingml/2006/main">
              <a:ext uri="{FF2B5EF4-FFF2-40B4-BE49-F238E27FC236}">
                <a16:creationId xmlns:a16="http://schemas.microsoft.com/office/drawing/2014/main" id="{9E05197A-436C-4B71-A44A-E0C322BF994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385" name="mini-map-31"/>
          <p:cNvPicPr>
            <a:picLocks xmlns:a="http://schemas.openxmlformats.org/drawingml/2006/main" noChangeAspect="1"/>
          </p:cNvPicPr>
          <p:nvPr/>
        </p:nvPicPr>
        <p:blipFill>
          <a:blip xmlns:r="http://schemas.openxmlformats.org/officeDocument/2006/relationships" xmlns:a="http://schemas.openxmlformats.org/drawingml/2006/main" r:embed="R5048a61647e4484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0" name="slide-title">
            <a:extLst xmlns:a="http://schemas.openxmlformats.org/drawingml/2006/main">
              <a:ext uri="{FF2B5EF4-FFF2-40B4-BE49-F238E27FC236}">
                <a16:creationId xmlns:a16="http://schemas.microsoft.com/office/drawing/2014/main" id="{1F021B83-C087-4014-A56C-3329A912F6E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71" name="header-divider-31">
            <a:extLst xmlns:a="http://schemas.openxmlformats.org/drawingml/2006/main">
              <a:ext uri="{FF2B5EF4-FFF2-40B4-BE49-F238E27FC236}">
                <a16:creationId xmlns:a16="http://schemas.microsoft.com/office/drawing/2014/main" id="{24A68F0F-F959-4D94-98EB-AE6F6A4988F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2" name="31-text-1">
            <a:extLst xmlns:a="http://schemas.openxmlformats.org/drawingml/2006/main">
              <a:ext uri="{FF2B5EF4-FFF2-40B4-BE49-F238E27FC236}">
                <a16:creationId xmlns:a16="http://schemas.microsoft.com/office/drawing/2014/main" id="{D5862B29-7B08-4E33-BA8A-84F81E8F23F8}"/>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73" name="31-text-2">
            <a:extLst xmlns:a="http://schemas.openxmlformats.org/drawingml/2006/main">
              <a:ext uri="{FF2B5EF4-FFF2-40B4-BE49-F238E27FC236}">
                <a16:creationId xmlns:a16="http://schemas.microsoft.com/office/drawing/2014/main" id="{A181782B-6020-4814-9B70-86A1A2315B3B}"/>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374" name="31-text-3">
            <a:extLst xmlns:a="http://schemas.openxmlformats.org/drawingml/2006/main">
              <a:ext uri="{FF2B5EF4-FFF2-40B4-BE49-F238E27FC236}">
                <a16:creationId xmlns:a16="http://schemas.microsoft.com/office/drawing/2014/main" id="{864714BA-3AB3-4CA6-8B9E-F029AC4FA471}"/>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75" name="31-text-4">
            <a:extLst xmlns:a="http://schemas.openxmlformats.org/drawingml/2006/main">
              <a:ext uri="{FF2B5EF4-FFF2-40B4-BE49-F238E27FC236}">
                <a16:creationId xmlns:a16="http://schemas.microsoft.com/office/drawing/2014/main" id="{17B9964D-4044-407E-ABD7-3AF79A34FCED}"/>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376" name="31-shape-5">
            <a:extLst xmlns:a="http://schemas.openxmlformats.org/drawingml/2006/main">
              <a:ext uri="{FF2B5EF4-FFF2-40B4-BE49-F238E27FC236}">
                <a16:creationId xmlns:a16="http://schemas.microsoft.com/office/drawing/2014/main" id="{5AC35BCE-7F01-4C2C-A8E8-2813C31E4F1D}"/>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7" name="31-text-6">
            <a:extLst xmlns:a="http://schemas.openxmlformats.org/drawingml/2006/main">
              <a:ext uri="{FF2B5EF4-FFF2-40B4-BE49-F238E27FC236}">
                <a16:creationId xmlns:a16="http://schemas.microsoft.com/office/drawing/2014/main" id="{D7E88650-149D-4839-AB95-F7761B7A9EA7}"/>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78" name="31-text-7">
            <a:extLst xmlns:a="http://schemas.openxmlformats.org/drawingml/2006/main">
              <a:ext uri="{FF2B5EF4-FFF2-40B4-BE49-F238E27FC236}">
                <a16:creationId xmlns:a16="http://schemas.microsoft.com/office/drawing/2014/main" id="{2ABD3A10-7649-4202-B2EB-3CAA32529284}"/>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379" name="31-text-8">
            <a:extLst xmlns:a="http://schemas.openxmlformats.org/drawingml/2006/main">
              <a:ext uri="{FF2B5EF4-FFF2-40B4-BE49-F238E27FC236}">
                <a16:creationId xmlns:a16="http://schemas.microsoft.com/office/drawing/2014/main" id="{4E993D9A-6FE8-4F57-A815-33B28ED17CA9}"/>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380" name="31-text-9">
            <a:extLst xmlns:a="http://schemas.openxmlformats.org/drawingml/2006/main">
              <a:ext uri="{FF2B5EF4-FFF2-40B4-BE49-F238E27FC236}">
                <a16:creationId xmlns:a16="http://schemas.microsoft.com/office/drawing/2014/main" id="{42435D8F-0678-4967-B668-5678F66A0BFB}"/>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381" name="31-text-10">
            <a:extLst xmlns:a="http://schemas.openxmlformats.org/drawingml/2006/main">
              <a:ext uri="{FF2B5EF4-FFF2-40B4-BE49-F238E27FC236}">
                <a16:creationId xmlns:a16="http://schemas.microsoft.com/office/drawing/2014/main" id="{3C951C23-CB6A-4B14-8153-3E1B91AEAFD7}"/>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82" name="31-text-11">
            <a:extLst xmlns:a="http://schemas.openxmlformats.org/drawingml/2006/main">
              <a:ext uri="{FF2B5EF4-FFF2-40B4-BE49-F238E27FC236}">
                <a16:creationId xmlns:a16="http://schemas.microsoft.com/office/drawing/2014/main" id="{3280B50A-A84B-43A9-97B7-6482C0685B20}"/>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383" name="narrative-number">
            <a:extLst xmlns:a="http://schemas.openxmlformats.org/drawingml/2006/main">
              <a:ext uri="{FF2B5EF4-FFF2-40B4-BE49-F238E27FC236}">
                <a16:creationId xmlns:a16="http://schemas.microsoft.com/office/drawing/2014/main" id="{2E8D06BB-F199-403E-9010-FF363A00AA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2977068639"/>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4" name="!!area-name">
            <a:extLst xmlns:a="http://schemas.openxmlformats.org/drawingml/2006/main">
              <a:ext uri="{FF2B5EF4-FFF2-40B4-BE49-F238E27FC236}">
                <a16:creationId xmlns:a16="http://schemas.microsoft.com/office/drawing/2014/main" id="{CE799A10-0B13-4A4B-841E-76BD861A34A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394" name="mini-map-32"/>
          <p:cNvPicPr>
            <a:picLocks xmlns:a="http://schemas.openxmlformats.org/drawingml/2006/main" noChangeAspect="1"/>
          </p:cNvPicPr>
          <p:nvPr/>
        </p:nvPicPr>
        <p:blipFill>
          <a:blip xmlns:r="http://schemas.openxmlformats.org/officeDocument/2006/relationships" xmlns:a="http://schemas.openxmlformats.org/drawingml/2006/main" r:embed="R202fd3707e1145e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6" name="slide-title">
            <a:extLst xmlns:a="http://schemas.openxmlformats.org/drawingml/2006/main">
              <a:ext uri="{FF2B5EF4-FFF2-40B4-BE49-F238E27FC236}">
                <a16:creationId xmlns:a16="http://schemas.microsoft.com/office/drawing/2014/main" id="{17FD942C-E1B7-4477-AF72-F620E573D89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387" name="header-divider-32">
            <a:extLst xmlns:a="http://schemas.openxmlformats.org/drawingml/2006/main">
              <a:ext uri="{FF2B5EF4-FFF2-40B4-BE49-F238E27FC236}">
                <a16:creationId xmlns:a16="http://schemas.microsoft.com/office/drawing/2014/main" id="{042751B4-D56D-49B3-92D9-B0A61C88182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8" name="32-text-1">
            <a:extLst xmlns:a="http://schemas.openxmlformats.org/drawingml/2006/main">
              <a:ext uri="{FF2B5EF4-FFF2-40B4-BE49-F238E27FC236}">
                <a16:creationId xmlns:a16="http://schemas.microsoft.com/office/drawing/2014/main" id="{B5024E33-AF2F-4630-AAC3-85529676E4C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398" name="32-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90" name="32-text-3">
            <a:extLst xmlns:a="http://schemas.openxmlformats.org/drawingml/2006/main">
              <a:ext uri="{FF2B5EF4-FFF2-40B4-BE49-F238E27FC236}">
                <a16:creationId xmlns:a16="http://schemas.microsoft.com/office/drawing/2014/main" id="{2466CC25-65CD-4DA5-970F-B5504D463759}"/>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391" name="32-text-4">
            <a:extLst xmlns:a="http://schemas.openxmlformats.org/drawingml/2006/main">
              <a:ext uri="{FF2B5EF4-FFF2-40B4-BE49-F238E27FC236}">
                <a16:creationId xmlns:a16="http://schemas.microsoft.com/office/drawing/2014/main" id="{4593F5C8-2B8D-4134-BB94-B7DDB90304AB}"/>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392" name="narrative-number">
            <a:extLst xmlns:a="http://schemas.openxmlformats.org/drawingml/2006/main">
              <a:ext uri="{FF2B5EF4-FFF2-40B4-BE49-F238E27FC236}">
                <a16:creationId xmlns:a16="http://schemas.microsoft.com/office/drawing/2014/main" id="{C0ECFAFC-013A-4D87-80C8-18D242FD3CB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1762869226"/>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3" name="!!area-name">
            <a:extLst xmlns:a="http://schemas.openxmlformats.org/drawingml/2006/main">
              <a:ext uri="{FF2B5EF4-FFF2-40B4-BE49-F238E27FC236}">
                <a16:creationId xmlns:a16="http://schemas.microsoft.com/office/drawing/2014/main" id="{59885452-C077-4819-814E-977BE02EE51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08" name="mini-map-33"/>
          <p:cNvPicPr>
            <a:picLocks xmlns:a="http://schemas.openxmlformats.org/drawingml/2006/main" noChangeAspect="1"/>
          </p:cNvPicPr>
          <p:nvPr/>
        </p:nvPicPr>
        <p:blipFill>
          <a:blip xmlns:r="http://schemas.openxmlformats.org/officeDocument/2006/relationships" xmlns:a="http://schemas.openxmlformats.org/drawingml/2006/main" r:embed="R3c6a43b0ffd14e9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5" name="slide-title">
            <a:extLst xmlns:a="http://schemas.openxmlformats.org/drawingml/2006/main">
              <a:ext uri="{FF2B5EF4-FFF2-40B4-BE49-F238E27FC236}">
                <a16:creationId xmlns:a16="http://schemas.microsoft.com/office/drawing/2014/main" id="{D4915400-F5CF-4EA7-BB9A-F5E1FF3308B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96" name="header-divider-33">
            <a:extLst xmlns:a="http://schemas.openxmlformats.org/drawingml/2006/main">
              <a:ext uri="{FF2B5EF4-FFF2-40B4-BE49-F238E27FC236}">
                <a16:creationId xmlns:a16="http://schemas.microsoft.com/office/drawing/2014/main" id="{7C50A219-224A-4790-9184-DA4CF08F69E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7" name="33-text-1">
            <a:extLst xmlns:a="http://schemas.openxmlformats.org/drawingml/2006/main">
              <a:ext uri="{FF2B5EF4-FFF2-40B4-BE49-F238E27FC236}">
                <a16:creationId xmlns:a16="http://schemas.microsoft.com/office/drawing/2014/main" id="{48B56270-3BAD-46B3-ABB9-29D162A09D9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98" name="33-text-2">
            <a:extLst xmlns:a="http://schemas.openxmlformats.org/drawingml/2006/main">
              <a:ext uri="{FF2B5EF4-FFF2-40B4-BE49-F238E27FC236}">
                <a16:creationId xmlns:a16="http://schemas.microsoft.com/office/drawing/2014/main" id="{C246B0B9-B884-46DC-A53B-99B48E6E77E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99" name="33-text-3">
            <a:extLst xmlns:a="http://schemas.openxmlformats.org/drawingml/2006/main">
              <a:ext uri="{FF2B5EF4-FFF2-40B4-BE49-F238E27FC236}">
                <a16:creationId xmlns:a16="http://schemas.microsoft.com/office/drawing/2014/main" id="{32E5F567-F8C9-4AFF-B7A4-E46FA798841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00" name="33-text-4">
            <a:extLst xmlns:a="http://schemas.openxmlformats.org/drawingml/2006/main">
              <a:ext uri="{FF2B5EF4-FFF2-40B4-BE49-F238E27FC236}">
                <a16:creationId xmlns:a16="http://schemas.microsoft.com/office/drawing/2014/main" id="{F2B30CD4-EE6E-4996-8626-E8663573CD7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01" name="33-text-5">
            <a:extLst xmlns:a="http://schemas.openxmlformats.org/drawingml/2006/main">
              <a:ext uri="{FF2B5EF4-FFF2-40B4-BE49-F238E27FC236}">
                <a16:creationId xmlns:a16="http://schemas.microsoft.com/office/drawing/2014/main" id="{4CCAFC15-56A4-4E7E-AD61-4266DFF89547}"/>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02" name="33-text-6">
            <a:extLst xmlns:a="http://schemas.openxmlformats.org/drawingml/2006/main">
              <a:ext uri="{FF2B5EF4-FFF2-40B4-BE49-F238E27FC236}">
                <a16:creationId xmlns:a16="http://schemas.microsoft.com/office/drawing/2014/main" id="{6C6B6380-7B44-4C09-884D-8A8B58CA7EB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03" name="33-text-7">
            <a:extLst xmlns:a="http://schemas.openxmlformats.org/drawingml/2006/main">
              <a:ext uri="{FF2B5EF4-FFF2-40B4-BE49-F238E27FC236}">
                <a16:creationId xmlns:a16="http://schemas.microsoft.com/office/drawing/2014/main" id="{7BA9A4F2-4BAE-4E97-BDBB-6C4EA4065C64}"/>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04" name="33-text-8">
            <a:extLst xmlns:a="http://schemas.openxmlformats.org/drawingml/2006/main">
              <a:ext uri="{FF2B5EF4-FFF2-40B4-BE49-F238E27FC236}">
                <a16:creationId xmlns:a16="http://schemas.microsoft.com/office/drawing/2014/main" id="{7920676E-096A-424F-BC8A-2B926BAD692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05" name="33-text-9">
            <a:extLst xmlns:a="http://schemas.openxmlformats.org/drawingml/2006/main">
              <a:ext uri="{FF2B5EF4-FFF2-40B4-BE49-F238E27FC236}">
                <a16:creationId xmlns:a16="http://schemas.microsoft.com/office/drawing/2014/main" id="{6C276087-8403-40CE-A042-03F5BA85202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06" name="narrative-number">
            <a:extLst xmlns:a="http://schemas.openxmlformats.org/drawingml/2006/main">
              <a:ext uri="{FF2B5EF4-FFF2-40B4-BE49-F238E27FC236}">
                <a16:creationId xmlns:a16="http://schemas.microsoft.com/office/drawing/2014/main" id="{1D331D18-A3EC-4442-AB39-9A41BD66C8B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1004884180"/>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7" name="!!area-name">
            <a:extLst xmlns:a="http://schemas.openxmlformats.org/drawingml/2006/main">
              <a:ext uri="{FF2B5EF4-FFF2-40B4-BE49-F238E27FC236}">
                <a16:creationId xmlns:a16="http://schemas.microsoft.com/office/drawing/2014/main" id="{30419674-DD08-4576-94E7-3B8FD66DEA3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23" name="mini-map-34"/>
          <p:cNvPicPr>
            <a:picLocks xmlns:a="http://schemas.openxmlformats.org/drawingml/2006/main" noChangeAspect="1"/>
          </p:cNvPicPr>
          <p:nvPr/>
        </p:nvPicPr>
        <p:blipFill>
          <a:blip xmlns:r="http://schemas.openxmlformats.org/officeDocument/2006/relationships" xmlns:a="http://schemas.openxmlformats.org/drawingml/2006/main" r:embed="R1c0b18453c4a4c4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9" name="slide-title">
            <a:extLst xmlns:a="http://schemas.openxmlformats.org/drawingml/2006/main">
              <a:ext uri="{FF2B5EF4-FFF2-40B4-BE49-F238E27FC236}">
                <a16:creationId xmlns:a16="http://schemas.microsoft.com/office/drawing/2014/main" id="{F22C2B85-5680-4BAB-92C8-B3EFFC43AE8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10" name="header-divider-34">
            <a:extLst xmlns:a="http://schemas.openxmlformats.org/drawingml/2006/main">
              <a:ext uri="{FF2B5EF4-FFF2-40B4-BE49-F238E27FC236}">
                <a16:creationId xmlns:a16="http://schemas.microsoft.com/office/drawing/2014/main" id="{4FB19D14-86DD-4DCB-80E7-9CCE37C26E3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1" name="34-text-1">
            <a:extLst xmlns:a="http://schemas.openxmlformats.org/drawingml/2006/main">
              <a:ext uri="{FF2B5EF4-FFF2-40B4-BE49-F238E27FC236}">
                <a16:creationId xmlns:a16="http://schemas.microsoft.com/office/drawing/2014/main" id="{84F6B55D-E6D0-4D1C-85AD-07B1B639924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12" name="34-text-2">
            <a:extLst xmlns:a="http://schemas.openxmlformats.org/drawingml/2006/main">
              <a:ext uri="{FF2B5EF4-FFF2-40B4-BE49-F238E27FC236}">
                <a16:creationId xmlns:a16="http://schemas.microsoft.com/office/drawing/2014/main" id="{BC0F4915-56ED-46C6-9567-2CC31410432D}"/>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13" name="34-text-3">
            <a:extLst xmlns:a="http://schemas.openxmlformats.org/drawingml/2006/main">
              <a:ext uri="{FF2B5EF4-FFF2-40B4-BE49-F238E27FC236}">
                <a16:creationId xmlns:a16="http://schemas.microsoft.com/office/drawing/2014/main" id="{1BB9D9BD-5F2E-4C12-B9B3-A7286E3BECF3}"/>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14" name="34-text-4">
            <a:extLst xmlns:a="http://schemas.openxmlformats.org/drawingml/2006/main">
              <a:ext uri="{FF2B5EF4-FFF2-40B4-BE49-F238E27FC236}">
                <a16:creationId xmlns:a16="http://schemas.microsoft.com/office/drawing/2014/main" id="{DCDB7126-DF47-4B0B-A623-740BF84601A9}"/>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15" name="34-text-5">
            <a:extLst xmlns:a="http://schemas.openxmlformats.org/drawingml/2006/main">
              <a:ext uri="{FF2B5EF4-FFF2-40B4-BE49-F238E27FC236}">
                <a16:creationId xmlns:a16="http://schemas.microsoft.com/office/drawing/2014/main" id="{D3AC2CF5-E9CD-4914-890D-2B451D0829C8}"/>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16" name="34-text-6">
            <a:extLst xmlns:a="http://schemas.openxmlformats.org/drawingml/2006/main">
              <a:ext uri="{FF2B5EF4-FFF2-40B4-BE49-F238E27FC236}">
                <a16:creationId xmlns:a16="http://schemas.microsoft.com/office/drawing/2014/main" id="{E330DF5C-308A-4894-A102-A7B1493AFAB1}"/>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17" name="34-text-7">
            <a:extLst xmlns:a="http://schemas.openxmlformats.org/drawingml/2006/main">
              <a:ext uri="{FF2B5EF4-FFF2-40B4-BE49-F238E27FC236}">
                <a16:creationId xmlns:a16="http://schemas.microsoft.com/office/drawing/2014/main" id="{ACAF3197-9997-4148-B8C9-7420EE9B8E37}"/>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18" name="34-text-8">
            <a:extLst xmlns:a="http://schemas.openxmlformats.org/drawingml/2006/main">
              <a:ext uri="{FF2B5EF4-FFF2-40B4-BE49-F238E27FC236}">
                <a16:creationId xmlns:a16="http://schemas.microsoft.com/office/drawing/2014/main" id="{095118FA-9228-4A24-BF6A-7E3CE638F77F}"/>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19" name="34-text-9">
            <a:extLst xmlns:a="http://schemas.openxmlformats.org/drawingml/2006/main">
              <a:ext uri="{FF2B5EF4-FFF2-40B4-BE49-F238E27FC236}">
                <a16:creationId xmlns:a16="http://schemas.microsoft.com/office/drawing/2014/main" id="{30ED6588-E171-46CE-8C6D-46BFA14FA08E}"/>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20" name="34-text-10">
            <a:extLst xmlns:a="http://schemas.openxmlformats.org/drawingml/2006/main">
              <a:ext uri="{FF2B5EF4-FFF2-40B4-BE49-F238E27FC236}">
                <a16:creationId xmlns:a16="http://schemas.microsoft.com/office/drawing/2014/main" id="{F4006F65-5314-47D6-90CE-41D4F3CB9B79}"/>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21" name="narrative-number">
            <a:extLst xmlns:a="http://schemas.openxmlformats.org/drawingml/2006/main">
              <a:ext uri="{FF2B5EF4-FFF2-40B4-BE49-F238E27FC236}">
                <a16:creationId xmlns:a16="http://schemas.microsoft.com/office/drawing/2014/main" id="{A3AEE916-4459-46C7-B932-9B7AA88BB82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1800992562"/>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2" name="!!area-name">
            <a:extLst xmlns:a="http://schemas.openxmlformats.org/drawingml/2006/main">
              <a:ext uri="{FF2B5EF4-FFF2-40B4-BE49-F238E27FC236}">
                <a16:creationId xmlns:a16="http://schemas.microsoft.com/office/drawing/2014/main" id="{539B3D97-D602-4D17-8974-1D31C6A9610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31" name="mini-map-35"/>
          <p:cNvPicPr>
            <a:picLocks xmlns:a="http://schemas.openxmlformats.org/drawingml/2006/main" noChangeAspect="1"/>
          </p:cNvPicPr>
          <p:nvPr/>
        </p:nvPicPr>
        <p:blipFill>
          <a:blip xmlns:r="http://schemas.openxmlformats.org/officeDocument/2006/relationships" xmlns:a="http://schemas.openxmlformats.org/drawingml/2006/main" r:embed="R7c73fc53dba749d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4" name="header-divider-35">
            <a:extLst xmlns:a="http://schemas.openxmlformats.org/drawingml/2006/main">
              <a:ext uri="{FF2B5EF4-FFF2-40B4-BE49-F238E27FC236}">
                <a16:creationId xmlns:a16="http://schemas.microsoft.com/office/drawing/2014/main" id="{A3A7F359-4B4C-43A2-BBAD-087B3B0F33E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5" name="35-text-1">
            <a:extLst xmlns:a="http://schemas.openxmlformats.org/drawingml/2006/main">
              <a:ext uri="{FF2B5EF4-FFF2-40B4-BE49-F238E27FC236}">
                <a16:creationId xmlns:a16="http://schemas.microsoft.com/office/drawing/2014/main" id="{0D44F581-9BDF-4DC6-A24C-59903AFEEAC7}"/>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34" name="35-image-2"/>
          <p:cNvPicPr>
            <a:picLocks xmlns:a="http://schemas.openxmlformats.org/drawingml/2006/main" noChangeAspect="1"/>
          </p:cNvPicPr>
          <p:nvPr/>
        </p:nvPicPr>
        <p:blipFill>
          <a:blip xmlns:r="http://schemas.openxmlformats.org/officeDocument/2006/relationships" xmlns:a="http://schemas.openxmlformats.org/drawingml/2006/main" r:embed="Ra8428c7e07454a65"/>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27" name="35-text-3">
            <a:extLst xmlns:a="http://schemas.openxmlformats.org/drawingml/2006/main">
              <a:ext uri="{FF2B5EF4-FFF2-40B4-BE49-F238E27FC236}">
                <a16:creationId xmlns:a16="http://schemas.microsoft.com/office/drawing/2014/main" id="{ED0649B6-3B85-4000-88CE-1BA880FCF310}"/>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28" name="35-text-4">
            <a:extLst xmlns:a="http://schemas.openxmlformats.org/drawingml/2006/main">
              <a:ext uri="{FF2B5EF4-FFF2-40B4-BE49-F238E27FC236}">
                <a16:creationId xmlns:a16="http://schemas.microsoft.com/office/drawing/2014/main" id="{9F6E120C-A72D-4A8F-A5E6-DC07DA36378C}"/>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29" name="narrative-number">
            <a:extLst xmlns:a="http://schemas.openxmlformats.org/drawingml/2006/main">
              <a:ext uri="{FF2B5EF4-FFF2-40B4-BE49-F238E27FC236}">
                <a16:creationId xmlns:a16="http://schemas.microsoft.com/office/drawing/2014/main" id="{3B0F1D17-48B8-4594-B0D2-4955CFB795A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212076484"/>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0" name="!!area-name">
            <a:extLst xmlns:a="http://schemas.openxmlformats.org/drawingml/2006/main">
              <a:ext uri="{FF2B5EF4-FFF2-40B4-BE49-F238E27FC236}">
                <a16:creationId xmlns:a16="http://schemas.microsoft.com/office/drawing/2014/main" id="{DBB8FC67-8180-4BC6-8439-F2C1EF0473B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52" name="mini-map-36"/>
          <p:cNvPicPr>
            <a:picLocks xmlns:a="http://schemas.openxmlformats.org/drawingml/2006/main" noChangeAspect="1"/>
          </p:cNvPicPr>
          <p:nvPr/>
        </p:nvPicPr>
        <p:blipFill>
          <a:blip xmlns:r="http://schemas.openxmlformats.org/officeDocument/2006/relationships" xmlns:a="http://schemas.openxmlformats.org/drawingml/2006/main" r:embed="Rb196db7ac80043f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2" name="slide-title">
            <a:extLst xmlns:a="http://schemas.openxmlformats.org/drawingml/2006/main">
              <a:ext uri="{FF2B5EF4-FFF2-40B4-BE49-F238E27FC236}">
                <a16:creationId xmlns:a16="http://schemas.microsoft.com/office/drawing/2014/main" id="{4EEE275B-2737-4254-AE8B-A77F9F8C98E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33" name="header-divider-36">
            <a:extLst xmlns:a="http://schemas.openxmlformats.org/drawingml/2006/main">
              <a:ext uri="{FF2B5EF4-FFF2-40B4-BE49-F238E27FC236}">
                <a16:creationId xmlns:a16="http://schemas.microsoft.com/office/drawing/2014/main" id="{4FAB516E-9796-4162-A58E-E98DD386B8D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4" name="36-text-1">
            <a:extLst xmlns:a="http://schemas.openxmlformats.org/drawingml/2006/main">
              <a:ext uri="{FF2B5EF4-FFF2-40B4-BE49-F238E27FC236}">
                <a16:creationId xmlns:a16="http://schemas.microsoft.com/office/drawing/2014/main" id="{A9AA9A24-2D89-433D-BE1B-F274A340A747}"/>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35" name="36-text-2">
            <a:extLst xmlns:a="http://schemas.openxmlformats.org/drawingml/2006/main">
              <a:ext uri="{FF2B5EF4-FFF2-40B4-BE49-F238E27FC236}">
                <a16:creationId xmlns:a16="http://schemas.microsoft.com/office/drawing/2014/main" id="{1FCBEC0B-77B3-4B5F-9D88-3CB430367116}"/>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36" name="36-text-3">
            <a:extLst xmlns:a="http://schemas.openxmlformats.org/drawingml/2006/main">
              <a:ext uri="{FF2B5EF4-FFF2-40B4-BE49-F238E27FC236}">
                <a16:creationId xmlns:a16="http://schemas.microsoft.com/office/drawing/2014/main" id="{5C1439D2-8D7E-4608-BFA4-DC7C7FD46219}"/>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37" name="36-text-4">
            <a:extLst xmlns:a="http://schemas.openxmlformats.org/drawingml/2006/main">
              <a:ext uri="{FF2B5EF4-FFF2-40B4-BE49-F238E27FC236}">
                <a16:creationId xmlns:a16="http://schemas.microsoft.com/office/drawing/2014/main" id="{515D09E2-871D-46D4-B83B-39674C3106B1}"/>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38" name="36-text-5">
            <a:extLst xmlns:a="http://schemas.openxmlformats.org/drawingml/2006/main">
              <a:ext uri="{FF2B5EF4-FFF2-40B4-BE49-F238E27FC236}">
                <a16:creationId xmlns:a16="http://schemas.microsoft.com/office/drawing/2014/main" id="{9EB6B4B8-CE0B-4BAD-BFC1-B1237F8DB48B}"/>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39" name="36-text-6">
            <a:extLst xmlns:a="http://schemas.openxmlformats.org/drawingml/2006/main">
              <a:ext uri="{FF2B5EF4-FFF2-40B4-BE49-F238E27FC236}">
                <a16:creationId xmlns:a16="http://schemas.microsoft.com/office/drawing/2014/main" id="{C1B31374-26DC-4A5C-B17B-AF2E7E40A47F}"/>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40" name="36-text-7">
            <a:extLst xmlns:a="http://schemas.openxmlformats.org/drawingml/2006/main">
              <a:ext uri="{FF2B5EF4-FFF2-40B4-BE49-F238E27FC236}">
                <a16:creationId xmlns:a16="http://schemas.microsoft.com/office/drawing/2014/main" id="{D3A58D21-F121-4F4B-9221-060FBB8F8A18}"/>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41" name="36-text-8">
            <a:extLst xmlns:a="http://schemas.openxmlformats.org/drawingml/2006/main">
              <a:ext uri="{FF2B5EF4-FFF2-40B4-BE49-F238E27FC236}">
                <a16:creationId xmlns:a16="http://schemas.microsoft.com/office/drawing/2014/main" id="{8E87CE05-B91E-4B38-8677-3B893A438A4D}"/>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42" name="36-text-9">
            <a:extLst xmlns:a="http://schemas.openxmlformats.org/drawingml/2006/main">
              <a:ext uri="{FF2B5EF4-FFF2-40B4-BE49-F238E27FC236}">
                <a16:creationId xmlns:a16="http://schemas.microsoft.com/office/drawing/2014/main" id="{95AF0166-CADE-4AC9-B80F-73F571936788}"/>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43" name="36-text-10">
            <a:extLst xmlns:a="http://schemas.openxmlformats.org/drawingml/2006/main">
              <a:ext uri="{FF2B5EF4-FFF2-40B4-BE49-F238E27FC236}">
                <a16:creationId xmlns:a16="http://schemas.microsoft.com/office/drawing/2014/main" id="{44394DB4-A95F-4AE5-8344-F2C4FEE2760D}"/>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44" name="36-text-11">
            <a:extLst xmlns:a="http://schemas.openxmlformats.org/drawingml/2006/main">
              <a:ext uri="{FF2B5EF4-FFF2-40B4-BE49-F238E27FC236}">
                <a16:creationId xmlns:a16="http://schemas.microsoft.com/office/drawing/2014/main" id="{FC5A1394-BEC8-4BD6-8B05-6B0688DAED88}"/>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45" name="36-line-13">
            <a:extLst xmlns:a="http://schemas.openxmlformats.org/drawingml/2006/main">
              <a:ext uri="{FF2B5EF4-FFF2-40B4-BE49-F238E27FC236}">
                <a16:creationId xmlns:a16="http://schemas.microsoft.com/office/drawing/2014/main" id="{AEE136BB-4BF8-48BF-95EA-678A000EF98D}"/>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46" name="36-line-15">
            <a:extLst xmlns:a="http://schemas.openxmlformats.org/drawingml/2006/main">
              <a:ext uri="{FF2B5EF4-FFF2-40B4-BE49-F238E27FC236}">
                <a16:creationId xmlns:a16="http://schemas.microsoft.com/office/drawing/2014/main" id="{6F1E62B6-EFD6-48A6-82CE-43C3B1638826}"/>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47" name="36-line-17">
            <a:extLst xmlns:a="http://schemas.openxmlformats.org/drawingml/2006/main">
              <a:ext uri="{FF2B5EF4-FFF2-40B4-BE49-F238E27FC236}">
                <a16:creationId xmlns:a16="http://schemas.microsoft.com/office/drawing/2014/main" id="{C8ECD4F7-A239-418D-A08C-C988881D2E03}"/>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48" name="36-shape-18">
            <a:extLst xmlns:a="http://schemas.openxmlformats.org/drawingml/2006/main">
              <a:ext uri="{FF2B5EF4-FFF2-40B4-BE49-F238E27FC236}">
                <a16:creationId xmlns:a16="http://schemas.microsoft.com/office/drawing/2014/main" id="{C3E8AD4C-3368-4875-9896-BCA92ECC0E12}"/>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49" name="36-text-19">
            <a:extLst xmlns:a="http://schemas.openxmlformats.org/drawingml/2006/main">
              <a:ext uri="{FF2B5EF4-FFF2-40B4-BE49-F238E27FC236}">
                <a16:creationId xmlns:a16="http://schemas.microsoft.com/office/drawing/2014/main" id="{C8171E83-21F4-4D17-962E-7387FD507827}"/>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50" name="narrative-number">
            <a:extLst xmlns:a="http://schemas.openxmlformats.org/drawingml/2006/main">
              <a:ext uri="{FF2B5EF4-FFF2-40B4-BE49-F238E27FC236}">
                <a16:creationId xmlns:a16="http://schemas.microsoft.com/office/drawing/2014/main" id="{73EFD125-CB38-445E-8A44-C812DA7A426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1491218508"/>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1" name="!!area-name">
            <a:extLst xmlns:a="http://schemas.openxmlformats.org/drawingml/2006/main">
              <a:ext uri="{FF2B5EF4-FFF2-40B4-BE49-F238E27FC236}">
                <a16:creationId xmlns:a16="http://schemas.microsoft.com/office/drawing/2014/main" id="{B8A4E6EC-405C-4A32-9FE8-6CA5A9173C0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63" name="mini-map-37"/>
          <p:cNvPicPr>
            <a:picLocks xmlns:a="http://schemas.openxmlformats.org/drawingml/2006/main" noChangeAspect="1"/>
          </p:cNvPicPr>
          <p:nvPr/>
        </p:nvPicPr>
        <p:blipFill>
          <a:blip xmlns:r="http://schemas.openxmlformats.org/officeDocument/2006/relationships" xmlns:a="http://schemas.openxmlformats.org/drawingml/2006/main" r:embed="Rac0f88d7a50e416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3" name="slide-title">
            <a:extLst xmlns:a="http://schemas.openxmlformats.org/drawingml/2006/main">
              <a:ext uri="{FF2B5EF4-FFF2-40B4-BE49-F238E27FC236}">
                <a16:creationId xmlns:a16="http://schemas.microsoft.com/office/drawing/2014/main" id="{7FDADCDE-F2EA-4D38-A1C4-90CCD3DEC1C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54" name="header-divider-37">
            <a:extLst xmlns:a="http://schemas.openxmlformats.org/drawingml/2006/main">
              <a:ext uri="{FF2B5EF4-FFF2-40B4-BE49-F238E27FC236}">
                <a16:creationId xmlns:a16="http://schemas.microsoft.com/office/drawing/2014/main" id="{004EE1C1-9B1E-41B1-901D-718C6B2BE0A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5" name="37-text-1">
            <a:extLst xmlns:a="http://schemas.openxmlformats.org/drawingml/2006/main">
              <a:ext uri="{FF2B5EF4-FFF2-40B4-BE49-F238E27FC236}">
                <a16:creationId xmlns:a16="http://schemas.microsoft.com/office/drawing/2014/main" id="{8606C395-E842-467A-9668-DEBCE61ADE6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56" name="37-text-2">
            <a:extLst xmlns:a="http://schemas.openxmlformats.org/drawingml/2006/main">
              <a:ext uri="{FF2B5EF4-FFF2-40B4-BE49-F238E27FC236}">
                <a16:creationId xmlns:a16="http://schemas.microsoft.com/office/drawing/2014/main" id="{B045A8D4-6F1B-4337-8132-59A82AEFCEB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57" name="37-text-3">
            <a:extLst xmlns:a="http://schemas.openxmlformats.org/drawingml/2006/main">
              <a:ext uri="{FF2B5EF4-FFF2-40B4-BE49-F238E27FC236}">
                <a16:creationId xmlns:a16="http://schemas.microsoft.com/office/drawing/2014/main" id="{FA9DEAB4-7FCB-41F3-85EB-74581BE89D5D}"/>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58" name="37-text-4">
            <a:extLst xmlns:a="http://schemas.openxmlformats.org/drawingml/2006/main">
              <a:ext uri="{FF2B5EF4-FFF2-40B4-BE49-F238E27FC236}">
                <a16:creationId xmlns:a16="http://schemas.microsoft.com/office/drawing/2014/main" id="{EC403F84-4CF5-4FC7-9F1E-01E0D8399CF2}"/>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59" name="37-text-5">
            <a:extLst xmlns:a="http://schemas.openxmlformats.org/drawingml/2006/main">
              <a:ext uri="{FF2B5EF4-FFF2-40B4-BE49-F238E27FC236}">
                <a16:creationId xmlns:a16="http://schemas.microsoft.com/office/drawing/2014/main" id="{7B991B5F-D456-4FB7-8FD5-D84CE7DB3CD8}"/>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60" name="37-text-6">
            <a:extLst xmlns:a="http://schemas.openxmlformats.org/drawingml/2006/main">
              <a:ext uri="{FF2B5EF4-FFF2-40B4-BE49-F238E27FC236}">
                <a16:creationId xmlns:a16="http://schemas.microsoft.com/office/drawing/2014/main" id="{BBC06D77-005E-4441-BAB2-4427EC840E75}"/>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61" name="narrative-number">
            <a:extLst xmlns:a="http://schemas.openxmlformats.org/drawingml/2006/main">
              <a:ext uri="{FF2B5EF4-FFF2-40B4-BE49-F238E27FC236}">
                <a16:creationId xmlns:a16="http://schemas.microsoft.com/office/drawing/2014/main" id="{60F98496-C6CA-4F47-9E85-EE50DDCED48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197180481"/>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2" name="!!area-name">
            <a:extLst xmlns:a="http://schemas.openxmlformats.org/drawingml/2006/main">
              <a:ext uri="{FF2B5EF4-FFF2-40B4-BE49-F238E27FC236}">
                <a16:creationId xmlns:a16="http://schemas.microsoft.com/office/drawing/2014/main" id="{8A060D41-8DC8-464B-95F0-3D6C127344A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77" name="mini-map-38"/>
          <p:cNvPicPr>
            <a:picLocks xmlns:a="http://schemas.openxmlformats.org/drawingml/2006/main" noChangeAspect="1"/>
          </p:cNvPicPr>
          <p:nvPr/>
        </p:nvPicPr>
        <p:blipFill>
          <a:blip xmlns:r="http://schemas.openxmlformats.org/officeDocument/2006/relationships" xmlns:a="http://schemas.openxmlformats.org/drawingml/2006/main" r:embed="R6f030632fcb34de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4" name="slide-title">
            <a:extLst xmlns:a="http://schemas.openxmlformats.org/drawingml/2006/main">
              <a:ext uri="{FF2B5EF4-FFF2-40B4-BE49-F238E27FC236}">
                <a16:creationId xmlns:a16="http://schemas.microsoft.com/office/drawing/2014/main" id="{1B088FE9-6317-47BB-9BBA-A79F6769725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65" name="header-divider-38">
            <a:extLst xmlns:a="http://schemas.openxmlformats.org/drawingml/2006/main">
              <a:ext uri="{FF2B5EF4-FFF2-40B4-BE49-F238E27FC236}">
                <a16:creationId xmlns:a16="http://schemas.microsoft.com/office/drawing/2014/main" id="{6B45C8CA-C4F8-48C1-8655-F33BF862B0A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6" name="38-text-1">
            <a:extLst xmlns:a="http://schemas.openxmlformats.org/drawingml/2006/main">
              <a:ext uri="{FF2B5EF4-FFF2-40B4-BE49-F238E27FC236}">
                <a16:creationId xmlns:a16="http://schemas.microsoft.com/office/drawing/2014/main" id="{D3C3401E-5D6E-4016-BE77-765ACA4D0A8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67" name="38-text-2">
            <a:extLst xmlns:a="http://schemas.openxmlformats.org/drawingml/2006/main">
              <a:ext uri="{FF2B5EF4-FFF2-40B4-BE49-F238E27FC236}">
                <a16:creationId xmlns:a16="http://schemas.microsoft.com/office/drawing/2014/main" id="{3CB0BD7A-6970-4BAA-9E1D-76B4F4B7680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68" name="38-text-3">
            <a:extLst xmlns:a="http://schemas.openxmlformats.org/drawingml/2006/main">
              <a:ext uri="{FF2B5EF4-FFF2-40B4-BE49-F238E27FC236}">
                <a16:creationId xmlns:a16="http://schemas.microsoft.com/office/drawing/2014/main" id="{30060C08-A24E-4400-A885-5B72D059EDA3}"/>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69" name="38-text-4">
            <a:extLst xmlns:a="http://schemas.openxmlformats.org/drawingml/2006/main">
              <a:ext uri="{FF2B5EF4-FFF2-40B4-BE49-F238E27FC236}">
                <a16:creationId xmlns:a16="http://schemas.microsoft.com/office/drawing/2014/main" id="{50853576-199B-409D-A6BD-AF0B2AD6D354}"/>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70" name="38-text-5">
            <a:extLst xmlns:a="http://schemas.openxmlformats.org/drawingml/2006/main">
              <a:ext uri="{FF2B5EF4-FFF2-40B4-BE49-F238E27FC236}">
                <a16:creationId xmlns:a16="http://schemas.microsoft.com/office/drawing/2014/main" id="{BEE81A98-22C0-4C21-BFE3-2ABE94E61450}"/>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71" name="38-text-6">
            <a:extLst xmlns:a="http://schemas.openxmlformats.org/drawingml/2006/main">
              <a:ext uri="{FF2B5EF4-FFF2-40B4-BE49-F238E27FC236}">
                <a16:creationId xmlns:a16="http://schemas.microsoft.com/office/drawing/2014/main" id="{D6818662-4AB2-43E7-8336-97A69B906A9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72" name="38-text-7">
            <a:extLst xmlns:a="http://schemas.openxmlformats.org/drawingml/2006/main">
              <a:ext uri="{FF2B5EF4-FFF2-40B4-BE49-F238E27FC236}">
                <a16:creationId xmlns:a16="http://schemas.microsoft.com/office/drawing/2014/main" id="{2238C69A-EC4D-4AE8-A456-94AA1A024EC0}"/>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73" name="38-text-8">
            <a:extLst xmlns:a="http://schemas.openxmlformats.org/drawingml/2006/main">
              <a:ext uri="{FF2B5EF4-FFF2-40B4-BE49-F238E27FC236}">
                <a16:creationId xmlns:a16="http://schemas.microsoft.com/office/drawing/2014/main" id="{3C0CD3A4-95B0-46FF-AEE3-57A368B9288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74" name="38-text-9">
            <a:extLst xmlns:a="http://schemas.openxmlformats.org/drawingml/2006/main">
              <a:ext uri="{FF2B5EF4-FFF2-40B4-BE49-F238E27FC236}">
                <a16:creationId xmlns:a16="http://schemas.microsoft.com/office/drawing/2014/main" id="{FD789CE2-58AE-47D6-B0DE-DB48721D536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75" name="narrative-number">
            <a:extLst xmlns:a="http://schemas.openxmlformats.org/drawingml/2006/main">
              <a:ext uri="{FF2B5EF4-FFF2-40B4-BE49-F238E27FC236}">
                <a16:creationId xmlns:a16="http://schemas.microsoft.com/office/drawing/2014/main" id="{C161A68E-FD90-40F6-9C83-E8F325FF55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649020963"/>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6" name="!!area-name">
            <a:extLst xmlns:a="http://schemas.openxmlformats.org/drawingml/2006/main">
              <a:ext uri="{FF2B5EF4-FFF2-40B4-BE49-F238E27FC236}">
                <a16:creationId xmlns:a16="http://schemas.microsoft.com/office/drawing/2014/main" id="{29AC4487-57C3-4590-AD13-11C2612A30A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485" name="mini-map-39"/>
          <p:cNvPicPr>
            <a:picLocks xmlns:a="http://schemas.openxmlformats.org/drawingml/2006/main" noChangeAspect="1"/>
          </p:cNvPicPr>
          <p:nvPr/>
        </p:nvPicPr>
        <p:blipFill>
          <a:blip xmlns:r="http://schemas.openxmlformats.org/officeDocument/2006/relationships" xmlns:a="http://schemas.openxmlformats.org/drawingml/2006/main" r:embed="Rad153bfe5c3e4df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8" name="slide-title">
            <a:extLst xmlns:a="http://schemas.openxmlformats.org/drawingml/2006/main">
              <a:ext uri="{FF2B5EF4-FFF2-40B4-BE49-F238E27FC236}">
                <a16:creationId xmlns:a16="http://schemas.microsoft.com/office/drawing/2014/main" id="{78F1C323-0F04-4869-8788-7DA73EDC6E1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79" name="header-divider-39">
            <a:extLst xmlns:a="http://schemas.openxmlformats.org/drawingml/2006/main">
              <a:ext uri="{FF2B5EF4-FFF2-40B4-BE49-F238E27FC236}">
                <a16:creationId xmlns:a16="http://schemas.microsoft.com/office/drawing/2014/main" id="{FFB1203E-141B-44E3-89E2-F676BED9DE8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0" name="39-text-1">
            <a:extLst xmlns:a="http://schemas.openxmlformats.org/drawingml/2006/main">
              <a:ext uri="{FF2B5EF4-FFF2-40B4-BE49-F238E27FC236}">
                <a16:creationId xmlns:a16="http://schemas.microsoft.com/office/drawing/2014/main" id="{AA75F6AF-429D-4979-9D32-C3C06473320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489" name="39-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82" name="39-text-3">
            <a:extLst xmlns:a="http://schemas.openxmlformats.org/drawingml/2006/main">
              <a:ext uri="{FF2B5EF4-FFF2-40B4-BE49-F238E27FC236}">
                <a16:creationId xmlns:a16="http://schemas.microsoft.com/office/drawing/2014/main" id="{8EBECC2B-1DBA-4036-BA09-1B568FB1628D}"/>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483" name="narrative-number">
            <a:extLst xmlns:a="http://schemas.openxmlformats.org/drawingml/2006/main">
              <a:ext uri="{FF2B5EF4-FFF2-40B4-BE49-F238E27FC236}">
                <a16:creationId xmlns:a16="http://schemas.microsoft.com/office/drawing/2014/main" id="{EA2DD52B-F646-4A89-B662-669B165AECC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4046687812"/>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86" name="40-image-1"/>
          <p:cNvPicPr>
            <a:picLocks xmlns:a="http://schemas.openxmlformats.org/drawingml/2006/main" noChangeAspect="1"/>
          </p:cNvPicPr>
          <p:nvPr/>
        </p:nvPicPr>
        <p:blipFill>
          <a:blip xmlns:r="http://schemas.openxmlformats.org/officeDocument/2006/relationships" xmlns:a="http://schemas.openxmlformats.org/drawingml/2006/main" r:embed="R1f2f557640e4489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85" name="narrative-number">
            <a:extLst xmlns:a="http://schemas.openxmlformats.org/drawingml/2006/main">
              <a:ext uri="{FF2B5EF4-FFF2-40B4-BE49-F238E27FC236}">
                <a16:creationId xmlns:a16="http://schemas.microsoft.com/office/drawing/2014/main" id="{D874E83F-0D9C-4085-BC1D-C40ACD2DA4C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856497657"/>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6" name="section-label">
            <a:extLst xmlns:a="http://schemas.openxmlformats.org/drawingml/2006/main">
              <a:ext uri="{FF2B5EF4-FFF2-40B4-BE49-F238E27FC236}">
                <a16:creationId xmlns:a16="http://schemas.microsoft.com/office/drawing/2014/main" id="{82EBC4AE-4D21-4FFF-B139-84B92AE45DF2}"/>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87" name="section-rule">
            <a:extLst xmlns:a="http://schemas.openxmlformats.org/drawingml/2006/main">
              <a:ext uri="{FF2B5EF4-FFF2-40B4-BE49-F238E27FC236}">
                <a16:creationId xmlns:a16="http://schemas.microsoft.com/office/drawing/2014/main" id="{81E81957-BCDA-4B31-BD3D-3046705A8FFA}"/>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8" name="section-title">
            <a:extLst xmlns:a="http://schemas.openxmlformats.org/drawingml/2006/main">
              <a:ext uri="{FF2B5EF4-FFF2-40B4-BE49-F238E27FC236}">
                <a16:creationId xmlns:a16="http://schemas.microsoft.com/office/drawing/2014/main" id="{AE6795DE-B75A-49C6-A825-32E5CFAC1B3B}"/>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89" name="narrative-number">
            <a:extLst xmlns:a="http://schemas.openxmlformats.org/drawingml/2006/main">
              <a:ext uri="{FF2B5EF4-FFF2-40B4-BE49-F238E27FC236}">
                <a16:creationId xmlns:a16="http://schemas.microsoft.com/office/drawing/2014/main" id="{AF0FF7E5-5A8B-40CD-9F03-5599C2A8CD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1608912759"/>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0" name="!!area-name">
            <a:extLst xmlns:a="http://schemas.openxmlformats.org/drawingml/2006/main">
              <a:ext uri="{FF2B5EF4-FFF2-40B4-BE49-F238E27FC236}">
                <a16:creationId xmlns:a16="http://schemas.microsoft.com/office/drawing/2014/main" id="{F030289B-CDD8-4AC2-89A3-39E659498BB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97" name="mini-map-42"/>
          <p:cNvPicPr>
            <a:picLocks xmlns:a="http://schemas.openxmlformats.org/drawingml/2006/main" noChangeAspect="1"/>
          </p:cNvPicPr>
          <p:nvPr/>
        </p:nvPicPr>
        <p:blipFill>
          <a:blip xmlns:r="http://schemas.openxmlformats.org/officeDocument/2006/relationships" xmlns:a="http://schemas.openxmlformats.org/drawingml/2006/main" r:embed="R4bb2c3c20eea469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2" name="slide-title">
            <a:extLst xmlns:a="http://schemas.openxmlformats.org/drawingml/2006/main">
              <a:ext uri="{FF2B5EF4-FFF2-40B4-BE49-F238E27FC236}">
                <a16:creationId xmlns:a16="http://schemas.microsoft.com/office/drawing/2014/main" id="{A4E54A44-A8FB-43AD-A116-403AFFB2E44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93" name="header-divider-42">
            <a:extLst xmlns:a="http://schemas.openxmlformats.org/drawingml/2006/main">
              <a:ext uri="{FF2B5EF4-FFF2-40B4-BE49-F238E27FC236}">
                <a16:creationId xmlns:a16="http://schemas.microsoft.com/office/drawing/2014/main" id="{A1F2A56F-C2A3-4EE8-AB6F-3DDC532CEF8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00" name="42-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95" name="narrative-number">
            <a:extLst xmlns:a="http://schemas.openxmlformats.org/drawingml/2006/main">
              <a:ext uri="{FF2B5EF4-FFF2-40B4-BE49-F238E27FC236}">
                <a16:creationId xmlns:a16="http://schemas.microsoft.com/office/drawing/2014/main" id="{5222801E-F762-48EF-9939-F28D5CE81EC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511378868"/>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6" name="!!area-name">
            <a:extLst xmlns:a="http://schemas.openxmlformats.org/drawingml/2006/main">
              <a:ext uri="{FF2B5EF4-FFF2-40B4-BE49-F238E27FC236}">
                <a16:creationId xmlns:a16="http://schemas.microsoft.com/office/drawing/2014/main" id="{945321AB-1BD1-45BB-B78D-35EFE2FBE4C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03" name="mini-map-43"/>
          <p:cNvPicPr>
            <a:picLocks xmlns:a="http://schemas.openxmlformats.org/drawingml/2006/main" noChangeAspect="1"/>
          </p:cNvPicPr>
          <p:nvPr/>
        </p:nvPicPr>
        <p:blipFill>
          <a:blip xmlns:r="http://schemas.openxmlformats.org/officeDocument/2006/relationships" xmlns:a="http://schemas.openxmlformats.org/drawingml/2006/main" r:embed="Rd50b4981b1c84be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8" name="slide-title">
            <a:extLst xmlns:a="http://schemas.openxmlformats.org/drawingml/2006/main">
              <a:ext uri="{FF2B5EF4-FFF2-40B4-BE49-F238E27FC236}">
                <a16:creationId xmlns:a16="http://schemas.microsoft.com/office/drawing/2014/main" id="{7DCDAD12-916F-498E-AD12-3EF174847F2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99" name="header-divider-43">
            <a:extLst xmlns:a="http://schemas.openxmlformats.org/drawingml/2006/main">
              <a:ext uri="{FF2B5EF4-FFF2-40B4-BE49-F238E27FC236}">
                <a16:creationId xmlns:a16="http://schemas.microsoft.com/office/drawing/2014/main" id="{B62D160A-2FBD-46F0-8B59-60E6FA9636B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06" name="43-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1" name="narrative-number">
            <a:extLst xmlns:a="http://schemas.openxmlformats.org/drawingml/2006/main">
              <a:ext uri="{FF2B5EF4-FFF2-40B4-BE49-F238E27FC236}">
                <a16:creationId xmlns:a16="http://schemas.microsoft.com/office/drawing/2014/main" id="{02100916-4559-4790-BEE0-A25B96C5E06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1969032810"/>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2" name="!!area-name">
            <a:extLst xmlns:a="http://schemas.openxmlformats.org/drawingml/2006/main">
              <a:ext uri="{FF2B5EF4-FFF2-40B4-BE49-F238E27FC236}">
                <a16:creationId xmlns:a16="http://schemas.microsoft.com/office/drawing/2014/main" id="{455A6916-F210-4AFB-A27B-1176FA2D2214}"/>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03" name="header-divider-44">
            <a:extLst xmlns:a="http://schemas.openxmlformats.org/drawingml/2006/main">
              <a:ext uri="{FF2B5EF4-FFF2-40B4-BE49-F238E27FC236}">
                <a16:creationId xmlns:a16="http://schemas.microsoft.com/office/drawing/2014/main" id="{01A7F6B8-F606-4773-87A6-2722F1243A3B}"/>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4" name="44-shape-1">
            <a:extLst xmlns:a="http://schemas.openxmlformats.org/drawingml/2006/main">
              <a:ext uri="{FF2B5EF4-FFF2-40B4-BE49-F238E27FC236}">
                <a16:creationId xmlns:a16="http://schemas.microsoft.com/office/drawing/2014/main" id="{128EDDEE-1F76-4786-9D7D-E12AB671D245}"/>
              </a:ext>
            </a:extLst>
          </p:cNvPr>
          <p:cNvSpPr>
            <a:spLocks xmlns:a="http://schemas.openxmlformats.org/drawingml/2006/main"/>
          </p:cNvSpPr>
          <p:nvPr/>
        </p:nvSpPr>
        <p:spPr>
          <a:xfrm xmlns:a="http://schemas.openxmlformats.org/drawingml/2006/main">
            <a:off x="0" y="1270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05" name="44-shape-2">
            <a:extLst xmlns:a="http://schemas.openxmlformats.org/drawingml/2006/main">
              <a:ext uri="{FF2B5EF4-FFF2-40B4-BE49-F238E27FC236}">
                <a16:creationId xmlns:a16="http://schemas.microsoft.com/office/drawing/2014/main" id="{88260DC4-8BDD-4DE0-8BDA-697C0D5F05E5}"/>
              </a:ext>
            </a:extLst>
          </p:cNvPr>
          <p:cNvSpPr>
            <a:spLocks xmlns:a="http://schemas.openxmlformats.org/drawingml/2006/main"/>
          </p:cNvSpPr>
          <p:nvPr/>
        </p:nvSpPr>
        <p:spPr>
          <a:xfrm xmlns:a="http://schemas.openxmlformats.org/drawingml/2006/main">
            <a:off x="0" y="1270000"/>
            <a:ext cx="34544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06" name="44-text-3">
            <a:extLst xmlns:a="http://schemas.openxmlformats.org/drawingml/2006/main">
              <a:ext uri="{FF2B5EF4-FFF2-40B4-BE49-F238E27FC236}">
                <a16:creationId xmlns:a16="http://schemas.microsoft.com/office/drawing/2014/main" id="{F5664ED5-8FF1-4C8B-88F3-853F7C0D38DF}"/>
              </a:ext>
            </a:extLst>
          </p:cNvPr>
          <p:cNvSpPr>
            <a:spLocks xmlns:a="http://schemas.openxmlformats.org/drawingml/2006/main"/>
          </p:cNvSpPr>
          <p:nvPr/>
        </p:nvSpPr>
        <p:spPr>
          <a:xfrm xmlns:a="http://schemas.openxmlformats.org/drawingml/2006/main">
            <a:off x="609600" y="1308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07" name="44-text-4">
            <a:extLst xmlns:a="http://schemas.openxmlformats.org/drawingml/2006/main">
              <a:ext uri="{FF2B5EF4-FFF2-40B4-BE49-F238E27FC236}">
                <a16:creationId xmlns:a16="http://schemas.microsoft.com/office/drawing/2014/main" id="{7673EDA0-5523-4C2F-BC53-6F8AD3E648D1}"/>
              </a:ext>
            </a:extLst>
          </p:cNvPr>
          <p:cNvSpPr>
            <a:spLocks xmlns:a="http://schemas.openxmlformats.org/drawingml/2006/main"/>
          </p:cNvSpPr>
          <p:nvPr/>
        </p:nvSpPr>
        <p:spPr>
          <a:xfrm xmlns:a="http://schemas.openxmlformats.org/drawingml/2006/main">
            <a:off x="3759200" y="1308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08" name="44-shape-5">
            <a:extLst xmlns:a="http://schemas.openxmlformats.org/drawingml/2006/main">
              <a:ext uri="{FF2B5EF4-FFF2-40B4-BE49-F238E27FC236}">
                <a16:creationId xmlns:a16="http://schemas.microsoft.com/office/drawing/2014/main" id="{A9ED7071-F73A-4C95-95F5-C698473B7F5E}"/>
              </a:ext>
            </a:extLst>
          </p:cNvPr>
          <p:cNvSpPr>
            <a:spLocks xmlns:a="http://schemas.openxmlformats.org/drawingml/2006/main"/>
          </p:cNvSpPr>
          <p:nvPr/>
        </p:nvSpPr>
        <p:spPr>
          <a:xfrm xmlns:a="http://schemas.openxmlformats.org/drawingml/2006/main">
            <a:off x="0" y="21082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09" name="44-shape-6">
            <a:extLst xmlns:a="http://schemas.openxmlformats.org/drawingml/2006/main">
              <a:ext uri="{FF2B5EF4-FFF2-40B4-BE49-F238E27FC236}">
                <a16:creationId xmlns:a16="http://schemas.microsoft.com/office/drawing/2014/main" id="{D79B47BB-A1A2-4AF8-8A9C-0D20643FF239}"/>
              </a:ext>
            </a:extLst>
          </p:cNvPr>
          <p:cNvSpPr>
            <a:spLocks xmlns:a="http://schemas.openxmlformats.org/drawingml/2006/main"/>
          </p:cNvSpPr>
          <p:nvPr/>
        </p:nvSpPr>
        <p:spPr>
          <a:xfrm xmlns:a="http://schemas.openxmlformats.org/drawingml/2006/main">
            <a:off x="0" y="21082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10" name="44-text-7">
            <a:extLst xmlns:a="http://schemas.openxmlformats.org/drawingml/2006/main">
              <a:ext uri="{FF2B5EF4-FFF2-40B4-BE49-F238E27FC236}">
                <a16:creationId xmlns:a16="http://schemas.microsoft.com/office/drawing/2014/main" id="{FDF22EF5-7920-4674-B8CF-C89E24F0B608}"/>
              </a:ext>
            </a:extLst>
          </p:cNvPr>
          <p:cNvSpPr>
            <a:spLocks xmlns:a="http://schemas.openxmlformats.org/drawingml/2006/main"/>
          </p:cNvSpPr>
          <p:nvPr/>
        </p:nvSpPr>
        <p:spPr>
          <a:xfrm xmlns:a="http://schemas.openxmlformats.org/drawingml/2006/main">
            <a:off x="609600" y="21463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11" name="44-text-8">
            <a:extLst xmlns:a="http://schemas.openxmlformats.org/drawingml/2006/main">
              <a:ext uri="{FF2B5EF4-FFF2-40B4-BE49-F238E27FC236}">
                <a16:creationId xmlns:a16="http://schemas.microsoft.com/office/drawing/2014/main" id="{79250063-1AEB-405B-AEAF-9726C272C938}"/>
              </a:ext>
            </a:extLst>
          </p:cNvPr>
          <p:cNvSpPr>
            <a:spLocks xmlns:a="http://schemas.openxmlformats.org/drawingml/2006/main"/>
          </p:cNvSpPr>
          <p:nvPr/>
        </p:nvSpPr>
        <p:spPr>
          <a:xfrm xmlns:a="http://schemas.openxmlformats.org/drawingml/2006/main">
            <a:off x="3759200" y="21463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12" name="44-shape-9">
            <a:extLst xmlns:a="http://schemas.openxmlformats.org/drawingml/2006/main">
              <a:ext uri="{FF2B5EF4-FFF2-40B4-BE49-F238E27FC236}">
                <a16:creationId xmlns:a16="http://schemas.microsoft.com/office/drawing/2014/main" id="{A904C3CA-5CB4-4597-B594-0DF484BA80F2}"/>
              </a:ext>
            </a:extLst>
          </p:cNvPr>
          <p:cNvSpPr>
            <a:spLocks xmlns:a="http://schemas.openxmlformats.org/drawingml/2006/main"/>
          </p:cNvSpPr>
          <p:nvPr/>
        </p:nvSpPr>
        <p:spPr>
          <a:xfrm xmlns:a="http://schemas.openxmlformats.org/drawingml/2006/main">
            <a:off x="0" y="29464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13" name="44-shape-10">
            <a:extLst xmlns:a="http://schemas.openxmlformats.org/drawingml/2006/main">
              <a:ext uri="{FF2B5EF4-FFF2-40B4-BE49-F238E27FC236}">
                <a16:creationId xmlns:a16="http://schemas.microsoft.com/office/drawing/2014/main" id="{B035E17C-090A-4405-A479-FEC248A1C9F1}"/>
              </a:ext>
            </a:extLst>
          </p:cNvPr>
          <p:cNvSpPr>
            <a:spLocks xmlns:a="http://schemas.openxmlformats.org/drawingml/2006/main"/>
          </p:cNvSpPr>
          <p:nvPr/>
        </p:nvSpPr>
        <p:spPr>
          <a:xfrm xmlns:a="http://schemas.openxmlformats.org/drawingml/2006/main">
            <a:off x="0" y="29464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14" name="44-text-11">
            <a:extLst xmlns:a="http://schemas.openxmlformats.org/drawingml/2006/main">
              <a:ext uri="{FF2B5EF4-FFF2-40B4-BE49-F238E27FC236}">
                <a16:creationId xmlns:a16="http://schemas.microsoft.com/office/drawing/2014/main" id="{810EC793-972D-402B-87E0-0CA9D458DF40}"/>
              </a:ext>
            </a:extLst>
          </p:cNvPr>
          <p:cNvSpPr>
            <a:spLocks xmlns:a="http://schemas.openxmlformats.org/drawingml/2006/main"/>
          </p:cNvSpPr>
          <p:nvPr/>
        </p:nvSpPr>
        <p:spPr>
          <a:xfrm xmlns:a="http://schemas.openxmlformats.org/drawingml/2006/main">
            <a:off x="609600" y="29845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15" name="44-text-12">
            <a:extLst xmlns:a="http://schemas.openxmlformats.org/drawingml/2006/main">
              <a:ext uri="{FF2B5EF4-FFF2-40B4-BE49-F238E27FC236}">
                <a16:creationId xmlns:a16="http://schemas.microsoft.com/office/drawing/2014/main" id="{5996B11A-0281-49B0-96D7-584D89B89A09}"/>
              </a:ext>
            </a:extLst>
          </p:cNvPr>
          <p:cNvSpPr>
            <a:spLocks xmlns:a="http://schemas.openxmlformats.org/drawingml/2006/main"/>
          </p:cNvSpPr>
          <p:nvPr/>
        </p:nvSpPr>
        <p:spPr>
          <a:xfrm xmlns:a="http://schemas.openxmlformats.org/drawingml/2006/main">
            <a:off x="3759200" y="29845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16" name="44-shape-13">
            <a:extLst xmlns:a="http://schemas.openxmlformats.org/drawingml/2006/main">
              <a:ext uri="{FF2B5EF4-FFF2-40B4-BE49-F238E27FC236}">
                <a16:creationId xmlns:a16="http://schemas.microsoft.com/office/drawing/2014/main" id="{D3922608-2716-4395-A5DA-E0007544E1B2}"/>
              </a:ext>
            </a:extLst>
          </p:cNvPr>
          <p:cNvSpPr>
            <a:spLocks xmlns:a="http://schemas.openxmlformats.org/drawingml/2006/main"/>
          </p:cNvSpPr>
          <p:nvPr/>
        </p:nvSpPr>
        <p:spPr>
          <a:xfrm xmlns:a="http://schemas.openxmlformats.org/drawingml/2006/main">
            <a:off x="0" y="37846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17" name="44-shape-14">
            <a:extLst xmlns:a="http://schemas.openxmlformats.org/drawingml/2006/main">
              <a:ext uri="{FF2B5EF4-FFF2-40B4-BE49-F238E27FC236}">
                <a16:creationId xmlns:a16="http://schemas.microsoft.com/office/drawing/2014/main" id="{0EB33EEC-49EA-4998-B101-5E73D238D765}"/>
              </a:ext>
            </a:extLst>
          </p:cNvPr>
          <p:cNvSpPr>
            <a:spLocks xmlns:a="http://schemas.openxmlformats.org/drawingml/2006/main"/>
          </p:cNvSpPr>
          <p:nvPr/>
        </p:nvSpPr>
        <p:spPr>
          <a:xfrm xmlns:a="http://schemas.openxmlformats.org/drawingml/2006/main">
            <a:off x="0" y="37846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18" name="44-text-15">
            <a:extLst xmlns:a="http://schemas.openxmlformats.org/drawingml/2006/main">
              <a:ext uri="{FF2B5EF4-FFF2-40B4-BE49-F238E27FC236}">
                <a16:creationId xmlns:a16="http://schemas.microsoft.com/office/drawing/2014/main" id="{F07CD44E-5D1B-4102-8774-800BBEA134FA}"/>
              </a:ext>
            </a:extLst>
          </p:cNvPr>
          <p:cNvSpPr>
            <a:spLocks xmlns:a="http://schemas.openxmlformats.org/drawingml/2006/main"/>
          </p:cNvSpPr>
          <p:nvPr/>
        </p:nvSpPr>
        <p:spPr>
          <a:xfrm xmlns:a="http://schemas.openxmlformats.org/drawingml/2006/main">
            <a:off x="609600" y="38227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19" name="44-text-16">
            <a:extLst xmlns:a="http://schemas.openxmlformats.org/drawingml/2006/main">
              <a:ext uri="{FF2B5EF4-FFF2-40B4-BE49-F238E27FC236}">
                <a16:creationId xmlns:a16="http://schemas.microsoft.com/office/drawing/2014/main" id="{86253320-E993-4A01-814A-2E56F09FE32D}"/>
              </a:ext>
            </a:extLst>
          </p:cNvPr>
          <p:cNvSpPr>
            <a:spLocks xmlns:a="http://schemas.openxmlformats.org/drawingml/2006/main"/>
          </p:cNvSpPr>
          <p:nvPr/>
        </p:nvSpPr>
        <p:spPr>
          <a:xfrm xmlns:a="http://schemas.openxmlformats.org/drawingml/2006/main">
            <a:off x="3759200" y="38227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20" name="44-shape-17">
            <a:extLst xmlns:a="http://schemas.openxmlformats.org/drawingml/2006/main">
              <a:ext uri="{FF2B5EF4-FFF2-40B4-BE49-F238E27FC236}">
                <a16:creationId xmlns:a16="http://schemas.microsoft.com/office/drawing/2014/main" id="{961CDE74-CE8D-43E8-BCB8-8BDBC823BB16}"/>
              </a:ext>
            </a:extLst>
          </p:cNvPr>
          <p:cNvSpPr>
            <a:spLocks xmlns:a="http://schemas.openxmlformats.org/drawingml/2006/main"/>
          </p:cNvSpPr>
          <p:nvPr/>
        </p:nvSpPr>
        <p:spPr>
          <a:xfrm xmlns:a="http://schemas.openxmlformats.org/drawingml/2006/main">
            <a:off x="0" y="46228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1" name="44-shape-18">
            <a:extLst xmlns:a="http://schemas.openxmlformats.org/drawingml/2006/main">
              <a:ext uri="{FF2B5EF4-FFF2-40B4-BE49-F238E27FC236}">
                <a16:creationId xmlns:a16="http://schemas.microsoft.com/office/drawing/2014/main" id="{417C2973-C347-4674-82EB-E3D7E61B391D}"/>
              </a:ext>
            </a:extLst>
          </p:cNvPr>
          <p:cNvSpPr>
            <a:spLocks xmlns:a="http://schemas.openxmlformats.org/drawingml/2006/main"/>
          </p:cNvSpPr>
          <p:nvPr/>
        </p:nvSpPr>
        <p:spPr>
          <a:xfrm xmlns:a="http://schemas.openxmlformats.org/drawingml/2006/main">
            <a:off x="0" y="4622800"/>
            <a:ext cx="34544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22" name="44-text-19">
            <a:extLst xmlns:a="http://schemas.openxmlformats.org/drawingml/2006/main">
              <a:ext uri="{FF2B5EF4-FFF2-40B4-BE49-F238E27FC236}">
                <a16:creationId xmlns:a16="http://schemas.microsoft.com/office/drawing/2014/main" id="{8F9C6CEB-7E76-4DEB-A3D0-E54FF2F7C1E6}"/>
              </a:ext>
            </a:extLst>
          </p:cNvPr>
          <p:cNvSpPr>
            <a:spLocks xmlns:a="http://schemas.openxmlformats.org/drawingml/2006/main"/>
          </p:cNvSpPr>
          <p:nvPr/>
        </p:nvSpPr>
        <p:spPr>
          <a:xfrm xmlns:a="http://schemas.openxmlformats.org/drawingml/2006/main">
            <a:off x="609600" y="46609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23" name="44-text-20">
            <a:extLst xmlns:a="http://schemas.openxmlformats.org/drawingml/2006/main">
              <a:ext uri="{FF2B5EF4-FFF2-40B4-BE49-F238E27FC236}">
                <a16:creationId xmlns:a16="http://schemas.microsoft.com/office/drawing/2014/main" id="{4E37BA06-352F-49C9-84EF-4102F3458141}"/>
              </a:ext>
            </a:extLst>
          </p:cNvPr>
          <p:cNvSpPr>
            <a:spLocks xmlns:a="http://schemas.openxmlformats.org/drawingml/2006/main"/>
          </p:cNvSpPr>
          <p:nvPr/>
        </p:nvSpPr>
        <p:spPr>
          <a:xfrm xmlns:a="http://schemas.openxmlformats.org/drawingml/2006/main">
            <a:off x="3759200" y="46609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24" name="44-shape-21">
            <a:extLst xmlns:a="http://schemas.openxmlformats.org/drawingml/2006/main">
              <a:ext uri="{FF2B5EF4-FFF2-40B4-BE49-F238E27FC236}">
                <a16:creationId xmlns:a16="http://schemas.microsoft.com/office/drawing/2014/main" id="{44CD05DA-3CDD-474C-9FE4-6DAB2D708734}"/>
              </a:ext>
            </a:extLst>
          </p:cNvPr>
          <p:cNvSpPr>
            <a:spLocks xmlns:a="http://schemas.openxmlformats.org/drawingml/2006/main"/>
          </p:cNvSpPr>
          <p:nvPr/>
        </p:nvSpPr>
        <p:spPr>
          <a:xfrm xmlns:a="http://schemas.openxmlformats.org/drawingml/2006/main">
            <a:off x="0" y="5461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5" name="44-shape-22">
            <a:extLst xmlns:a="http://schemas.openxmlformats.org/drawingml/2006/main">
              <a:ext uri="{FF2B5EF4-FFF2-40B4-BE49-F238E27FC236}">
                <a16:creationId xmlns:a16="http://schemas.microsoft.com/office/drawing/2014/main" id="{4169E1D8-332F-45FD-A80A-95A057B13244}"/>
              </a:ext>
            </a:extLst>
          </p:cNvPr>
          <p:cNvSpPr>
            <a:spLocks xmlns:a="http://schemas.openxmlformats.org/drawingml/2006/main"/>
          </p:cNvSpPr>
          <p:nvPr/>
        </p:nvSpPr>
        <p:spPr>
          <a:xfrm xmlns:a="http://schemas.openxmlformats.org/drawingml/2006/main">
            <a:off x="0" y="5461000"/>
            <a:ext cx="34544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26" name="44-text-23">
            <a:extLst xmlns:a="http://schemas.openxmlformats.org/drawingml/2006/main">
              <a:ext uri="{FF2B5EF4-FFF2-40B4-BE49-F238E27FC236}">
                <a16:creationId xmlns:a16="http://schemas.microsoft.com/office/drawing/2014/main" id="{50D9C391-5758-4B87-A6BB-425388CB8B29}"/>
              </a:ext>
            </a:extLst>
          </p:cNvPr>
          <p:cNvSpPr>
            <a:spLocks xmlns:a="http://schemas.openxmlformats.org/drawingml/2006/main"/>
          </p:cNvSpPr>
          <p:nvPr/>
        </p:nvSpPr>
        <p:spPr>
          <a:xfrm xmlns:a="http://schemas.openxmlformats.org/drawingml/2006/main">
            <a:off x="609600" y="5499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27" name="44-text-24">
            <a:extLst xmlns:a="http://schemas.openxmlformats.org/drawingml/2006/main">
              <a:ext uri="{FF2B5EF4-FFF2-40B4-BE49-F238E27FC236}">
                <a16:creationId xmlns:a16="http://schemas.microsoft.com/office/drawing/2014/main" id="{596599BF-D870-4485-8965-00F98882E577}"/>
              </a:ext>
            </a:extLst>
          </p:cNvPr>
          <p:cNvSpPr>
            <a:spLocks xmlns:a="http://schemas.openxmlformats.org/drawingml/2006/main"/>
          </p:cNvSpPr>
          <p:nvPr/>
        </p:nvSpPr>
        <p:spPr>
          <a:xfrm xmlns:a="http://schemas.openxmlformats.org/drawingml/2006/main">
            <a:off x="3759200" y="5499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28" name="narrative-number">
            <a:extLst xmlns:a="http://schemas.openxmlformats.org/drawingml/2006/main">
              <a:ext uri="{FF2B5EF4-FFF2-40B4-BE49-F238E27FC236}">
                <a16:creationId xmlns:a16="http://schemas.microsoft.com/office/drawing/2014/main" id="{15B9C6A6-E41E-46EA-92DB-C2EE542E153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1406429089"/>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9" name="!!area-name">
            <a:extLst xmlns:a="http://schemas.openxmlformats.org/drawingml/2006/main">
              <a:ext uri="{FF2B5EF4-FFF2-40B4-BE49-F238E27FC236}">
                <a16:creationId xmlns:a16="http://schemas.microsoft.com/office/drawing/2014/main" id="{80C8B32B-DB12-4DE5-BE8D-EDDA1133CEA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47" name="mini-map-45"/>
          <p:cNvPicPr>
            <a:picLocks xmlns:a="http://schemas.openxmlformats.org/drawingml/2006/main" noChangeAspect="1"/>
          </p:cNvPicPr>
          <p:nvPr/>
        </p:nvPicPr>
        <p:blipFill>
          <a:blip xmlns:r="http://schemas.openxmlformats.org/officeDocument/2006/relationships" xmlns:a="http://schemas.openxmlformats.org/drawingml/2006/main" r:embed="Rdd615edd21984f4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1" name="slide-title">
            <a:extLst xmlns:a="http://schemas.openxmlformats.org/drawingml/2006/main">
              <a:ext uri="{FF2B5EF4-FFF2-40B4-BE49-F238E27FC236}">
                <a16:creationId xmlns:a16="http://schemas.microsoft.com/office/drawing/2014/main" id="{8680E342-3658-4FD5-8F1E-A542E866881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32" name="header-divider-45">
            <a:extLst xmlns:a="http://schemas.openxmlformats.org/drawingml/2006/main">
              <a:ext uri="{FF2B5EF4-FFF2-40B4-BE49-F238E27FC236}">
                <a16:creationId xmlns:a16="http://schemas.microsoft.com/office/drawing/2014/main" id="{AB1183F6-29F0-40BC-93E3-348DDF48BE2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3" name="45-shape-1">
            <a:extLst xmlns:a="http://schemas.openxmlformats.org/drawingml/2006/main">
              <a:ext uri="{FF2B5EF4-FFF2-40B4-BE49-F238E27FC236}">
                <a16:creationId xmlns:a16="http://schemas.microsoft.com/office/drawing/2014/main" id="{3FF3C2F6-E7D4-42AB-8497-06990542D218}"/>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34" name="45-text-2">
            <a:extLst xmlns:a="http://schemas.openxmlformats.org/drawingml/2006/main">
              <a:ext uri="{FF2B5EF4-FFF2-40B4-BE49-F238E27FC236}">
                <a16:creationId xmlns:a16="http://schemas.microsoft.com/office/drawing/2014/main" id="{6725AA79-16EC-47E2-9B14-E14B5AC2AF38}"/>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35" name="45-text-3">
            <a:extLst xmlns:a="http://schemas.openxmlformats.org/drawingml/2006/main">
              <a:ext uri="{FF2B5EF4-FFF2-40B4-BE49-F238E27FC236}">
                <a16:creationId xmlns:a16="http://schemas.microsoft.com/office/drawing/2014/main" id="{C7FFBE5C-5752-4B6A-BF2C-06A8095CC8CE}"/>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36" name="45-shape-4">
            <a:extLst xmlns:a="http://schemas.openxmlformats.org/drawingml/2006/main">
              <a:ext uri="{FF2B5EF4-FFF2-40B4-BE49-F238E27FC236}">
                <a16:creationId xmlns:a16="http://schemas.microsoft.com/office/drawing/2014/main" id="{486F4201-8B51-456D-88FD-D742DEF9E709}"/>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37" name="45-text-5">
            <a:extLst xmlns:a="http://schemas.openxmlformats.org/drawingml/2006/main">
              <a:ext uri="{FF2B5EF4-FFF2-40B4-BE49-F238E27FC236}">
                <a16:creationId xmlns:a16="http://schemas.microsoft.com/office/drawing/2014/main" id="{D853F9F1-65CC-4111-B789-9A907DECE05B}"/>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38" name="45-text-6">
            <a:extLst xmlns:a="http://schemas.openxmlformats.org/drawingml/2006/main">
              <a:ext uri="{FF2B5EF4-FFF2-40B4-BE49-F238E27FC236}">
                <a16:creationId xmlns:a16="http://schemas.microsoft.com/office/drawing/2014/main" id="{7403684F-C35A-4495-AED0-1F7C3CB83621}"/>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39" name="45-shape-7">
            <a:extLst xmlns:a="http://schemas.openxmlformats.org/drawingml/2006/main">
              <a:ext uri="{FF2B5EF4-FFF2-40B4-BE49-F238E27FC236}">
                <a16:creationId xmlns:a16="http://schemas.microsoft.com/office/drawing/2014/main" id="{5E5165B2-852F-4BBE-B2B8-CE38CCE3754E}"/>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40" name="45-text-8">
            <a:extLst xmlns:a="http://schemas.openxmlformats.org/drawingml/2006/main">
              <a:ext uri="{FF2B5EF4-FFF2-40B4-BE49-F238E27FC236}">
                <a16:creationId xmlns:a16="http://schemas.microsoft.com/office/drawing/2014/main" id="{C0D9E472-E36C-4E40-A936-19E5EE720467}"/>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41" name="45-text-9">
            <a:extLst xmlns:a="http://schemas.openxmlformats.org/drawingml/2006/main">
              <a:ext uri="{FF2B5EF4-FFF2-40B4-BE49-F238E27FC236}">
                <a16:creationId xmlns:a16="http://schemas.microsoft.com/office/drawing/2014/main" id="{0CF978A6-6D1F-4459-90A4-484F5A8E9FE4}"/>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42" name="45-shape-10">
            <a:extLst xmlns:a="http://schemas.openxmlformats.org/drawingml/2006/main">
              <a:ext uri="{FF2B5EF4-FFF2-40B4-BE49-F238E27FC236}">
                <a16:creationId xmlns:a16="http://schemas.microsoft.com/office/drawing/2014/main" id="{DE041EAE-3472-43FD-81EE-5369CB8E71B3}"/>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43" name="45-text-11">
            <a:extLst xmlns:a="http://schemas.openxmlformats.org/drawingml/2006/main">
              <a:ext uri="{FF2B5EF4-FFF2-40B4-BE49-F238E27FC236}">
                <a16:creationId xmlns:a16="http://schemas.microsoft.com/office/drawing/2014/main" id="{18F9F43E-B29A-4F85-B853-B838425418E9}"/>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44" name="45-text-12">
            <a:extLst xmlns:a="http://schemas.openxmlformats.org/drawingml/2006/main">
              <a:ext uri="{FF2B5EF4-FFF2-40B4-BE49-F238E27FC236}">
                <a16:creationId xmlns:a16="http://schemas.microsoft.com/office/drawing/2014/main" id="{1DAF487C-5814-4914-BE87-CDC0C3F61D15}"/>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45" name="narrative-number">
            <a:extLst xmlns:a="http://schemas.openxmlformats.org/drawingml/2006/main">
              <a:ext uri="{FF2B5EF4-FFF2-40B4-BE49-F238E27FC236}">
                <a16:creationId xmlns:a16="http://schemas.microsoft.com/office/drawing/2014/main" id="{7A71C784-6B63-4FBC-B23B-B7CA777109F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104887240"/>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6" name="!!area-name">
            <a:extLst xmlns:a="http://schemas.openxmlformats.org/drawingml/2006/main">
              <a:ext uri="{FF2B5EF4-FFF2-40B4-BE49-F238E27FC236}">
                <a16:creationId xmlns:a16="http://schemas.microsoft.com/office/drawing/2014/main" id="{9519D238-6AAD-454A-A70E-2003AF399D7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56" name="mini-map-45"/>
          <p:cNvPicPr>
            <a:picLocks xmlns:a="http://schemas.openxmlformats.org/drawingml/2006/main" noChangeAspect="1"/>
          </p:cNvPicPr>
          <p:nvPr/>
        </p:nvPicPr>
        <p:blipFill>
          <a:blip xmlns:r="http://schemas.openxmlformats.org/officeDocument/2006/relationships" xmlns:a="http://schemas.openxmlformats.org/drawingml/2006/main" r:embed="R05e05b8bc39840d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48" name="slide-title">
            <a:extLst xmlns:a="http://schemas.openxmlformats.org/drawingml/2006/main">
              <a:ext uri="{FF2B5EF4-FFF2-40B4-BE49-F238E27FC236}">
                <a16:creationId xmlns:a16="http://schemas.microsoft.com/office/drawing/2014/main" id="{C1978DB7-CA04-4E1B-99FB-98FBA25BF36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49" name="header-divider-45">
            <a:extLst xmlns:a="http://schemas.openxmlformats.org/drawingml/2006/main">
              <a:ext uri="{FF2B5EF4-FFF2-40B4-BE49-F238E27FC236}">
                <a16:creationId xmlns:a16="http://schemas.microsoft.com/office/drawing/2014/main" id="{32E585DF-61CA-4C65-92ED-DB2803F57DA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0" name="45-text-13">
            <a:extLst xmlns:a="http://schemas.openxmlformats.org/drawingml/2006/main">
              <a:ext uri="{FF2B5EF4-FFF2-40B4-BE49-F238E27FC236}">
                <a16:creationId xmlns:a16="http://schemas.microsoft.com/office/drawing/2014/main" id="{C90E86FC-D9C8-48AA-88F1-9BA1F227AB43}"/>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 for one task.</a:t>
            </a:r>
          </a:p>
        </p:txBody>
      </p:sp>
      <p:sp>
        <p:nvSpPr>
          <p:cNvPr id="551" name="45-text-14">
            <a:extLst xmlns:a="http://schemas.openxmlformats.org/drawingml/2006/main">
              <a:ext uri="{FF2B5EF4-FFF2-40B4-BE49-F238E27FC236}">
                <a16:creationId xmlns:a16="http://schemas.microsoft.com/office/drawing/2014/main" id="{ADD29BBB-BD76-425A-8751-C3953F82C660}"/>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552" name="45-text-15">
            <a:extLst xmlns:a="http://schemas.openxmlformats.org/drawingml/2006/main">
              <a:ext uri="{FF2B5EF4-FFF2-40B4-BE49-F238E27FC236}">
                <a16:creationId xmlns:a16="http://schemas.microsoft.com/office/drawing/2014/main" id="{DC0C25C6-80B9-4A69-8888-B974636701AE}"/>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example. Use the same record for your task.</a:t>
            </a:r>
          </a:p>
        </p:txBody>
      </p:sp>
      <p:graphicFrame>
        <p:nvGraphicFramePr>
          <p:cNvPr id="562"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54" name="narrative-number">
            <a:extLst xmlns:a="http://schemas.openxmlformats.org/drawingml/2006/main">
              <a:ext uri="{FF2B5EF4-FFF2-40B4-BE49-F238E27FC236}">
                <a16:creationId xmlns:a16="http://schemas.microsoft.com/office/drawing/2014/main" id="{5E989A83-E2FF-4418-8578-25B3DA23A67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3083294041"/>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5" name="slide-title">
            <a:extLst xmlns:a="http://schemas.openxmlformats.org/drawingml/2006/main">
              <a:ext uri="{FF2B5EF4-FFF2-40B4-BE49-F238E27FC236}">
                <a16:creationId xmlns:a16="http://schemas.microsoft.com/office/drawing/2014/main" id="{400065DE-DF04-44CE-8C4D-99812FD30EF4}"/>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56" name="header-divider-46">
            <a:extLst xmlns:a="http://schemas.openxmlformats.org/drawingml/2006/main">
              <a:ext uri="{FF2B5EF4-FFF2-40B4-BE49-F238E27FC236}">
                <a16:creationId xmlns:a16="http://schemas.microsoft.com/office/drawing/2014/main" id="{5AB4BBAE-2963-4A3D-8446-ACB7CFEE5296}"/>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7" name="46-text-1">
            <a:extLst xmlns:a="http://schemas.openxmlformats.org/drawingml/2006/main">
              <a:ext uri="{FF2B5EF4-FFF2-40B4-BE49-F238E27FC236}">
                <a16:creationId xmlns:a16="http://schemas.microsoft.com/office/drawing/2014/main" id="{5331682E-0B97-4E03-8848-155FA63F9257}"/>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58" name="46-text-2">
            <a:extLst xmlns:a="http://schemas.openxmlformats.org/drawingml/2006/main">
              <a:ext uri="{FF2B5EF4-FFF2-40B4-BE49-F238E27FC236}">
                <a16:creationId xmlns:a16="http://schemas.microsoft.com/office/drawing/2014/main" id="{60D36078-0587-46CA-9247-401B23B73A71}"/>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59" name="46-text-3">
            <a:extLst xmlns:a="http://schemas.openxmlformats.org/drawingml/2006/main">
              <a:ext uri="{FF2B5EF4-FFF2-40B4-BE49-F238E27FC236}">
                <a16:creationId xmlns:a16="http://schemas.microsoft.com/office/drawing/2014/main" id="{99541B21-5588-4BA5-ABAD-9715789D4C99}"/>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60" name="46-text-4">
            <a:extLst xmlns:a="http://schemas.openxmlformats.org/drawingml/2006/main">
              <a:ext uri="{FF2B5EF4-FFF2-40B4-BE49-F238E27FC236}">
                <a16:creationId xmlns:a16="http://schemas.microsoft.com/office/drawing/2014/main" id="{0FDB243C-FEDB-4639-B681-BF88D85F944A}"/>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61" name="46-text-5">
            <a:extLst xmlns:a="http://schemas.openxmlformats.org/drawingml/2006/main">
              <a:ext uri="{FF2B5EF4-FFF2-40B4-BE49-F238E27FC236}">
                <a16:creationId xmlns:a16="http://schemas.microsoft.com/office/drawing/2014/main" id="{6DD67E2F-B4E0-4AC3-8E59-F2646AABF7E1}"/>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62" name="46-text-6">
            <a:extLst xmlns:a="http://schemas.openxmlformats.org/drawingml/2006/main">
              <a:ext uri="{FF2B5EF4-FFF2-40B4-BE49-F238E27FC236}">
                <a16:creationId xmlns:a16="http://schemas.microsoft.com/office/drawing/2014/main" id="{D96ACFE1-FF57-48E4-9E2E-94EE23520319}"/>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63" name="46-text-7">
            <a:extLst xmlns:a="http://schemas.openxmlformats.org/drawingml/2006/main">
              <a:ext uri="{FF2B5EF4-FFF2-40B4-BE49-F238E27FC236}">
                <a16:creationId xmlns:a16="http://schemas.microsoft.com/office/drawing/2014/main" id="{D3C441E3-A1F2-4F0D-ACF9-5EA5007AB1B7}"/>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64" name="46-text-8">
            <a:extLst xmlns:a="http://schemas.openxmlformats.org/drawingml/2006/main">
              <a:ext uri="{FF2B5EF4-FFF2-40B4-BE49-F238E27FC236}">
                <a16:creationId xmlns:a16="http://schemas.microsoft.com/office/drawing/2014/main" id="{D2A6F2BF-83DF-4D19-8EC1-5546EB0353D4}"/>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65" name="46-text-9">
            <a:extLst xmlns:a="http://schemas.openxmlformats.org/drawingml/2006/main">
              <a:ext uri="{FF2B5EF4-FFF2-40B4-BE49-F238E27FC236}">
                <a16:creationId xmlns:a16="http://schemas.microsoft.com/office/drawing/2014/main" id="{21BCA6D6-2E8B-4F63-88BB-9B140DFC4A29}"/>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66" name="46-text-10">
            <a:extLst xmlns:a="http://schemas.openxmlformats.org/drawingml/2006/main">
              <a:ext uri="{FF2B5EF4-FFF2-40B4-BE49-F238E27FC236}">
                <a16:creationId xmlns:a16="http://schemas.microsoft.com/office/drawing/2014/main" id="{2E019975-EB68-4818-B3D9-5A2905D8D555}"/>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67" name="46-text-11">
            <a:extLst xmlns:a="http://schemas.openxmlformats.org/drawingml/2006/main">
              <a:ext uri="{FF2B5EF4-FFF2-40B4-BE49-F238E27FC236}">
                <a16:creationId xmlns:a16="http://schemas.microsoft.com/office/drawing/2014/main" id="{5EEEF853-F6A7-462A-B7B2-48FB504F2D64}"/>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68" name="46-text-12">
            <a:extLst xmlns:a="http://schemas.openxmlformats.org/drawingml/2006/main">
              <a:ext uri="{FF2B5EF4-FFF2-40B4-BE49-F238E27FC236}">
                <a16:creationId xmlns:a16="http://schemas.microsoft.com/office/drawing/2014/main" id="{53837397-057B-4A87-8571-332E641E570F}"/>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69" name="narrative-number">
            <a:extLst xmlns:a="http://schemas.openxmlformats.org/drawingml/2006/main">
              <a:ext uri="{FF2B5EF4-FFF2-40B4-BE49-F238E27FC236}">
                <a16:creationId xmlns:a16="http://schemas.microsoft.com/office/drawing/2014/main" id="{44E2B4C5-2D9E-4333-BCE2-B1D43A9AC6F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3269855850"/>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0" name="47-text-1">
            <a:extLst xmlns:a="http://schemas.openxmlformats.org/drawingml/2006/main">
              <a:ext uri="{FF2B5EF4-FFF2-40B4-BE49-F238E27FC236}">
                <a16:creationId xmlns:a16="http://schemas.microsoft.com/office/drawing/2014/main" id="{18838EE0-5C1D-4359-8B76-ABC52E9F5E10}"/>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71" name="47-text-2">
            <a:extLst xmlns:a="http://schemas.openxmlformats.org/drawingml/2006/main">
              <a:ext uri="{FF2B5EF4-FFF2-40B4-BE49-F238E27FC236}">
                <a16:creationId xmlns:a16="http://schemas.microsoft.com/office/drawing/2014/main" id="{90DE9387-790C-4CA3-B97A-5E0BFCAB3F89}"/>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72" name="47-text-3">
            <a:extLst xmlns:a="http://schemas.openxmlformats.org/drawingml/2006/main">
              <a:ext uri="{FF2B5EF4-FFF2-40B4-BE49-F238E27FC236}">
                <a16:creationId xmlns:a16="http://schemas.microsoft.com/office/drawing/2014/main" id="{E940807C-9762-44CD-87D5-22D80F492562}"/>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73" name="narrative-number">
            <a:extLst xmlns:a="http://schemas.openxmlformats.org/drawingml/2006/main">
              <a:ext uri="{FF2B5EF4-FFF2-40B4-BE49-F238E27FC236}">
                <a16:creationId xmlns:a16="http://schemas.microsoft.com/office/drawing/2014/main" id="{246C684B-58CA-4801-8743-96315BCE94A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152835000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2026-09-16T18:09:53.8920000Z</dcterms:created>
  <dcterms:modified xsi:type="dcterms:W3CDTF">2026-09-16T18:09:53.8920000Z</dcterms:modified>
</coreProperties>
</file>