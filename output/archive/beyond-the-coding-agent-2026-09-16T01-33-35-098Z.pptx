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ab65a1d43946e1" /><Relationship Type="http://schemas.openxmlformats.org/officeDocument/2006/relationships/extended-properties" Target="/docProps/app.xml" Id="Rf34d8fabe06d408d" /><Relationship Type="http://schemas.openxmlformats.org/officeDocument/2006/relationships/officeDocument" Target="/ppt/presentation.xml" Id="Rb6a61596bd3b488d"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311430e3dd5d432c"/>
    <p:sldMasterId xmlns:r="http://schemas.openxmlformats.org/officeDocument/2006/relationships" id="2147483650" r:id="R0765997b52494827"/>
  </p:sldMasterIdLst>
  <p:notesMasterIdLst>
    <p:notesMasterId xmlns:r="http://schemas.openxmlformats.org/officeDocument/2006/relationships" r:id="R146a908fe5d44471"/>
  </p:notesMasterIdLst>
  <p:sldIdLst>
    <p:sldId xmlns:r="http://schemas.openxmlformats.org/officeDocument/2006/relationships" id="256" r:id="Rcef5a72cc72a482b"/>
    <p:sldId xmlns:r="http://schemas.openxmlformats.org/officeDocument/2006/relationships" id="257" r:id="R2dc2f85204e645c0"/>
    <p:sldId xmlns:r="http://schemas.openxmlformats.org/officeDocument/2006/relationships" id="258" r:id="R4f849003e96444fd"/>
    <p:sldId xmlns:r="http://schemas.openxmlformats.org/officeDocument/2006/relationships" id="259" r:id="R074ff5406be244ec"/>
    <p:sldId xmlns:r="http://schemas.openxmlformats.org/officeDocument/2006/relationships" id="260" r:id="Re9f8921903d44c37"/>
    <p:sldId xmlns:r="http://schemas.openxmlformats.org/officeDocument/2006/relationships" id="261" r:id="Rd781aeefd79042a5"/>
    <p:sldId xmlns:r="http://schemas.openxmlformats.org/officeDocument/2006/relationships" id="262" r:id="Rb7450139c25b4313"/>
    <p:sldId xmlns:r="http://schemas.openxmlformats.org/officeDocument/2006/relationships" id="263" r:id="Rb947e228b90a4a50"/>
    <p:sldId xmlns:r="http://schemas.openxmlformats.org/officeDocument/2006/relationships" id="264" r:id="Re266594a020b45d0"/>
    <p:sldId xmlns:r="http://schemas.openxmlformats.org/officeDocument/2006/relationships" id="265" r:id="R38983781497843ee"/>
    <p:sldId xmlns:r="http://schemas.openxmlformats.org/officeDocument/2006/relationships" id="266" r:id="Rca89f844620d4601"/>
    <p:sldId xmlns:r="http://schemas.openxmlformats.org/officeDocument/2006/relationships" id="267" r:id="R340db2b38b1d40ab"/>
    <p:sldId xmlns:r="http://schemas.openxmlformats.org/officeDocument/2006/relationships" id="268" r:id="R6d32c74d801540a2"/>
    <p:sldId xmlns:r="http://schemas.openxmlformats.org/officeDocument/2006/relationships" id="269" r:id="R7d7d998a4e2244fe"/>
    <p:sldId xmlns:r="http://schemas.openxmlformats.org/officeDocument/2006/relationships" id="270" r:id="R18b66377d62e4754"/>
    <p:sldId xmlns:r="http://schemas.openxmlformats.org/officeDocument/2006/relationships" id="271" r:id="R938fbe40edd445d4"/>
    <p:sldId xmlns:r="http://schemas.openxmlformats.org/officeDocument/2006/relationships" id="272" r:id="R8a765cf28659463d"/>
    <p:sldId xmlns:r="http://schemas.openxmlformats.org/officeDocument/2006/relationships" id="273" r:id="R31e5c301836f4add"/>
    <p:sldId xmlns:r="http://schemas.openxmlformats.org/officeDocument/2006/relationships" id="274" r:id="Rdfeca9b4a91a4119"/>
    <p:sldId xmlns:r="http://schemas.openxmlformats.org/officeDocument/2006/relationships" id="275" r:id="Rec0182c849fc4af2"/>
    <p:sldId xmlns:r="http://schemas.openxmlformats.org/officeDocument/2006/relationships" id="276" r:id="Rd26697478e914428"/>
    <p:sldId xmlns:r="http://schemas.openxmlformats.org/officeDocument/2006/relationships" id="277" r:id="R453eba759c5a47cb"/>
    <p:sldId xmlns:r="http://schemas.openxmlformats.org/officeDocument/2006/relationships" id="278" r:id="Raf370613c4bb4838"/>
    <p:sldId xmlns:r="http://schemas.openxmlformats.org/officeDocument/2006/relationships" id="279" r:id="Rcd3d1495d243486c"/>
    <p:sldId xmlns:r="http://schemas.openxmlformats.org/officeDocument/2006/relationships" id="280" r:id="R6dda1c4ca7674a40"/>
    <p:sldId xmlns:r="http://schemas.openxmlformats.org/officeDocument/2006/relationships" id="281" r:id="R052e583e61b44eee"/>
    <p:sldId xmlns:r="http://schemas.openxmlformats.org/officeDocument/2006/relationships" id="282" r:id="Rabf8670a5b7849f4"/>
    <p:sldId xmlns:r="http://schemas.openxmlformats.org/officeDocument/2006/relationships" id="283" r:id="R1e29d9ddf63d4462"/>
    <p:sldId xmlns:r="http://schemas.openxmlformats.org/officeDocument/2006/relationships" id="284" r:id="Rdc408d4115384814"/>
    <p:sldId xmlns:r="http://schemas.openxmlformats.org/officeDocument/2006/relationships" id="285" r:id="Ra107aa9e8a9a4a89"/>
    <p:sldId xmlns:r="http://schemas.openxmlformats.org/officeDocument/2006/relationships" id="286" r:id="R2114bef5a5524ccb"/>
    <p:sldId xmlns:r="http://schemas.openxmlformats.org/officeDocument/2006/relationships" id="287" r:id="R0f91a28504194079"/>
    <p:sldId xmlns:r="http://schemas.openxmlformats.org/officeDocument/2006/relationships" id="288" r:id="R8c1e6d5c44ed4472"/>
    <p:sldId xmlns:r="http://schemas.openxmlformats.org/officeDocument/2006/relationships" id="289" r:id="R9853ec714f1841e4"/>
    <p:sldId xmlns:r="http://schemas.openxmlformats.org/officeDocument/2006/relationships" id="290" r:id="R12364826bd904d2c"/>
    <p:sldId xmlns:r="http://schemas.openxmlformats.org/officeDocument/2006/relationships" id="291" r:id="R4e07816f89844815"/>
    <p:sldId xmlns:r="http://schemas.openxmlformats.org/officeDocument/2006/relationships" id="292" r:id="R7ca8ed33911e496f"/>
    <p:sldId xmlns:r="http://schemas.openxmlformats.org/officeDocument/2006/relationships" id="293" r:id="Raa4e088f3a384e14"/>
    <p:sldId xmlns:r="http://schemas.openxmlformats.org/officeDocument/2006/relationships" id="294" r:id="R13b1019aafe2479d"/>
    <p:sldId xmlns:r="http://schemas.openxmlformats.org/officeDocument/2006/relationships" id="295" r:id="R2a8e03d89da34a1c"/>
    <p:sldId xmlns:r="http://schemas.openxmlformats.org/officeDocument/2006/relationships" id="296" r:id="R24188a618bb24e75"/>
    <p:sldId xmlns:r="http://schemas.openxmlformats.org/officeDocument/2006/relationships" id="297" r:id="Rad7a468330eb42a7"/>
    <p:sldId xmlns:r="http://schemas.openxmlformats.org/officeDocument/2006/relationships" id="298" r:id="R7024d2a85b274da9"/>
    <p:sldId xmlns:r="http://schemas.openxmlformats.org/officeDocument/2006/relationships" id="299" r:id="Ra157271d111f4b9f"/>
    <p:sldId xmlns:r="http://schemas.openxmlformats.org/officeDocument/2006/relationships" id="300" r:id="R375551bcb3164c5f"/>
    <p:sldId xmlns:r="http://schemas.openxmlformats.org/officeDocument/2006/relationships" id="301" r:id="R32c81d3c57cf4ad5"/>
    <p:sldId xmlns:r="http://schemas.openxmlformats.org/officeDocument/2006/relationships" id="302" r:id="Rc3f2897a9e6e4001"/>
    <p:sldId xmlns:r="http://schemas.openxmlformats.org/officeDocument/2006/relationships" id="303" r:id="R474b3ddf808f4649"/>
    <p:sldId xmlns:r="http://schemas.openxmlformats.org/officeDocument/2006/relationships" id="304" r:id="R66f146cec1e74506"/>
    <p:sldId xmlns:r="http://schemas.openxmlformats.org/officeDocument/2006/relationships" id="305" r:id="R3c9449492b624d25"/>
    <p:sldId xmlns:r="http://schemas.openxmlformats.org/officeDocument/2006/relationships" id="306" r:id="R0a894fabcaa8425c"/>
    <p:sldId xmlns:r="http://schemas.openxmlformats.org/officeDocument/2006/relationships" id="307" r:id="R28c86805dec44439"/>
    <p:sldId xmlns:r="http://schemas.openxmlformats.org/officeDocument/2006/relationships" id="308" r:id="Ra1ea608a24d54fce"/>
    <p:sldId xmlns:r="http://schemas.openxmlformats.org/officeDocument/2006/relationships" id="309" r:id="R90077945f3874819"/>
    <p:sldId xmlns:r="http://schemas.openxmlformats.org/officeDocument/2006/relationships" id="310" r:id="R6d16deb66efe4193"/>
    <p:sldId xmlns:r="http://schemas.openxmlformats.org/officeDocument/2006/relationships" id="311" r:id="Re1e43fbee1554168"/>
    <p:sldId xmlns:r="http://schemas.openxmlformats.org/officeDocument/2006/relationships" id="312" r:id="R2842566495314516"/>
    <p:sldId xmlns:r="http://schemas.openxmlformats.org/officeDocument/2006/relationships" id="313" r:id="Reee841156d6b4a14"/>
    <p:sldId xmlns:r="http://schemas.openxmlformats.org/officeDocument/2006/relationships" id="314" r:id="R6f8e572d9d054b3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50800e4c1b41de" /><Relationship Type="http://schemas.openxmlformats.org/officeDocument/2006/relationships/slideMaster" Target="/ppt/slideMasters/slideMaster1.xml" Id="R311430e3dd5d432c" /><Relationship Type="http://schemas.openxmlformats.org/officeDocument/2006/relationships/slideMaster" Target="/ppt/slideMasters/slideMaster2.xml" Id="R0765997b52494827" /><Relationship Type="http://schemas.openxmlformats.org/officeDocument/2006/relationships/notesMaster" Target="/ppt/notesMasters/notesMaster1.xml" Id="R146a908fe5d44471" /><Relationship Type="http://schemas.openxmlformats.org/officeDocument/2006/relationships/presProps" Target="/ppt/presProps.xml" Id="R248d28309d5f4049" /><Relationship Type="http://schemas.openxmlformats.org/officeDocument/2006/relationships/tableStyles" Target="/ppt/tableStyles.xml" Id="Rc62a687c27e84226" /><Relationship Type="http://schemas.openxmlformats.org/officeDocument/2006/relationships/slide" Target="/ppt/slides/slide1.xml" Id="Rcef5a72cc72a482b" /><Relationship Type="http://schemas.openxmlformats.org/officeDocument/2006/relationships/slide" Target="/ppt/slides/slide2.xml" Id="R2dc2f85204e645c0" /><Relationship Type="http://schemas.openxmlformats.org/officeDocument/2006/relationships/slide" Target="/ppt/slides/slide3.xml" Id="R4f849003e96444fd" /><Relationship Type="http://schemas.openxmlformats.org/officeDocument/2006/relationships/slide" Target="/ppt/slides/slide4.xml" Id="R074ff5406be244ec" /><Relationship Type="http://schemas.openxmlformats.org/officeDocument/2006/relationships/slide" Target="/ppt/slides/slide5.xml" Id="Re9f8921903d44c37" /><Relationship Type="http://schemas.openxmlformats.org/officeDocument/2006/relationships/slide" Target="/ppt/slides/slide6.xml" Id="Rd781aeefd79042a5" /><Relationship Type="http://schemas.openxmlformats.org/officeDocument/2006/relationships/slide" Target="/ppt/slides/slide7.xml" Id="Rb7450139c25b4313" /><Relationship Type="http://schemas.openxmlformats.org/officeDocument/2006/relationships/slide" Target="/ppt/slides/slide8.xml" Id="Rb947e228b90a4a50" /><Relationship Type="http://schemas.openxmlformats.org/officeDocument/2006/relationships/slide" Target="/ppt/slides/slide9.xml" Id="Re266594a020b45d0" /><Relationship Type="http://schemas.openxmlformats.org/officeDocument/2006/relationships/slide" Target="/ppt/slides/slide10.xml" Id="R38983781497843ee" /><Relationship Type="http://schemas.openxmlformats.org/officeDocument/2006/relationships/slide" Target="/ppt/slides/slide11.xml" Id="Rca89f844620d4601" /><Relationship Type="http://schemas.openxmlformats.org/officeDocument/2006/relationships/slide" Target="/ppt/slides/slide12.xml" Id="R340db2b38b1d40ab" /><Relationship Type="http://schemas.openxmlformats.org/officeDocument/2006/relationships/slide" Target="/ppt/slides/slide13.xml" Id="R6d32c74d801540a2" /><Relationship Type="http://schemas.openxmlformats.org/officeDocument/2006/relationships/slide" Target="/ppt/slides/slide14.xml" Id="R7d7d998a4e2244fe" /><Relationship Type="http://schemas.openxmlformats.org/officeDocument/2006/relationships/slide" Target="/ppt/slides/slide15.xml" Id="R18b66377d62e4754" /><Relationship Type="http://schemas.openxmlformats.org/officeDocument/2006/relationships/slide" Target="/ppt/slides/slide16.xml" Id="R938fbe40edd445d4" /><Relationship Type="http://schemas.openxmlformats.org/officeDocument/2006/relationships/slide" Target="/ppt/slides/slide17.xml" Id="R8a765cf28659463d" /><Relationship Type="http://schemas.openxmlformats.org/officeDocument/2006/relationships/slide" Target="/ppt/slides/slide18.xml" Id="R31e5c301836f4add" /><Relationship Type="http://schemas.openxmlformats.org/officeDocument/2006/relationships/slide" Target="/ppt/slides/slide19.xml" Id="Rdfeca9b4a91a4119" /><Relationship Type="http://schemas.openxmlformats.org/officeDocument/2006/relationships/slide" Target="/ppt/slides/slide20.xml" Id="Rec0182c849fc4af2" /><Relationship Type="http://schemas.openxmlformats.org/officeDocument/2006/relationships/slide" Target="/ppt/slides/slide21.xml" Id="Rd26697478e914428" /><Relationship Type="http://schemas.openxmlformats.org/officeDocument/2006/relationships/slide" Target="/ppt/slides/slide22.xml" Id="R453eba759c5a47cb" /><Relationship Type="http://schemas.openxmlformats.org/officeDocument/2006/relationships/slide" Target="/ppt/slides/slide23.xml" Id="Raf370613c4bb4838" /><Relationship Type="http://schemas.openxmlformats.org/officeDocument/2006/relationships/slide" Target="/ppt/slides/slide24.xml" Id="Rcd3d1495d243486c" /><Relationship Type="http://schemas.openxmlformats.org/officeDocument/2006/relationships/slide" Target="/ppt/slides/slide25.xml" Id="R6dda1c4ca7674a40" /><Relationship Type="http://schemas.openxmlformats.org/officeDocument/2006/relationships/slide" Target="/ppt/slides/slide26.xml" Id="R052e583e61b44eee" /><Relationship Type="http://schemas.openxmlformats.org/officeDocument/2006/relationships/slide" Target="/ppt/slides/slide27.xml" Id="Rabf8670a5b7849f4" /><Relationship Type="http://schemas.openxmlformats.org/officeDocument/2006/relationships/slide" Target="/ppt/slides/slide28.xml" Id="R1e29d9ddf63d4462" /><Relationship Type="http://schemas.openxmlformats.org/officeDocument/2006/relationships/slide" Target="/ppt/slides/slide29.xml" Id="Rdc408d4115384814" /><Relationship Type="http://schemas.openxmlformats.org/officeDocument/2006/relationships/slide" Target="/ppt/slides/slide30.xml" Id="Ra107aa9e8a9a4a89" /><Relationship Type="http://schemas.openxmlformats.org/officeDocument/2006/relationships/slide" Target="/ppt/slides/slide31.xml" Id="R2114bef5a5524ccb" /><Relationship Type="http://schemas.openxmlformats.org/officeDocument/2006/relationships/slide" Target="/ppt/slides/slide32.xml" Id="R0f91a28504194079" /><Relationship Type="http://schemas.openxmlformats.org/officeDocument/2006/relationships/slide" Target="/ppt/slides/slide33.xml" Id="R8c1e6d5c44ed4472" /><Relationship Type="http://schemas.openxmlformats.org/officeDocument/2006/relationships/slide" Target="/ppt/slides/slide34.xml" Id="R9853ec714f1841e4" /><Relationship Type="http://schemas.openxmlformats.org/officeDocument/2006/relationships/slide" Target="/ppt/slides/slide35.xml" Id="R12364826bd904d2c" /><Relationship Type="http://schemas.openxmlformats.org/officeDocument/2006/relationships/slide" Target="/ppt/slides/slide36.xml" Id="R4e07816f89844815" /><Relationship Type="http://schemas.openxmlformats.org/officeDocument/2006/relationships/slide" Target="/ppt/slides/slide37.xml" Id="R7ca8ed33911e496f" /><Relationship Type="http://schemas.openxmlformats.org/officeDocument/2006/relationships/slide" Target="/ppt/slides/slide38.xml" Id="Raa4e088f3a384e14" /><Relationship Type="http://schemas.openxmlformats.org/officeDocument/2006/relationships/slide" Target="/ppt/slides/slide39.xml" Id="R13b1019aafe2479d" /><Relationship Type="http://schemas.openxmlformats.org/officeDocument/2006/relationships/slide" Target="/ppt/slides/slide40.xml" Id="R2a8e03d89da34a1c" /><Relationship Type="http://schemas.openxmlformats.org/officeDocument/2006/relationships/slide" Target="/ppt/slides/slide41.xml" Id="R24188a618bb24e75" /><Relationship Type="http://schemas.openxmlformats.org/officeDocument/2006/relationships/slide" Target="/ppt/slides/slide42.xml" Id="Rad7a468330eb42a7" /><Relationship Type="http://schemas.openxmlformats.org/officeDocument/2006/relationships/slide" Target="/ppt/slides/slide43.xml" Id="R7024d2a85b274da9" /><Relationship Type="http://schemas.openxmlformats.org/officeDocument/2006/relationships/slide" Target="/ppt/slides/slide44.xml" Id="Ra157271d111f4b9f" /><Relationship Type="http://schemas.openxmlformats.org/officeDocument/2006/relationships/slide" Target="/ppt/slides/slide45.xml" Id="R375551bcb3164c5f" /><Relationship Type="http://schemas.openxmlformats.org/officeDocument/2006/relationships/slide" Target="/ppt/slides/slide46.xml" Id="R32c81d3c57cf4ad5" /><Relationship Type="http://schemas.openxmlformats.org/officeDocument/2006/relationships/slide" Target="/ppt/slides/slide47.xml" Id="Rc3f2897a9e6e4001" /><Relationship Type="http://schemas.openxmlformats.org/officeDocument/2006/relationships/slide" Target="/ppt/slides/slide48.xml" Id="R474b3ddf808f4649" /><Relationship Type="http://schemas.openxmlformats.org/officeDocument/2006/relationships/slide" Target="/ppt/slides/slide49.xml" Id="R66f146cec1e74506" /><Relationship Type="http://schemas.openxmlformats.org/officeDocument/2006/relationships/slide" Target="/ppt/slides/slide50.xml" Id="R3c9449492b624d25" /><Relationship Type="http://schemas.openxmlformats.org/officeDocument/2006/relationships/slide" Target="/ppt/slides/slide51.xml" Id="R0a894fabcaa8425c" /><Relationship Type="http://schemas.openxmlformats.org/officeDocument/2006/relationships/slide" Target="/ppt/slides/slide52.xml" Id="R28c86805dec44439" /><Relationship Type="http://schemas.openxmlformats.org/officeDocument/2006/relationships/slide" Target="/ppt/slides/slide53.xml" Id="Ra1ea608a24d54fce" /><Relationship Type="http://schemas.openxmlformats.org/officeDocument/2006/relationships/slide" Target="/ppt/slides/slide54.xml" Id="R90077945f3874819" /><Relationship Type="http://schemas.openxmlformats.org/officeDocument/2006/relationships/slide" Target="/ppt/slides/slide55.xml" Id="R6d16deb66efe4193" /><Relationship Type="http://schemas.openxmlformats.org/officeDocument/2006/relationships/slide" Target="/ppt/slides/slide56.xml" Id="Re1e43fbee1554168" /><Relationship Type="http://schemas.openxmlformats.org/officeDocument/2006/relationships/slide" Target="/ppt/slides/slide57.xml" Id="R2842566495314516" /><Relationship Type="http://schemas.openxmlformats.org/officeDocument/2006/relationships/slide" Target="/ppt/slides/slide58.xml" Id="Reee841156d6b4a14" /><Relationship Type="http://schemas.openxmlformats.org/officeDocument/2006/relationships/slide" Target="/ppt/slides/slide59.xml" Id="R6f8e572d9d054b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e41464e731749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9b651592e457f" /><Relationship Type="http://schemas.openxmlformats.org/officeDocument/2006/relationships/notesMaster" Target="/ppt/notesMasters/notesMaster1.xml" Id="R9b0488c8c3a940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feea7825794a35" /><Relationship Type="http://schemas.openxmlformats.org/officeDocument/2006/relationships/notesMaster" Target="/ppt/notesMasters/notesMaster1.xml" Id="R76766c6017f345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1f383d5d604720" /><Relationship Type="http://schemas.openxmlformats.org/officeDocument/2006/relationships/notesMaster" Target="/ppt/notesMasters/notesMaster1.xml" Id="R94abe7b711cc40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2f33b5bae14c36" /><Relationship Type="http://schemas.openxmlformats.org/officeDocument/2006/relationships/notesMaster" Target="/ppt/notesMasters/notesMaster1.xml" Id="R7d6ab9638efb44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1296cbaa8d492d" /><Relationship Type="http://schemas.openxmlformats.org/officeDocument/2006/relationships/notesMaster" Target="/ppt/notesMasters/notesMaster1.xml" Id="R05fce66e98ca48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2c908bdc95457a" /><Relationship Type="http://schemas.openxmlformats.org/officeDocument/2006/relationships/notesMaster" Target="/ppt/notesMasters/notesMaster1.xml" Id="Rb1c650250d9445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b48f3108294a10" /><Relationship Type="http://schemas.openxmlformats.org/officeDocument/2006/relationships/notesMaster" Target="/ppt/notesMasters/notesMaster1.xml" Id="R4a42fac01eca4c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fbd99a285544b3" /><Relationship Type="http://schemas.openxmlformats.org/officeDocument/2006/relationships/notesMaster" Target="/ppt/notesMasters/notesMaster1.xml" Id="Rc6ec3dd67a6c46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37f4ae0b7f4ba2" /><Relationship Type="http://schemas.openxmlformats.org/officeDocument/2006/relationships/notesMaster" Target="/ppt/notesMasters/notesMaster1.xml" Id="R34dbf9c681ee43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08f0e2bf2a48e4" /><Relationship Type="http://schemas.openxmlformats.org/officeDocument/2006/relationships/notesMaster" Target="/ppt/notesMasters/notesMaster1.xml" Id="R4edf71dc511543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a389013edd4704" /><Relationship Type="http://schemas.openxmlformats.org/officeDocument/2006/relationships/notesMaster" Target="/ppt/notesMasters/notesMaster1.xml" Id="R627e3f190a7a4b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98cfa04afe4657" /><Relationship Type="http://schemas.openxmlformats.org/officeDocument/2006/relationships/notesMaster" Target="/ppt/notesMasters/notesMaster1.xml" Id="R2aa582376f9140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61b532f5364142" /><Relationship Type="http://schemas.openxmlformats.org/officeDocument/2006/relationships/notesMaster" Target="/ppt/notesMasters/notesMaster1.xml" Id="R2c59933e3d5045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cacb00f5404f75" /><Relationship Type="http://schemas.openxmlformats.org/officeDocument/2006/relationships/notesMaster" Target="/ppt/notesMasters/notesMaster1.xml" Id="Re59298b9aa5d44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e573a9e5974ad4" /><Relationship Type="http://schemas.openxmlformats.org/officeDocument/2006/relationships/notesMaster" Target="/ppt/notesMasters/notesMaster1.xml" Id="R01960c8fd52a46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c7863879b947b3" /><Relationship Type="http://schemas.openxmlformats.org/officeDocument/2006/relationships/notesMaster" Target="/ppt/notesMasters/notesMaster1.xml" Id="R07976791135341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47b969fa7c4725" /><Relationship Type="http://schemas.openxmlformats.org/officeDocument/2006/relationships/notesMaster" Target="/ppt/notesMasters/notesMaster1.xml" Id="R99b68acc1f254b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8611109ee74d46" /><Relationship Type="http://schemas.openxmlformats.org/officeDocument/2006/relationships/notesMaster" Target="/ppt/notesMasters/notesMaster1.xml" Id="R9108f51bec304e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278e519b5d428f" /><Relationship Type="http://schemas.openxmlformats.org/officeDocument/2006/relationships/notesMaster" Target="/ppt/notesMasters/notesMaster1.xml" Id="R167adea72b0e42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eaf6e8445e40db" /><Relationship Type="http://schemas.openxmlformats.org/officeDocument/2006/relationships/notesMaster" Target="/ppt/notesMasters/notesMaster1.xml" Id="R7408e5a605eb4f1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59268e81274339" /><Relationship Type="http://schemas.openxmlformats.org/officeDocument/2006/relationships/notesMaster" Target="/ppt/notesMasters/notesMaster1.xml" Id="Reb3f5a8ed32d46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76f212c46964ff0" /><Relationship Type="http://schemas.openxmlformats.org/officeDocument/2006/relationships/notesMaster" Target="/ppt/notesMasters/notesMaster1.xml" Id="R29a4eea7cbeb42a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d4f48101bb4503" /><Relationship Type="http://schemas.openxmlformats.org/officeDocument/2006/relationships/notesMaster" Target="/ppt/notesMasters/notesMaster1.xml" Id="R2a22735cded341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b29f43b1c54080" /><Relationship Type="http://schemas.openxmlformats.org/officeDocument/2006/relationships/notesMaster" Target="/ppt/notesMasters/notesMaster1.xml" Id="Rd1563928bd6c42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65de534d6541d2" /><Relationship Type="http://schemas.openxmlformats.org/officeDocument/2006/relationships/notesMaster" Target="/ppt/notesMasters/notesMaster1.xml" Id="R86b392f3e40b4c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69d9b63bad04868" /><Relationship Type="http://schemas.openxmlformats.org/officeDocument/2006/relationships/notesMaster" Target="/ppt/notesMasters/notesMaster1.xml" Id="R9cb01ccd95b640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4f3cb6b1cb4aec" /><Relationship Type="http://schemas.openxmlformats.org/officeDocument/2006/relationships/notesMaster" Target="/ppt/notesMasters/notesMaster1.xml" Id="R5b03e02c8ca6472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d8ac2ba455047d4" /><Relationship Type="http://schemas.openxmlformats.org/officeDocument/2006/relationships/notesMaster" Target="/ppt/notesMasters/notesMaster1.xml" Id="R44c5c8a73fe1481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df905d15962497d" /><Relationship Type="http://schemas.openxmlformats.org/officeDocument/2006/relationships/notesMaster" Target="/ppt/notesMasters/notesMaster1.xml" Id="Rbb6811fa541949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ce63c6614ab4ec1" /><Relationship Type="http://schemas.openxmlformats.org/officeDocument/2006/relationships/notesMaster" Target="/ppt/notesMasters/notesMaster1.xml" Id="R73227508c29a477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bf84050bcdd451b" /><Relationship Type="http://schemas.openxmlformats.org/officeDocument/2006/relationships/notesMaster" Target="/ppt/notesMasters/notesMaster1.xml" Id="R8e75fd0ec317473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c329962a5664202" /><Relationship Type="http://schemas.openxmlformats.org/officeDocument/2006/relationships/notesMaster" Target="/ppt/notesMasters/notesMaster1.xml" Id="R81b2b44caf40411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8fe77d5e0f4b86" /><Relationship Type="http://schemas.openxmlformats.org/officeDocument/2006/relationships/notesMaster" Target="/ppt/notesMasters/notesMaster1.xml" Id="R5dc6f834562e47e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6b5f14075e14f48" /><Relationship Type="http://schemas.openxmlformats.org/officeDocument/2006/relationships/notesMaster" Target="/ppt/notesMasters/notesMaster1.xml" Id="R8c34ae2badd9410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b4074ea36b4a65" /><Relationship Type="http://schemas.openxmlformats.org/officeDocument/2006/relationships/notesMaster" Target="/ppt/notesMasters/notesMaster1.xml" Id="R126320c823cf42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d929b382d9a44a6" /><Relationship Type="http://schemas.openxmlformats.org/officeDocument/2006/relationships/notesMaster" Target="/ppt/notesMasters/notesMaster1.xml" Id="Rbb5d70439e2d486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4b5e086db434cfc" /><Relationship Type="http://schemas.openxmlformats.org/officeDocument/2006/relationships/notesMaster" Target="/ppt/notesMasters/notesMaster1.xml" Id="Rbe5cc255e725463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b32e28699594a51" /><Relationship Type="http://schemas.openxmlformats.org/officeDocument/2006/relationships/notesMaster" Target="/ppt/notesMasters/notesMaster1.xml" Id="Rb98822ad45a0441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ceee536cd974cae" /><Relationship Type="http://schemas.openxmlformats.org/officeDocument/2006/relationships/notesMaster" Target="/ppt/notesMasters/notesMaster1.xml" Id="R8bac22cfc759440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f7411cc849c4c60" /><Relationship Type="http://schemas.openxmlformats.org/officeDocument/2006/relationships/notesMaster" Target="/ppt/notesMasters/notesMaster1.xml" Id="Ra63eac46a86f4dd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b41862ba9d949f9" /><Relationship Type="http://schemas.openxmlformats.org/officeDocument/2006/relationships/notesMaster" Target="/ppt/notesMasters/notesMaster1.xml" Id="Rca9373b46de54ca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ce6ea79a7154025" /><Relationship Type="http://schemas.openxmlformats.org/officeDocument/2006/relationships/notesMaster" Target="/ppt/notesMasters/notesMaster1.xml" Id="Raf49ac3281fc45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2333ab3dd094817" /><Relationship Type="http://schemas.openxmlformats.org/officeDocument/2006/relationships/notesMaster" Target="/ppt/notesMasters/notesMaster1.xml" Id="R8e3f2aade50d41b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22e41c4b5644bba" /><Relationship Type="http://schemas.openxmlformats.org/officeDocument/2006/relationships/notesMaster" Target="/ppt/notesMasters/notesMaster1.xml" Id="R32fadf74280c444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400148f4f5045ae" /><Relationship Type="http://schemas.openxmlformats.org/officeDocument/2006/relationships/notesMaster" Target="/ppt/notesMasters/notesMaster1.xml" Id="R6636bf85d5f84e3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5742cd4e14c4589" /><Relationship Type="http://schemas.openxmlformats.org/officeDocument/2006/relationships/notesMaster" Target="/ppt/notesMasters/notesMaster1.xml" Id="Rce3afd26bb624fa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51e504d699a4d3e" /><Relationship Type="http://schemas.openxmlformats.org/officeDocument/2006/relationships/notesMaster" Target="/ppt/notesMasters/notesMaster1.xml" Id="R6e94bf46e8ab420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6c3c334d0874351" /><Relationship Type="http://schemas.openxmlformats.org/officeDocument/2006/relationships/notesMaster" Target="/ppt/notesMasters/notesMaster1.xml" Id="R4a566ff3bdb9465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f07586776874bd1" /><Relationship Type="http://schemas.openxmlformats.org/officeDocument/2006/relationships/notesMaster" Target="/ppt/notesMasters/notesMaster1.xml" Id="R0e392f3b0f3f486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d35a5811f864d2b" /><Relationship Type="http://schemas.openxmlformats.org/officeDocument/2006/relationships/notesMaster" Target="/ppt/notesMasters/notesMaster1.xml" Id="R227c7b1293b0456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cf9692cc9ec41aa" /><Relationship Type="http://schemas.openxmlformats.org/officeDocument/2006/relationships/notesMaster" Target="/ppt/notesMasters/notesMaster1.xml" Id="R674a62258b9548a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3ffa1d2ab7848ca" /><Relationship Type="http://schemas.openxmlformats.org/officeDocument/2006/relationships/notesMaster" Target="/ppt/notesMasters/notesMaster1.xml" Id="R8e1c20ed21964a8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8a85a7a704e404f" /><Relationship Type="http://schemas.openxmlformats.org/officeDocument/2006/relationships/notesMaster" Target="/ppt/notesMasters/notesMaster1.xml" Id="R285eb51371c3476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d3a164333fc4712" /><Relationship Type="http://schemas.openxmlformats.org/officeDocument/2006/relationships/notesMaster" Target="/ppt/notesMasters/notesMaster1.xml" Id="Rddce63a10bae4df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b79f19e3e6f49ae" /><Relationship Type="http://schemas.openxmlformats.org/officeDocument/2006/relationships/notesMaster" Target="/ppt/notesMasters/notesMaster1.xml" Id="Rb797229cff6044e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1d66eb23d4e4d40" /><Relationship Type="http://schemas.openxmlformats.org/officeDocument/2006/relationships/notesMaster" Target="/ppt/notesMasters/notesMaster1.xml" Id="R61adc6f504d94bb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a03536db5e64b64" /><Relationship Type="http://schemas.openxmlformats.org/officeDocument/2006/relationships/notesMaster" Target="/ppt/notesMasters/notesMaster1.xml" Id="Rc3912502f143415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d8bfaa430eb4e98" /><Relationship Type="http://schemas.openxmlformats.org/officeDocument/2006/relationships/notesMaster" Target="/ppt/notesMasters/notesMaster1.xml" Id="R2f1bcc7ec49a4b2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890bc479b6b4c65" /><Relationship Type="http://schemas.openxmlformats.org/officeDocument/2006/relationships/notesMaster" Target="/ppt/notesMasters/notesMaster1.xml" Id="R121bd596227b44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AGENTS.md. You give a coding agent the repository's conventions and the checks it should use to validate its work.</a:t>
            </a:r>
          </a:p>
          <a:p xmlns:a="http://schemas.openxmlformats.org/drawingml/2006/main">
            <a:r>
              <a:t/>
            </a:r>
          </a:p>
          <a:p xmlns:a="http://schemas.openxmlformats.org/drawingml/2006/main">
            <a:r>
              <a:rPr b="1"/>
              <a:t>You are supplying context for the task.</a:t>
            </a:r>
            <a:r>
              <a:rPr b="0"/>
              <a:t> The file can explain how work fits this project and how to verify a change before handing it back. It is one familiar part of the information the agent uses.</a:t>
            </a:r>
          </a:p>
          <a:p xmlns:a="http://schemas.openxmlformats.org/drawingml/2006/main">
            <a:r>
              <a:t/>
            </a:r>
          </a:p>
          <a:p xmlns:a="http://schemas.openxmlformats.org/drawingml/2006/main">
            <a:r>
              <a:rPr b="0"/>
              <a:t>Advance to the Context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MCP is the Model Context Protocol. You connect a server to make another service's tools available to your coding agent.</a:t>
            </a:r>
          </a:p>
          <a:p xmlns:a="http://schemas.openxmlformats.org/drawingml/2006/main">
            <a:r>
              <a:t/>
            </a:r>
          </a:p>
          <a:p xmlns:a="http://schemas.openxmlformats.org/drawingml/2006/main">
            <a:r>
              <a:rPr b="1"/>
              <a:t>An MCP connection adds capabilities to the coding agent.</a:t>
            </a:r>
            <a:r>
              <a:rPr b="0"/>
              <a:t> The agent can call those tools as it works on your task. That familiar connection is our starting point.</a:t>
            </a:r>
          </a:p>
          <a:p xmlns:a="http://schemas.openxmlformats.org/drawingml/2006/main">
            <a:r>
              <a:t/>
            </a:r>
          </a:p>
          <a:p xmlns:a="http://schemas.openxmlformats.org/drawingml/2006/main">
            <a:r>
              <a:rPr b="0"/>
              <a:t>Advance to the Tools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You ask the coding agent for a plan. It breaks the task into proposed implementation steps.</a:t>
            </a:r>
          </a:p>
          <a:p xmlns:a="http://schemas.openxmlformats.org/drawingml/2006/main">
            <a:r>
              <a:t/>
            </a:r>
          </a:p>
          <a:p xmlns:a="http://schemas.openxmlformats.org/drawingml/2006/main">
            <a:r>
              <a:rPr b="1"/>
              <a:t>A plan makes the proposed steps visible.</a:t>
            </a:r>
            <a:r>
              <a:rPr b="0"/>
              <a:t> You review and refine the approach before implementation. This familiar action is our starting point for orchestration: how work is broken down and carried out.</a:t>
            </a:r>
          </a:p>
          <a:p xmlns:a="http://schemas.openxmlformats.org/drawingml/2006/main">
            <a:r>
              <a:t/>
            </a:r>
          </a:p>
          <a:p xmlns:a="http://schemas.openxmlformats.org/drawingml/2006/main">
            <a:r>
              <a:rPr b="0"/>
              <a:t>Advance to the Orchestration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e1a84904bb46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a9cebbacb97a41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d2fe7ecb6e647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686B4ED-827E-4DFE-93B1-71135B4B2E64}"/>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4442c957b54443" /><Relationship Type="http://schemas.openxmlformats.org/officeDocument/2006/relationships/slideLayout" Target="/ppt/slideLayouts/slideLayout1.xml" Id="R3b21f7225202434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1b25485238f489f" /><Relationship Type="http://schemas.openxmlformats.org/officeDocument/2006/relationships/slideLayout" Target="/ppt/slideLayouts/slideLayout2.xml" Id="R35b4972c8a974466" /><Relationship Type="http://schemas.openxmlformats.org/officeDocument/2006/relationships/slideLayout" Target="/ppt/slideLayouts/slideLayout3.xml" Id="Rd8f570105c4e4a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21f7225202434a"/>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35b4972c8a974466"/>
    <p:sldLayoutId xmlns:r="http://schemas.openxmlformats.org/officeDocument/2006/relationships" id="2147483652" r:id="Rd8f570105c4e4a61"/>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f88bee1fe644fb4" /><Relationship Type="http://schemas.openxmlformats.org/officeDocument/2006/relationships/notesSlide" Target="/ppt/notesSlides/notesSlide1.xml" Id="R238c0e6f357a46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a34d1e079d74d27" /><Relationship Type="http://schemas.openxmlformats.org/officeDocument/2006/relationships/notesSlide" Target="/ppt/notesSlides/notesSlide2.xml" Id="R6c40c7f694ba4f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7252e4ae1b44756" /><Relationship Type="http://schemas.openxmlformats.org/officeDocument/2006/relationships/image" Target="/ppt/media/image.png" Id="Rc78b7a2d09b345b4" /><Relationship Type="http://schemas.openxmlformats.org/officeDocument/2006/relationships/notesSlide" Target="/ppt/notesSlides/notesSlide3.xml" Id="R21aa57ca619547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244281c220141d2" /><Relationship Type="http://schemas.openxmlformats.org/officeDocument/2006/relationships/notesSlide" Target="/ppt/notesSlides/notesSlide4.xml" Id="Rc7eeaeefaf2b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abc251b827745c3" /><Relationship Type="http://schemas.openxmlformats.org/officeDocument/2006/relationships/notesSlide" Target="/ppt/notesSlides/notesSlide5.xml" Id="Rc4d9c248241e4c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71fd345d815434c" /><Relationship Type="http://schemas.openxmlformats.org/officeDocument/2006/relationships/notesSlide" Target="/ppt/notesSlides/notesSlide6.xml" Id="R05777c7864294c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890df57683640ad" /><Relationship Type="http://schemas.openxmlformats.org/officeDocument/2006/relationships/notesSlide" Target="/ppt/notesSlides/notesSlide7.xml" Id="R1fc26c13ea684f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7ce3b6ef9a4483b" /><Relationship Type="http://schemas.openxmlformats.org/officeDocument/2006/relationships/notesSlide" Target="/ppt/notesSlides/notesSlide8.xml" Id="Rfdf83f8f51d244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90e6dc0255e48fc" /><Relationship Type="http://schemas.openxmlformats.org/officeDocument/2006/relationships/image" Target="/ppt/media/image2.png" Id="Rc532fe3840ac482d" /><Relationship Type="http://schemas.openxmlformats.org/officeDocument/2006/relationships/notesSlide" Target="/ppt/notesSlides/notesSlide9.xml" Id="Rdfc8b532f61848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d9926d1dd4f466c" /><Relationship Type="http://schemas.openxmlformats.org/officeDocument/2006/relationships/image" Target="/ppt/media/image3.png" Id="R67992452354643a3" /><Relationship Type="http://schemas.openxmlformats.org/officeDocument/2006/relationships/notesSlide" Target="/ppt/notesSlides/notesSlide10.xml" Id="Ref1b7c3cd5d14a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a83d2d8510d4750" /><Relationship Type="http://schemas.openxmlformats.org/officeDocument/2006/relationships/image" Target="/ppt/media/image4.png" Id="R2ba645d7e5f14aec" /><Relationship Type="http://schemas.openxmlformats.org/officeDocument/2006/relationships/notesSlide" Target="/ppt/notesSlides/notesSlide11.xml" Id="Rb30947b5212843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461659b22194864" /><Relationship Type="http://schemas.openxmlformats.org/officeDocument/2006/relationships/image" Target="/ppt/media/image5.png" Id="R72c8b90dc1b0458f" /><Relationship Type="http://schemas.openxmlformats.org/officeDocument/2006/relationships/notesSlide" Target="/ppt/notesSlides/notesSlide12.xml" Id="R552bfc7c3d0848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4e0eb1c9af74517" /><Relationship Type="http://schemas.openxmlformats.org/officeDocument/2006/relationships/image" Target="/ppt/media/image6.png" Id="R9d304b04a81847cb" /><Relationship Type="http://schemas.openxmlformats.org/officeDocument/2006/relationships/notesSlide" Target="/ppt/notesSlides/notesSlide13.xml" Id="R9923c299f2494b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77def03d0dc4445" /><Relationship Type="http://schemas.openxmlformats.org/officeDocument/2006/relationships/image" Target="/ppt/media/image7.png" Id="Raf152601c4ea4604" /><Relationship Type="http://schemas.openxmlformats.org/officeDocument/2006/relationships/notesSlide" Target="/ppt/notesSlides/notesSlide14.xml" Id="R48693ddf00ad4f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01ef9cd436147ee" /><Relationship Type="http://schemas.openxmlformats.org/officeDocument/2006/relationships/notesSlide" Target="/ppt/notesSlides/notesSlide15.xml" Id="R28cfe8ba5dcc45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6079fee837f47be" /><Relationship Type="http://schemas.openxmlformats.org/officeDocument/2006/relationships/image" Target="/ppt/media/image8.png" Id="R602792962a6b43b3" /><Relationship Type="http://schemas.openxmlformats.org/officeDocument/2006/relationships/image" Target="/ppt/media/image9.png" Id="R56ae47d2b24d4932" /><Relationship Type="http://schemas.openxmlformats.org/officeDocument/2006/relationships/notesSlide" Target="/ppt/notesSlides/notesSlide16.xml" Id="Rc8027da42f8c45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08152cf348144c4f" /><Relationship Type="http://schemas.openxmlformats.org/officeDocument/2006/relationships/image" Target="/ppt/media/image8.png" Id="R3595bc0891fb4780" /><Relationship Type="http://schemas.openxmlformats.org/officeDocument/2006/relationships/notesSlide" Target="/ppt/notesSlides/notesSlide17.xml" Id="R94fb0db8d04b4b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3a8fe98a5d44b5b" /><Relationship Type="http://schemas.openxmlformats.org/officeDocument/2006/relationships/image" Target="/ppt/media/image8.png" Id="R74aa4b663cb347e7" /><Relationship Type="http://schemas.openxmlformats.org/officeDocument/2006/relationships/notesSlide" Target="/ppt/notesSlides/notesSlide18.xml" Id="R6176da4005d24a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ba74e9bc69d431e" /><Relationship Type="http://schemas.openxmlformats.org/officeDocument/2006/relationships/image" Target="/ppt/media/image8.png" Id="R635385f71f944bc0" /><Relationship Type="http://schemas.openxmlformats.org/officeDocument/2006/relationships/notesSlide" Target="/ppt/notesSlides/notesSlide19.xml" Id="Rbb8bf64a986f4a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ddcfa1e24cc4b1f" /><Relationship Type="http://schemas.openxmlformats.org/officeDocument/2006/relationships/notesSlide" Target="/ppt/notesSlides/notesSlide20.xml" Id="Rdef1b3d2667b4c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428c8c170a04cb1" /><Relationship Type="http://schemas.openxmlformats.org/officeDocument/2006/relationships/image" Target="/ppt/media/image10.png" Id="Rf039c5ee02fe43ab" /><Relationship Type="http://schemas.openxmlformats.org/officeDocument/2006/relationships/image" Target="/ppt/media/image11.png" Id="Rc0232aa6abbe4680" /><Relationship Type="http://schemas.openxmlformats.org/officeDocument/2006/relationships/notesSlide" Target="/ppt/notesSlides/notesSlide21.xml" Id="Rb8ab56750e2d451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39ed373725a345e3" /><Relationship Type="http://schemas.openxmlformats.org/officeDocument/2006/relationships/image" Target="/ppt/media/image10.png" Id="R14956732ef7c49c6" /><Relationship Type="http://schemas.openxmlformats.org/officeDocument/2006/relationships/notesSlide" Target="/ppt/notesSlides/notesSlide22.xml" Id="R3bb2386927f34e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3994b601ee7944e2" /><Relationship Type="http://schemas.openxmlformats.org/officeDocument/2006/relationships/image" Target="/ppt/media/image10.png" Id="R311b7493c35b4b0d" /><Relationship Type="http://schemas.openxmlformats.org/officeDocument/2006/relationships/notesSlide" Target="/ppt/notesSlides/notesSlide23.xml" Id="Rede7dbcc7dc845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21ed7e9d09341a1" /><Relationship Type="http://schemas.openxmlformats.org/officeDocument/2006/relationships/image" Target="/ppt/media/image10.png" Id="R77969eb46a884ddc" /><Relationship Type="http://schemas.openxmlformats.org/officeDocument/2006/relationships/notesSlide" Target="/ppt/notesSlides/notesSlide24.xml" Id="R84b20ae395b842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4c8ffd806e1420c" /><Relationship Type="http://schemas.openxmlformats.org/officeDocument/2006/relationships/notesSlide" Target="/ppt/notesSlides/notesSlide25.xml" Id="R5afdf64108b04b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e4a6e80eb014749" /><Relationship Type="http://schemas.openxmlformats.org/officeDocument/2006/relationships/image" Target="/ppt/media/image12.png" Id="R459a1be08f42496e" /><Relationship Type="http://schemas.openxmlformats.org/officeDocument/2006/relationships/image" Target="/ppt/media/image13.png" Id="R100517708219458d" /><Relationship Type="http://schemas.openxmlformats.org/officeDocument/2006/relationships/notesSlide" Target="/ppt/notesSlides/notesSlide26.xml" Id="R93c0153686de49f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cd6205fdeb3b447f" /><Relationship Type="http://schemas.openxmlformats.org/officeDocument/2006/relationships/image" Target="/ppt/media/image12.png" Id="Rb2b26d4c50794c85" /><Relationship Type="http://schemas.openxmlformats.org/officeDocument/2006/relationships/notesSlide" Target="/ppt/notesSlides/notesSlide27.xml" Id="R4f49e2c9e5934d6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99a51f6b8da4b3f" /><Relationship Type="http://schemas.openxmlformats.org/officeDocument/2006/relationships/image" Target="/ppt/media/image12.png" Id="Rda4938b325e34568" /><Relationship Type="http://schemas.openxmlformats.org/officeDocument/2006/relationships/notesSlide" Target="/ppt/notesSlides/notesSlide28.xml" Id="R0fa546663bc14e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cf7fb05ffb5146e5" /><Relationship Type="http://schemas.openxmlformats.org/officeDocument/2006/relationships/image" Target="/ppt/media/image12.png" Id="R934e80a458274279" /><Relationship Type="http://schemas.openxmlformats.org/officeDocument/2006/relationships/notesSlide" Target="/ppt/notesSlides/notesSlide29.xml" Id="Rf05000d057ed43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32de37fb5c7459d" /><Relationship Type="http://schemas.openxmlformats.org/officeDocument/2006/relationships/notesSlide" Target="/ppt/notesSlides/notesSlide30.xml" Id="R6eb7b38059894dc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7792cafd6db458a" /><Relationship Type="http://schemas.openxmlformats.org/officeDocument/2006/relationships/image" Target="/ppt/media/image14.png" Id="R6d58141ebc504b23" /><Relationship Type="http://schemas.openxmlformats.org/officeDocument/2006/relationships/image" Target="/ppt/media/image15.png" Id="Re41eea1df3fc4754" /><Relationship Type="http://schemas.openxmlformats.org/officeDocument/2006/relationships/notesSlide" Target="/ppt/notesSlides/notesSlide31.xml" Id="R923098c5c2fa45b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368df2b4d8164a45" /><Relationship Type="http://schemas.openxmlformats.org/officeDocument/2006/relationships/image" Target="/ppt/media/image14.png" Id="R00436d8ff1ea4397" /><Relationship Type="http://schemas.openxmlformats.org/officeDocument/2006/relationships/notesSlide" Target="/ppt/notesSlides/notesSlide32.xml" Id="R1dea2bb1c35c4e3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705a877bff2447b1" /><Relationship Type="http://schemas.openxmlformats.org/officeDocument/2006/relationships/image" Target="/ppt/media/image14.png" Id="R76eaa70e090d444d" /><Relationship Type="http://schemas.openxmlformats.org/officeDocument/2006/relationships/notesSlide" Target="/ppt/notesSlides/notesSlide33.xml" Id="Re6f3746e5ff44a4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163df65e99c6439e" /><Relationship Type="http://schemas.openxmlformats.org/officeDocument/2006/relationships/image" Target="/ppt/media/image14.png" Id="Re5c550de585e4e62" /><Relationship Type="http://schemas.openxmlformats.org/officeDocument/2006/relationships/notesSlide" Target="/ppt/notesSlides/notesSlide34.xml" Id="Rfa466b053c334ce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9f11281ec3a147f7" /><Relationship Type="http://schemas.openxmlformats.org/officeDocument/2006/relationships/notesSlide" Target="/ppt/notesSlides/notesSlide35.xml" Id="Re974077ce46f404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bd5add4a3454755" /><Relationship Type="http://schemas.openxmlformats.org/officeDocument/2006/relationships/image" Target="/ppt/media/image16.png" Id="Rbdf1cf8e615d4dbd" /><Relationship Type="http://schemas.openxmlformats.org/officeDocument/2006/relationships/notesSlide" Target="/ppt/notesSlides/notesSlide36.xml" Id="R7d5a30b09d8c443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f83f6f8f2644525" /><Relationship Type="http://schemas.openxmlformats.org/officeDocument/2006/relationships/image" Target="/ppt/media/image16.png" Id="R81be5319da094612" /><Relationship Type="http://schemas.openxmlformats.org/officeDocument/2006/relationships/notesSlide" Target="/ppt/notesSlides/notesSlide37.xml" Id="R50a148d1485c480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f24351972cfb4fb1" /><Relationship Type="http://schemas.openxmlformats.org/officeDocument/2006/relationships/image" Target="/ppt/media/image16.png" Id="Rcf7e1cf9ad044f6b" /><Relationship Type="http://schemas.openxmlformats.org/officeDocument/2006/relationships/notesSlide" Target="/ppt/notesSlides/notesSlide38.xml" Id="Rd497b670904b451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d3c42ada63104a76" /><Relationship Type="http://schemas.openxmlformats.org/officeDocument/2006/relationships/image" Target="/ppt/media/image16.png" Id="Rcbfeb5239c43472d" /><Relationship Type="http://schemas.openxmlformats.org/officeDocument/2006/relationships/notesSlide" Target="/ppt/notesSlides/notesSlide39.xml" Id="Rc3c76d86efaf41b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56f0c4dfe76848f2" /><Relationship Type="http://schemas.openxmlformats.org/officeDocument/2006/relationships/image" Target="/ppt/media/image17.png" Id="Rb5b7d8765eae4383" /><Relationship Type="http://schemas.openxmlformats.org/officeDocument/2006/relationships/notesSlide" Target="/ppt/notesSlides/notesSlide40.xml" Id="Rcd209d9ef661474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576edcbd62534d06" /><Relationship Type="http://schemas.openxmlformats.org/officeDocument/2006/relationships/image" Target="/ppt/media/image17.png" Id="R47ac41d5ecf44844" /><Relationship Type="http://schemas.openxmlformats.org/officeDocument/2006/relationships/notesSlide" Target="/ppt/notesSlides/notesSlide41.xml" Id="R27a4a1ecd1f84cd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3acefe2cddc34ca3" /><Relationship Type="http://schemas.openxmlformats.org/officeDocument/2006/relationships/notesSlide" Target="/ppt/notesSlides/notesSlide42.xml" Id="R1067784a3ebe4aa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4ee491ebeb3549e4" /><Relationship Type="http://schemas.openxmlformats.org/officeDocument/2006/relationships/image" Target="/ppt/media/image18.png" Id="R9a26b6f468e6469e" /><Relationship Type="http://schemas.openxmlformats.org/officeDocument/2006/relationships/notesSlide" Target="/ppt/notesSlides/notesSlide43.xml" Id="Rb768fcd8b7eb4b3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838a497e3dbe405c" /><Relationship Type="http://schemas.openxmlformats.org/officeDocument/2006/relationships/image" Target="/ppt/media/image18.png" Id="R22325ad0d81842ee" /><Relationship Type="http://schemas.openxmlformats.org/officeDocument/2006/relationships/notesSlide" Target="/ppt/notesSlides/notesSlide44.xml" Id="R14f6b3fd0b5c4cf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b24c8b0f3701471f" /><Relationship Type="http://schemas.openxmlformats.org/officeDocument/2006/relationships/image" Target="/ppt/media/image18.png" Id="R270d189456e64eb8" /><Relationship Type="http://schemas.openxmlformats.org/officeDocument/2006/relationships/notesSlide" Target="/ppt/notesSlides/notesSlide45.xml" Id="Rd6a4db69d4a741a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313894e074114ca3" /><Relationship Type="http://schemas.openxmlformats.org/officeDocument/2006/relationships/image" Target="/ppt/media/image18.png" Id="R8ede070c594640f9" /><Relationship Type="http://schemas.openxmlformats.org/officeDocument/2006/relationships/notesSlide" Target="/ppt/notesSlides/notesSlide46.xml" Id="R6f247978f517442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0a64ff80a9304880" /><Relationship Type="http://schemas.openxmlformats.org/officeDocument/2006/relationships/image" Target="/ppt/media/image19.png" Id="Rab9e568d673143ee" /><Relationship Type="http://schemas.openxmlformats.org/officeDocument/2006/relationships/notesSlide" Target="/ppt/notesSlides/notesSlide47.xml" Id="Re9365038e172448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93a876a30164000" /><Relationship Type="http://schemas.openxmlformats.org/officeDocument/2006/relationships/image" Target="/ppt/media/image20.png" Id="Rc769ea8dafb24107" /><Relationship Type="http://schemas.openxmlformats.org/officeDocument/2006/relationships/notesSlide" Target="/ppt/notesSlides/notesSlide48.xml" Id="R7e235b98fb3a463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a9899bf6222d43bb" /><Relationship Type="http://schemas.openxmlformats.org/officeDocument/2006/relationships/notesSlide" Target="/ppt/notesSlides/notesSlide49.xml" Id="Rfaade7d03d3c4e9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a17cc1673dc54b6a" /><Relationship Type="http://schemas.openxmlformats.org/officeDocument/2006/relationships/image" Target="/ppt/media/image21.png" Id="R2de7deee08044cfd" /><Relationship Type="http://schemas.openxmlformats.org/officeDocument/2006/relationships/notesSlide" Target="/ppt/notesSlides/notesSlide50.xml" Id="R9a132f7ddd71482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ea0c406a1e6441ec" /><Relationship Type="http://schemas.openxmlformats.org/officeDocument/2006/relationships/image" Target="/ppt/media/image21.png" Id="Rac3930827a224c7a" /><Relationship Type="http://schemas.openxmlformats.org/officeDocument/2006/relationships/notesSlide" Target="/ppt/notesSlides/notesSlide51.xml" Id="R6a3d7b1b699d4f9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a845c10e374343e5" /><Relationship Type="http://schemas.openxmlformats.org/officeDocument/2006/relationships/image" Target="/ppt/media/image22.png" Id="R11a8328c90134ec4" /><Relationship Type="http://schemas.openxmlformats.org/officeDocument/2006/relationships/notesSlide" Target="/ppt/notesSlides/notesSlide52.xml" Id="Rfc59f81ebdeb4bf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fb7dfc28f6474efa" /><Relationship Type="http://schemas.openxmlformats.org/officeDocument/2006/relationships/image" Target="/ppt/media/image23.png" Id="R6c5d7f4124f44344" /><Relationship Type="http://schemas.openxmlformats.org/officeDocument/2006/relationships/notesSlide" Target="/ppt/notesSlides/notesSlide53.xml" Id="R9519041e342e4a2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c65b19e22a6047dc" /><Relationship Type="http://schemas.openxmlformats.org/officeDocument/2006/relationships/image" Target="/ppt/media/image23.png" Id="R30f6732276944152" /><Relationship Type="http://schemas.openxmlformats.org/officeDocument/2006/relationships/notesSlide" Target="/ppt/notesSlides/notesSlide54.xml" Id="R6108f816a29f4e2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fff3bab8175b4553" /><Relationship Type="http://schemas.openxmlformats.org/officeDocument/2006/relationships/notesSlide" Target="/ppt/notesSlides/notesSlide55.xml" Id="Rcee73e7c97e9475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cc5ed34708d14540" /><Relationship Type="http://schemas.openxmlformats.org/officeDocument/2006/relationships/image" Target="/ppt/media/image24.png" Id="R3d16b1a82ce24815" /><Relationship Type="http://schemas.openxmlformats.org/officeDocument/2006/relationships/notesSlide" Target="/ppt/notesSlides/notesSlide56.xml" Id="Ref0948f607384bf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7bda9864021e41c4" /><Relationship Type="http://schemas.openxmlformats.org/officeDocument/2006/relationships/image" Target="/ppt/media/image24.png" Id="Re89ff4dfd7974674" /><Relationship Type="http://schemas.openxmlformats.org/officeDocument/2006/relationships/notesSlide" Target="/ppt/notesSlides/notesSlide57.xml" Id="Ref76f55bebfb469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9cc2cf7d0a44415f" /><Relationship Type="http://schemas.openxmlformats.org/officeDocument/2006/relationships/notesSlide" Target="/ppt/notesSlides/notesSlide58.xml" Id="R0a9e9f217441422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b1ce5ceaaa144788" /><Relationship Type="http://schemas.openxmlformats.org/officeDocument/2006/relationships/notesSlide" Target="/ppt/notesSlides/notesSlide59.xml" Id="R17ec3a88708a436a"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053D96CD-CEF6-43FB-A51F-FDF5A479F33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2BC538EE-75C5-4054-83BC-5F13F0973D6B}"/>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A5341291-647F-4CF0-BB9E-4CBA04B92258}"/>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473BEC54-94AC-4A37-8BE2-23C13E5636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086596812"/>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B2513C69-7970-4B0A-8761-AC78AC9CC10D}"/>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3B939CA6-E491-43F3-8FB6-B19FAD9DBEF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E67F9F6B-7129-4CCB-9D7D-4B09DD13EB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0000818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c78b7a2d09b345b4"/>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516232F9-D1D9-41E3-A725-F69C77F8EB78}"/>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7D812F76-BE6D-40F7-9C34-001647FCA63C}"/>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D33A6D18-7882-45F2-BAC7-70B6624DBA7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EF8FA9C4-2D6D-4B89-9BAD-AA5A46FE3921}"/>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31932260-7F4D-4578-81EA-D8ACE50A951E}"/>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A6C78330-92E0-444D-AE25-849508ED92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24997248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B4D10462-4360-44E4-895D-10C1681B16CD}"/>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D6B6A98B-63DD-42B6-85E4-F782651AB65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273EF166-E382-4CB8-A642-B37D385B92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073571834"/>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DAA06D63-58C6-4802-BA27-580230B9B8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506793153"/>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C60D699D-AD36-40D0-9766-55582DB28779}"/>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D709D3D7-85E4-43BC-8F17-41CB82536279}"/>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8EE813A4-FF83-4F97-B0CF-CA406F788376}"/>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C09AE7E0-62F5-4C76-A021-AD9586274D6C}"/>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3E585F62-8111-4849-9C2C-4C369C1F703E}"/>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348920BD-6A2F-44CC-BF73-BB9D1A75C527}"/>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ABCD0A32-431B-4E47-AFC9-18A5D79DDC09}"/>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389BEB58-1A81-4F9D-A3E0-14D6EF4382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66860737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C020B04A-D163-423A-B0A9-8ED1D6DA17F3}"/>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FE91A619-4222-4D45-93DD-9AFAF160DDD9}"/>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A5F8C2AA-9982-42E8-BF33-AA25E7722AB2}"/>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73D4748E-A0BB-41C4-9143-C7D8E3527C5E}"/>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6CE61673-FA80-47D3-9C06-6A64615A155E}"/>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E0AC874D-F554-4247-A621-8ABFA69320C4}"/>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122C69F3-7275-40AF-98AE-CE4AB5805ECC}"/>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B5BF731F-7CB7-4945-AEC6-041A3CDDBBA2}"/>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475848EC-C13B-4D4A-8188-90F4AA106652}"/>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9A42815F-6297-488D-B74C-576656DD91F2}"/>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092E125E-2935-4A87-8633-B21924990D8D}"/>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8FC4800D-14AB-4C77-875F-31FFC65C1C8A}"/>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DF3FC544-8CF8-437A-91CD-EAE372ECC860}"/>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F098C0F0-F9B2-48A2-9E96-532270E52286}"/>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2311D509-BEE5-45A5-AC96-91248133BBD8}"/>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F0CCF893-E8D4-4E84-9601-8D1190CF5ABF}"/>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DD641B76-9352-4146-9600-9730EB1802C8}"/>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22383F21-8DAD-418F-91F0-712C1B33BE88}"/>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CD5F349F-CB64-41EC-8291-C58A4C2052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07375554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76A72156-FA1B-4179-BC2B-2E1A0F02E98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663F3C5D-7733-47E0-81F8-542951BF34E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78FE7A3C-C64B-4825-90E2-58E652C69B0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BF245529-8AB5-474F-BC28-240DD79FFF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858773015"/>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c532fe3840ac482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F0159E81-2CCA-4FDE-9A7A-74FF019EAE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66277408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67992452354643a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BCC035AB-7624-4F35-8635-7AC65C58B4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55019853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2ba645d7e5f14ae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13DDD8A6-615C-4838-A3D0-5EB050F94C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4618965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72c8b90dc1b0458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172CD8F8-1A2C-449B-B846-DDB172C5CD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562461803"/>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9d304b04a81847c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339855A3-0128-49AB-8924-93367F59CF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253369606"/>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af152601c4ea46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D90F3BEB-77CE-44C0-8344-4C5E63350E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3915183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0756C27E-7E57-49F6-9B6D-7EEDC1558D2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50C5C9B2-0897-4098-A116-8469D1B38E1D}"/>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86E51BA0-D542-4204-9D06-06267E818F4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650EC016-8C80-4EEE-A5B3-034D91358C7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6BAF7663-6923-4FD3-80A5-DE897FEDB471}"/>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F3468885-8185-4CCB-A478-CE597B35EBBD}"/>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7391D50C-83EF-4090-96F3-D895EA9B6218}"/>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75ED22C4-49C3-4C0A-9E6C-BEA4F898E465}"/>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416CC353-9BCD-466E-8541-AAA32D4B2CC1}"/>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530489F5-FEBC-4C8D-8021-DD446FF322C3}"/>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6372263C-B53B-4D17-83EF-D7BA603D3B60}"/>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773262F8-D611-490F-8F3A-8C6A37C593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96517279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3719E7A3-945D-4253-9DC3-D8265ADF68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602792962a6b43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DF402565-D10D-4F25-B8FF-90AE40F488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E6F16C00-0F90-4213-9A55-9F88D7A64E1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5EE8A359-6864-486C-9E34-65EEF10B96E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927F0BF4-D2A2-4701-AE7E-62C1872B19B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56ae47d2b24d493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51CB4DF2-5738-46B5-A892-4FC3229759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62996904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C50BDE6C-ADC0-4A0C-A78F-52A4D43998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3595bc0891fb47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86ACFA7E-68C3-4DDC-B2AE-83C4DC9793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BBECEF6E-18E9-49AF-B81C-2D108D8511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D62AB0F1-342F-4087-A46F-998991ADD15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91EB99FD-6EDC-4897-BFDA-3D353443B94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4E1C0CFD-425E-40D5-BBA9-72B9F5B5B84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B2D15AC3-9F6E-47CF-9B19-5C13B9BF78D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68E32D03-A3F0-4B20-854F-CBD1D048BCAF}"/>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226081BC-47C8-4D50-9508-DD1607D5181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421A7B4C-FBC7-494D-BF30-87561A5A90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22099886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15463051-4BAB-4C81-A9E8-FB6B4A5838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74aa4b663cb347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551B1EC6-F8DB-4F33-8C6B-9CEA91B7D6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114F758F-3D6F-4D1F-8C6D-C86FA08F1D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B5CC2D26-E73E-41E7-BC65-FAD9F0AF93E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1D942BC0-E4F6-47F9-931B-1AFC1F38531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E5972B5C-521B-41CF-950C-34E03A6AEAB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30C89F9B-8999-4F39-85D0-ECF0046E53E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5F782DF5-B3AB-4FFA-8198-9FCEB769CA9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87B7441A-9BD4-4572-B91A-E9A7CC27164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0D78C76C-18E8-49C2-BF30-78DDA616F89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CA469943-2EF3-4DAC-AF56-CDD6BAC8D0A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DC53AB89-6C85-4321-AA69-0F31E667BC4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185FFDE5-DD94-4E86-9415-2070E3E58F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029037816"/>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D3B0002F-6AA6-4748-B5F7-5E630A7C7F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635385f71f944b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A2170914-A59E-455C-BDD1-1929F224B1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7B7FD4F5-CD53-4715-B0B0-3C05D15FAE0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C867835A-2295-4D83-86FE-91E86A863E0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FB792910-6505-4F7F-A64B-5B764FFB0ACB}"/>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A040CA2C-3C17-4AC9-A09D-CBA2166916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827150"/>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30DAE7B2-FA64-4784-84A2-5C6C2C8F7F73}"/>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DF76BDCF-69A3-4A09-9AA5-3E999DA2D9A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7ACF5C98-A0CE-4034-A75E-C0243B68150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59A5F2A1-6F29-4B73-9842-950B55036E26}"/>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5F56DFBE-1A5A-4C0F-82DE-F9A813168095}"/>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9886B363-1AB1-4301-B1B6-80984F633BEF}"/>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442878B4-DCAA-49AC-A98D-8304BF379804}"/>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AGENTS.md project instructions</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Conventions and checks</a:t>
            </a:r>
          </a:p>
        </p:txBody>
      </p:sp>
      <p:sp>
        <p:nvSpPr>
          <p:cNvPr id="123" name="10-text-3">
            <a:extLst xmlns:a="http://schemas.openxmlformats.org/drawingml/2006/main">
              <a:ext uri="{FF2B5EF4-FFF2-40B4-BE49-F238E27FC236}">
                <a16:creationId xmlns:a16="http://schemas.microsoft.com/office/drawing/2014/main" id="{A3CBAC7B-657C-4428-9BED-7DD49F360C72}"/>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Project conventions</a:t>
            </a:r>
          </a:p>
        </p:txBody>
      </p:sp>
      <p:sp>
        <p:nvSpPr>
          <p:cNvPr id="124" name="10-text-4">
            <a:extLst xmlns:a="http://schemas.openxmlformats.org/drawingml/2006/main">
              <a:ext uri="{FF2B5EF4-FFF2-40B4-BE49-F238E27FC236}">
                <a16:creationId xmlns:a16="http://schemas.microsoft.com/office/drawing/2014/main" id="{DD3E2E9C-F866-453E-9561-C4C699F1276B}"/>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the agent how work should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fit this repository.</a:t>
            </a:r>
          </a:p>
        </p:txBody>
      </p:sp>
      <p:sp>
        <p:nvSpPr>
          <p:cNvPr id="125" name="10-text-5">
            <a:extLst xmlns:a="http://schemas.openxmlformats.org/drawingml/2006/main">
              <a:ext uri="{FF2B5EF4-FFF2-40B4-BE49-F238E27FC236}">
                <a16:creationId xmlns:a16="http://schemas.microsoft.com/office/drawing/2014/main" id="{458C19C0-F99B-4012-93B4-44CC7101FDF8}"/>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Checks</a:t>
            </a:r>
          </a:p>
        </p:txBody>
      </p:sp>
      <p:sp>
        <p:nvSpPr>
          <p:cNvPr id="126" name="10-text-6">
            <a:extLst xmlns:a="http://schemas.openxmlformats.org/drawingml/2006/main">
              <a:ext uri="{FF2B5EF4-FFF2-40B4-BE49-F238E27FC236}">
                <a16:creationId xmlns:a16="http://schemas.microsoft.com/office/drawing/2014/main" id="{A3593ACC-8080-4046-885F-5F1A308E3DFC}"/>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it how to validate changes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handing work back.</a:t>
            </a:r>
          </a:p>
        </p:txBody>
      </p:sp>
      <p:sp>
        <p:nvSpPr>
          <p:cNvPr id="127" name="narrative-number">
            <a:extLst xmlns:a="http://schemas.openxmlformats.org/drawingml/2006/main">
              <a:ext uri="{FF2B5EF4-FFF2-40B4-BE49-F238E27FC236}">
                <a16:creationId xmlns:a16="http://schemas.microsoft.com/office/drawing/2014/main" id="{2A2CBAAA-F006-4E05-87B7-C7E49EEE22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502128664"/>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93DF9341-80EE-4133-89C3-D39FD5DAFD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f039c5ee02fe43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header-divider">
            <a:extLst xmlns:a="http://schemas.openxmlformats.org/drawingml/2006/main">
              <a:ext uri="{FF2B5EF4-FFF2-40B4-BE49-F238E27FC236}">
                <a16:creationId xmlns:a16="http://schemas.microsoft.com/office/drawing/2014/main" id="{C84C3E4F-6C7C-4DFB-B113-A9099AC22A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11-text-1">
            <a:extLst xmlns:a="http://schemas.openxmlformats.org/drawingml/2006/main">
              <a:ext uri="{FF2B5EF4-FFF2-40B4-BE49-F238E27FC236}">
                <a16:creationId xmlns:a16="http://schemas.microsoft.com/office/drawing/2014/main" id="{62DFCCC0-DF12-4349-8FF8-7CA53B52BC2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 treated as a finite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resource with diminishing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marginal returns.”</a:t>
            </a:r>
          </a:p>
        </p:txBody>
      </p:sp>
      <p:sp>
        <p:nvSpPr>
          <p:cNvPr id="132" name="11-text-2">
            <a:extLst xmlns:a="http://schemas.openxmlformats.org/drawingml/2006/main">
              <a:ext uri="{FF2B5EF4-FFF2-40B4-BE49-F238E27FC236}">
                <a16:creationId xmlns:a16="http://schemas.microsoft.com/office/drawing/2014/main" id="{D23B27FE-7E45-40B9-9D9E-C28F027DA75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33" name="11-text-3">
            <a:extLst xmlns:a="http://schemas.openxmlformats.org/drawingml/2006/main">
              <a:ext uri="{FF2B5EF4-FFF2-40B4-BE49-F238E27FC236}">
                <a16:creationId xmlns:a16="http://schemas.microsoft.com/office/drawing/2014/main" id="{AAE6B35A-3112-4DFD-A872-1955120F76B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42" name="11-image-4"/>
          <p:cNvPicPr>
            <a:picLocks xmlns:a="http://schemas.openxmlformats.org/drawingml/2006/main" noChangeAspect="1"/>
          </p:cNvPicPr>
          <p:nvPr/>
        </p:nvPicPr>
        <p:blipFill>
          <a:blip xmlns:r="http://schemas.openxmlformats.org/officeDocument/2006/relationships" xmlns:a="http://schemas.openxmlformats.org/drawingml/2006/main" r:embed="Rc0232aa6abbe468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35" name="narrative-number">
            <a:extLst xmlns:a="http://schemas.openxmlformats.org/drawingml/2006/main">
              <a:ext uri="{FF2B5EF4-FFF2-40B4-BE49-F238E27FC236}">
                <a16:creationId xmlns:a16="http://schemas.microsoft.com/office/drawing/2014/main" id="{F8E92DCD-FFE9-4B4C-A136-F89D8726EE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952233501"/>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9DD6A0B8-B6AF-4E14-8D4D-5C0DC9D5B9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48" name="mini-map"/>
          <p:cNvPicPr>
            <a:picLocks xmlns:a="http://schemas.openxmlformats.org/drawingml/2006/main" noChangeAspect="1"/>
          </p:cNvPicPr>
          <p:nvPr/>
        </p:nvPicPr>
        <p:blipFill>
          <a:blip xmlns:r="http://schemas.openxmlformats.org/officeDocument/2006/relationships" xmlns:a="http://schemas.openxmlformats.org/drawingml/2006/main" r:embed="R14956732ef7c49c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2862AE5A-3B4A-4795-A5D6-68AF8F7C04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context-decisions-title">
            <a:extLst xmlns:a="http://schemas.openxmlformats.org/drawingml/2006/main">
              <a:ext uri="{FF2B5EF4-FFF2-40B4-BE49-F238E27FC236}">
                <a16:creationId xmlns:a16="http://schemas.microsoft.com/office/drawing/2014/main" id="{23CCB707-FE2F-46E0-B1B9-857C560950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context decisions you own</a:t>
            </a:r>
          </a:p>
        </p:txBody>
      </p:sp>
      <p:sp>
        <p:nvSpPr>
          <p:cNvPr id="140" name="11-text-5">
            <a:extLst xmlns:a="http://schemas.openxmlformats.org/drawingml/2006/main">
              <a:ext uri="{FF2B5EF4-FFF2-40B4-BE49-F238E27FC236}">
                <a16:creationId xmlns:a16="http://schemas.microsoft.com/office/drawing/2014/main" id="{290C730D-B8D1-4AC0-B457-B7BDEBD110A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belongs in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141" name="11-text-6">
            <a:extLst xmlns:a="http://schemas.openxmlformats.org/drawingml/2006/main">
              <a:ext uri="{FF2B5EF4-FFF2-40B4-BE49-F238E27FC236}">
                <a16:creationId xmlns:a16="http://schemas.microsoft.com/office/drawing/2014/main" id="{9B09C940-ABCB-4AAC-B746-2F3B031B7CA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task state, retrieved knowledge.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what the next step needs.</a:t>
            </a:r>
          </a:p>
        </p:txBody>
      </p:sp>
      <p:sp>
        <p:nvSpPr>
          <p:cNvPr id="142" name="11-text-7">
            <a:extLst xmlns:a="http://schemas.openxmlformats.org/drawingml/2006/main">
              <a:ext uri="{FF2B5EF4-FFF2-40B4-BE49-F238E27FC236}">
                <a16:creationId xmlns:a16="http://schemas.microsoft.com/office/drawing/2014/main" id="{1E2AF64B-521E-446F-8417-4662F9C669D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should persist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be refreshed?</a:t>
            </a:r>
          </a:p>
        </p:txBody>
      </p:sp>
      <p:sp>
        <p:nvSpPr>
          <p:cNvPr id="143" name="11-text-8">
            <a:extLst xmlns:a="http://schemas.openxmlformats.org/drawingml/2006/main">
              <a:ext uri="{FF2B5EF4-FFF2-40B4-BE49-F238E27FC236}">
                <a16:creationId xmlns:a16="http://schemas.microsoft.com/office/drawing/2014/main" id="{4D49263F-77D2-4F79-A9EE-74F27038CF8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durable facts and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or discard what is no longer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information as its sources change.</a:t>
            </a:r>
          </a:p>
        </p:txBody>
      </p:sp>
      <p:sp>
        <p:nvSpPr>
          <p:cNvPr id="144" name="11-text-9">
            <a:extLst xmlns:a="http://schemas.openxmlformats.org/drawingml/2006/main">
              <a:ext uri="{FF2B5EF4-FFF2-40B4-BE49-F238E27FC236}">
                <a16:creationId xmlns:a16="http://schemas.microsoft.com/office/drawing/2014/main" id="{42A7D792-D01D-42FA-ACEC-3D7108AFBBA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access scope?</a:t>
            </a:r>
          </a:p>
        </p:txBody>
      </p:sp>
      <p:sp>
        <p:nvSpPr>
          <p:cNvPr id="145" name="11-text-10">
            <a:extLst xmlns:a="http://schemas.openxmlformats.org/drawingml/2006/main">
              <a:ext uri="{FF2B5EF4-FFF2-40B4-BE49-F238E27FC236}">
                <a16:creationId xmlns:a16="http://schemas.microsoft.com/office/drawing/2014/main" id="{34B75606-1B5B-43A3-8FAC-6802793AEBB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source locations and revisions.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retrieval to the user's authorized scope.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outside the model.</a:t>
            </a:r>
          </a:p>
        </p:txBody>
      </p:sp>
      <p:sp>
        <p:nvSpPr>
          <p:cNvPr id="146" name="narrative-number">
            <a:extLst xmlns:a="http://schemas.openxmlformats.org/drawingml/2006/main">
              <a:ext uri="{FF2B5EF4-FFF2-40B4-BE49-F238E27FC236}">
                <a16:creationId xmlns:a16="http://schemas.microsoft.com/office/drawing/2014/main" id="{1276337A-A12F-40F9-8CA0-AEC55EA852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4286733529"/>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7" name="!!area-name">
            <a:extLst xmlns:a="http://schemas.openxmlformats.org/drawingml/2006/main">
              <a:ext uri="{FF2B5EF4-FFF2-40B4-BE49-F238E27FC236}">
                <a16:creationId xmlns:a16="http://schemas.microsoft.com/office/drawing/2014/main" id="{F3D54E64-7A01-4DC6-867C-51F538A3B3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311b7493c35b4b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9" name="header-divider">
            <a:extLst xmlns:a="http://schemas.openxmlformats.org/drawingml/2006/main">
              <a:ext uri="{FF2B5EF4-FFF2-40B4-BE49-F238E27FC236}">
                <a16:creationId xmlns:a16="http://schemas.microsoft.com/office/drawing/2014/main" id="{64A07CEF-397A-471D-AA40-C32FBF736ED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0" name="context-maintenance-title">
            <a:extLst xmlns:a="http://schemas.openxmlformats.org/drawingml/2006/main">
              <a:ext uri="{FF2B5EF4-FFF2-40B4-BE49-F238E27FC236}">
                <a16:creationId xmlns:a16="http://schemas.microsoft.com/office/drawing/2014/main" id="{35AA5678-A708-4AD9-B834-5D83872721A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context choices</a:t>
            </a:r>
          </a:p>
        </p:txBody>
      </p:sp>
      <p:sp>
        <p:nvSpPr>
          <p:cNvPr id="151" name="11-text-11">
            <a:extLst xmlns:a="http://schemas.openxmlformats.org/drawingml/2006/main">
              <a:ext uri="{FF2B5EF4-FFF2-40B4-BE49-F238E27FC236}">
                <a16:creationId xmlns:a16="http://schemas.microsoft.com/office/drawing/2014/main" id="{2DA820E8-8469-4CD5-BE1B-0384C8CBD7B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Freshness</a:t>
            </a:r>
          </a:p>
        </p:txBody>
      </p:sp>
      <p:sp>
        <p:nvSpPr>
          <p:cNvPr id="152" name="11-text-12">
            <a:extLst xmlns:a="http://schemas.openxmlformats.org/drawingml/2006/main">
              <a:ext uri="{FF2B5EF4-FFF2-40B4-BE49-F238E27FC236}">
                <a16:creationId xmlns:a16="http://schemas.microsoft.com/office/drawing/2014/main" id="{CE9564AB-C97B-474F-98A2-432743D2F1C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records can make retrieved passages stale.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retrieval when source versions change.</a:t>
            </a:r>
          </a:p>
        </p:txBody>
      </p:sp>
      <p:sp>
        <p:nvSpPr>
          <p:cNvPr id="153" name="11-text-13">
            <a:extLst xmlns:a="http://schemas.openxmlformats.org/drawingml/2006/main">
              <a:ext uri="{FF2B5EF4-FFF2-40B4-BE49-F238E27FC236}">
                <a16:creationId xmlns:a16="http://schemas.microsoft.com/office/drawing/2014/main" id="{3AD84110-69AB-4E6F-AD6E-879D59C4446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growth</a:t>
            </a:r>
          </a:p>
        </p:txBody>
      </p:sp>
      <p:sp>
        <p:nvSpPr>
          <p:cNvPr id="154" name="11-text-14">
            <a:extLst xmlns:a="http://schemas.openxmlformats.org/drawingml/2006/main">
              <a:ext uri="{FF2B5EF4-FFF2-40B4-BE49-F238E27FC236}">
                <a16:creationId xmlns:a16="http://schemas.microsoft.com/office/drawing/2014/main" id="{94662CAF-9CFC-4A17-B38C-8DFBBE2D171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Summaries can lose constraints as sessions grow.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decisions and unresolved questions.</a:t>
            </a:r>
          </a:p>
        </p:txBody>
      </p:sp>
      <p:sp>
        <p:nvSpPr>
          <p:cNvPr id="155" name="11-text-15">
            <a:extLst xmlns:a="http://schemas.openxmlformats.org/drawingml/2006/main">
              <a:ext uri="{FF2B5EF4-FFF2-40B4-BE49-F238E27FC236}">
                <a16:creationId xmlns:a16="http://schemas.microsoft.com/office/drawing/2014/main" id="{448CF248-CB77-49B7-8FBA-2172664A650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Boundaries</a:t>
            </a:r>
          </a:p>
        </p:txBody>
      </p:sp>
      <p:sp>
        <p:nvSpPr>
          <p:cNvPr id="156" name="11-text-16">
            <a:extLst xmlns:a="http://schemas.openxmlformats.org/drawingml/2006/main">
              <a:ext uri="{FF2B5EF4-FFF2-40B4-BE49-F238E27FC236}">
                <a16:creationId xmlns:a16="http://schemas.microsoft.com/office/drawing/2014/main" id="{53260E7E-BF7A-4C24-ACA9-FB9CAFBBAEC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or retrieval can cross access boundaries.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and preserve provenance.</a:t>
            </a:r>
          </a:p>
        </p:txBody>
      </p:sp>
      <p:sp>
        <p:nvSpPr>
          <p:cNvPr id="157" name="11-text-17">
            <a:extLst xmlns:a="http://schemas.openxmlformats.org/drawingml/2006/main">
              <a:ext uri="{FF2B5EF4-FFF2-40B4-BE49-F238E27FC236}">
                <a16:creationId xmlns:a16="http://schemas.microsoft.com/office/drawing/2014/main" id="{6C8B6317-C95A-4A71-ABCC-D6371475BF9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prefixes can help caching. Correctness and access take priority.</a:t>
            </a:r>
          </a:p>
        </p:txBody>
      </p:sp>
      <p:sp>
        <p:nvSpPr>
          <p:cNvPr id="158" name="11-text-18">
            <a:extLst xmlns:a="http://schemas.openxmlformats.org/drawingml/2006/main">
              <a:ext uri="{FF2B5EF4-FFF2-40B4-BE49-F238E27FC236}">
                <a16:creationId xmlns:a16="http://schemas.microsoft.com/office/drawing/2014/main" id="{41903B47-2C7B-413E-ACAC-751BE7ED793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9" name="11-text-19">
            <a:extLst xmlns:a="http://schemas.openxmlformats.org/drawingml/2006/main">
              <a:ext uri="{FF2B5EF4-FFF2-40B4-BE49-F238E27FC236}">
                <a16:creationId xmlns:a16="http://schemas.microsoft.com/office/drawing/2014/main" id="{19B0A985-2AD6-4EB1-8C44-BC9B2D5CCDE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0" name="narrative-number">
            <a:extLst xmlns:a="http://schemas.openxmlformats.org/drawingml/2006/main">
              <a:ext uri="{FF2B5EF4-FFF2-40B4-BE49-F238E27FC236}">
                <a16:creationId xmlns:a16="http://schemas.microsoft.com/office/drawing/2014/main" id="{4DA881CD-F7D6-4E34-8E02-1E4F7A3355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190448109"/>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403E0391-71CA-403D-AAFC-6E6ADF4E3C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77969eb46a884d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194E9266-B034-44B0-8229-2B1912BB4F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context-application-title">
            <a:extLst xmlns:a="http://schemas.openxmlformats.org/drawingml/2006/main">
              <a:ext uri="{FF2B5EF4-FFF2-40B4-BE49-F238E27FC236}">
                <a16:creationId xmlns:a16="http://schemas.microsoft.com/office/drawing/2014/main" id="{463B8177-D004-40C9-8169-FDF87F94F31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context for the FRB brief</a:t>
            </a:r>
          </a:p>
        </p:txBody>
      </p:sp>
      <p:sp>
        <p:nvSpPr>
          <p:cNvPr id="165" name="11-text-20">
            <a:extLst xmlns:a="http://schemas.openxmlformats.org/drawingml/2006/main">
              <a:ext uri="{FF2B5EF4-FFF2-40B4-BE49-F238E27FC236}">
                <a16:creationId xmlns:a16="http://schemas.microsoft.com/office/drawing/2014/main" id="{CC235027-064A-419B-B252-C2218078EDA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context.</a:t>
            </a:r>
          </a:p>
        </p:txBody>
      </p:sp>
      <p:sp>
        <p:nvSpPr>
          <p:cNvPr id="166" name="11-text-21">
            <a:extLst xmlns:a="http://schemas.openxmlformats.org/drawingml/2006/main">
              <a:ext uri="{FF2B5EF4-FFF2-40B4-BE49-F238E27FC236}">
                <a16:creationId xmlns:a16="http://schemas.microsoft.com/office/drawing/2014/main" id="{1B9DD9C1-B544-4667-B93E-B8D7B3D58C4F}"/>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7" name="11-text-22">
            <a:extLst xmlns:a="http://schemas.openxmlformats.org/drawingml/2006/main">
              <a:ext uri="{FF2B5EF4-FFF2-40B4-BE49-F238E27FC236}">
                <a16:creationId xmlns:a16="http://schemas.microsoft.com/office/drawing/2014/main" id="{E30FE92D-7121-414C-806E-D9236F95CF10}"/>
              </a:ext>
            </a:extLst>
          </p:cNvPr>
          <p:cNvSpPr>
            <a:spLocks xmlns:a="http://schemas.openxmlformats.org/drawingml/2006/main"/>
          </p:cNvSpPr>
          <p:nvPr/>
        </p:nvSpPr>
        <p:spPr>
          <a:xfrm xmlns:a="http://schemas.openxmlformats.org/drawingml/2006/main">
            <a:off x="6096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68" name="11-text-23">
            <a:extLst xmlns:a="http://schemas.openxmlformats.org/drawingml/2006/main">
              <a:ext uri="{FF2B5EF4-FFF2-40B4-BE49-F238E27FC236}">
                <a16:creationId xmlns:a16="http://schemas.microsoft.com/office/drawing/2014/main" id="{3C66C207-EE2E-4D1A-BA85-570D38B63065}"/>
              </a:ext>
            </a:extLst>
          </p:cNvPr>
          <p:cNvSpPr>
            <a:spLocks xmlns:a="http://schemas.openxmlformats.org/drawingml/2006/main"/>
          </p:cNvSpPr>
          <p:nvPr/>
        </p:nvSpPr>
        <p:spPr>
          <a:xfrm xmlns:a="http://schemas.openxmlformats.org/drawingml/2006/main">
            <a:off x="609600" y="41910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Later minutes</a:t>
            </a:r>
          </a:p>
        </p:txBody>
      </p:sp>
      <p:sp>
        <p:nvSpPr>
          <p:cNvPr id="169" name="11-text-24">
            <a:extLst xmlns:a="http://schemas.openxmlformats.org/drawingml/2006/main">
              <a:ext uri="{FF2B5EF4-FFF2-40B4-BE49-F238E27FC236}">
                <a16:creationId xmlns:a16="http://schemas.microsoft.com/office/drawing/2014/main" id="{593ECD79-7F92-4D0D-820B-ADC2BBD42594}"/>
              </a:ext>
            </a:extLst>
          </p:cNvPr>
          <p:cNvSpPr>
            <a:spLocks xmlns:a="http://schemas.openxmlformats.org/drawingml/2006/main"/>
          </p:cNvSpPr>
          <p:nvPr/>
        </p:nvSpPr>
        <p:spPr>
          <a:xfrm xmlns:a="http://schemas.openxmlformats.org/drawingml/2006/main">
            <a:off x="609600" y="4826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0" name="11-text-25">
            <a:extLst xmlns:a="http://schemas.openxmlformats.org/drawingml/2006/main">
              <a:ext uri="{FF2B5EF4-FFF2-40B4-BE49-F238E27FC236}">
                <a16:creationId xmlns:a16="http://schemas.microsoft.com/office/drawing/2014/main" id="{74636F37-DD37-4EBF-AAAE-163649A1815A}"/>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1" name="11-text-26">
            <a:extLst xmlns:a="http://schemas.openxmlformats.org/drawingml/2006/main">
              <a:ext uri="{FF2B5EF4-FFF2-40B4-BE49-F238E27FC236}">
                <a16:creationId xmlns:a16="http://schemas.microsoft.com/office/drawing/2014/main" id="{384FB908-46A0-44F2-9430-8D114C6AD104}"/>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revisions and source locations.</a:t>
            </a:r>
          </a:p>
        </p:txBody>
      </p:sp>
      <p:sp>
        <p:nvSpPr>
          <p:cNvPr id="172" name="11-text-27">
            <a:extLst xmlns:a="http://schemas.openxmlformats.org/drawingml/2006/main">
              <a:ext uri="{FF2B5EF4-FFF2-40B4-BE49-F238E27FC236}">
                <a16:creationId xmlns:a16="http://schemas.microsoft.com/office/drawing/2014/main" id="{BD3FCA2D-BC1E-4488-B068-A7DD927AC157}"/>
              </a:ext>
            </a:extLst>
          </p:cNvPr>
          <p:cNvSpPr>
            <a:spLocks xmlns:a="http://schemas.openxmlformats.org/drawingml/2006/main"/>
          </p:cNvSpPr>
          <p:nvPr/>
        </p:nvSpPr>
        <p:spPr>
          <a:xfrm xmlns:a="http://schemas.openxmlformats.org/drawingml/2006/main">
            <a:off x="6248400" y="401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3" name="11-text-28">
            <a:extLst xmlns:a="http://schemas.openxmlformats.org/drawingml/2006/main">
              <a:ext uri="{FF2B5EF4-FFF2-40B4-BE49-F238E27FC236}">
                <a16:creationId xmlns:a16="http://schemas.microsoft.com/office/drawing/2014/main" id="{3142CD87-3AE0-4DDB-9EF2-9A5B3F8CA9B9}"/>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4" name="11-text-29">
            <a:extLst xmlns:a="http://schemas.openxmlformats.org/drawingml/2006/main">
              <a:ext uri="{FF2B5EF4-FFF2-40B4-BE49-F238E27FC236}">
                <a16:creationId xmlns:a16="http://schemas.microsoft.com/office/drawing/2014/main" id="{74DB1620-CED6-43DB-81A3-EC16C16F6F34}"/>
              </a:ext>
            </a:extLst>
          </p:cNvPr>
          <p:cNvSpPr>
            <a:spLocks xmlns:a="http://schemas.openxmlformats.org/drawingml/2006/main"/>
          </p:cNvSpPr>
          <p:nvPr/>
        </p:nvSpPr>
        <p:spPr>
          <a:xfrm xmlns:a="http://schemas.openxmlformats.org/drawingml/2006/main">
            <a:off x="62484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5" name="11-text-30">
            <a:extLst xmlns:a="http://schemas.openxmlformats.org/drawingml/2006/main">
              <a:ext uri="{FF2B5EF4-FFF2-40B4-BE49-F238E27FC236}">
                <a16:creationId xmlns:a16="http://schemas.microsoft.com/office/drawing/2014/main" id="{FDD8CF2B-A354-4338-A7A6-3822DA765741}"/>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sources and recheck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 the brief.</a:t>
            </a:r>
          </a:p>
        </p:txBody>
      </p:sp>
      <p:sp>
        <p:nvSpPr>
          <p:cNvPr id="176" name="narrative-number">
            <a:extLst xmlns:a="http://schemas.openxmlformats.org/drawingml/2006/main">
              <a:ext uri="{FF2B5EF4-FFF2-40B4-BE49-F238E27FC236}">
                <a16:creationId xmlns:a16="http://schemas.microsoft.com/office/drawing/2014/main" id="{9EEEADFF-D73E-44BE-9E63-95719B00EA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701182429"/>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header">
            <a:extLst xmlns:a="http://schemas.openxmlformats.org/drawingml/2006/main">
              <a:ext uri="{FF2B5EF4-FFF2-40B4-BE49-F238E27FC236}">
                <a16:creationId xmlns:a16="http://schemas.microsoft.com/office/drawing/2014/main" id="{FDDAF2A9-FA59-4005-BAFB-1F6E695339B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area-name">
            <a:extLst xmlns:a="http://schemas.openxmlformats.org/drawingml/2006/main">
              <a:ext uri="{FF2B5EF4-FFF2-40B4-BE49-F238E27FC236}">
                <a16:creationId xmlns:a16="http://schemas.microsoft.com/office/drawing/2014/main" id="{7D6D6FA2-4507-48A6-BE36-825EC4D90B94}"/>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79" name="!!area-beat">
            <a:extLst xmlns:a="http://schemas.openxmlformats.org/drawingml/2006/main">
              <a:ext uri="{FF2B5EF4-FFF2-40B4-BE49-F238E27FC236}">
                <a16:creationId xmlns:a16="http://schemas.microsoft.com/office/drawing/2014/main" id="{5D38F41F-4F57-4BBC-AC81-37A252E0045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0" name="header-divider">
            <a:extLst xmlns:a="http://schemas.openxmlformats.org/drawingml/2006/main">
              <a:ext uri="{FF2B5EF4-FFF2-40B4-BE49-F238E27FC236}">
                <a16:creationId xmlns:a16="http://schemas.microsoft.com/office/drawing/2014/main" id="{FEF4159F-B4BF-4703-AF18-6BB3E86EB7F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screenshot-MCP configuration">
            <a:extLst xmlns:a="http://schemas.openxmlformats.org/drawingml/2006/main">
              <a:ext uri="{FF2B5EF4-FFF2-40B4-BE49-F238E27FC236}">
                <a16:creationId xmlns:a16="http://schemas.microsoft.com/office/drawing/2014/main" id="{135297DE-9368-4EBA-AA78-5CD70209884F}"/>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82" name="12-text-1">
            <a:extLst xmlns:a="http://schemas.openxmlformats.org/drawingml/2006/main">
              <a:ext uri="{FF2B5EF4-FFF2-40B4-BE49-F238E27FC236}">
                <a16:creationId xmlns:a16="http://schemas.microsoft.com/office/drawing/2014/main" id="{D4C9BA0A-6E3B-4423-AA70-3C086D79B739}"/>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3" name="12-text-2">
            <a:extLst xmlns:a="http://schemas.openxmlformats.org/drawingml/2006/main">
              <a:ext uri="{FF2B5EF4-FFF2-40B4-BE49-F238E27FC236}">
                <a16:creationId xmlns:a16="http://schemas.microsoft.com/office/drawing/2014/main" id="{2A18E856-F2C2-404E-B531-732205EA45CB}"/>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4" name="12-text-3">
            <a:extLst xmlns:a="http://schemas.openxmlformats.org/drawingml/2006/main">
              <a:ext uri="{FF2B5EF4-FFF2-40B4-BE49-F238E27FC236}">
                <a16:creationId xmlns:a16="http://schemas.microsoft.com/office/drawing/2014/main" id="{620E9B4F-2D59-4680-B58E-20D7B95CF3D9}"/>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Connect a service</a:t>
            </a:r>
          </a:p>
        </p:txBody>
      </p:sp>
      <p:sp>
        <p:nvSpPr>
          <p:cNvPr id="185" name="12-text-4">
            <a:extLst xmlns:a="http://schemas.openxmlformats.org/drawingml/2006/main">
              <a:ext uri="{FF2B5EF4-FFF2-40B4-BE49-F238E27FC236}">
                <a16:creationId xmlns:a16="http://schemas.microsoft.com/office/drawing/2014/main" id="{2E55A167-99A7-4D21-BC44-6CF0CFCAA36B}"/>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Add an MCP server to make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its tools available.</a:t>
            </a:r>
          </a:p>
        </p:txBody>
      </p:sp>
      <p:sp>
        <p:nvSpPr>
          <p:cNvPr id="186" name="12-text-5">
            <a:extLst xmlns:a="http://schemas.openxmlformats.org/drawingml/2006/main">
              <a:ext uri="{FF2B5EF4-FFF2-40B4-BE49-F238E27FC236}">
                <a16:creationId xmlns:a16="http://schemas.microsoft.com/office/drawing/2014/main" id="{A96562F4-41CB-4CAD-B227-8C150EE6CEE2}"/>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Use its tools</a:t>
            </a:r>
          </a:p>
        </p:txBody>
      </p:sp>
      <p:sp>
        <p:nvSpPr>
          <p:cNvPr id="187" name="12-text-6">
            <a:extLst xmlns:a="http://schemas.openxmlformats.org/drawingml/2006/main">
              <a:ext uri="{FF2B5EF4-FFF2-40B4-BE49-F238E27FC236}">
                <a16:creationId xmlns:a16="http://schemas.microsoft.com/office/drawing/2014/main" id="{A81E944F-7984-4A86-BDAF-DB97D6DCF6D0}"/>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agent can call</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those tools as it works.</a:t>
            </a:r>
          </a:p>
        </p:txBody>
      </p:sp>
      <p:sp>
        <p:nvSpPr>
          <p:cNvPr id="188" name="narrative-number">
            <a:extLst xmlns:a="http://schemas.openxmlformats.org/drawingml/2006/main">
              <a:ext uri="{FF2B5EF4-FFF2-40B4-BE49-F238E27FC236}">
                <a16:creationId xmlns:a16="http://schemas.microsoft.com/office/drawing/2014/main" id="{6FCB71B8-761C-4A25-A83F-EE97B8139D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886215594"/>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9" name="!!area-name">
            <a:extLst xmlns:a="http://schemas.openxmlformats.org/drawingml/2006/main">
              <a:ext uri="{FF2B5EF4-FFF2-40B4-BE49-F238E27FC236}">
                <a16:creationId xmlns:a16="http://schemas.microsoft.com/office/drawing/2014/main" id="{DDC42BF8-3E36-428E-952A-823B523510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459a1be08f4249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1" name="header-divider">
            <a:extLst xmlns:a="http://schemas.openxmlformats.org/drawingml/2006/main">
              <a:ext uri="{FF2B5EF4-FFF2-40B4-BE49-F238E27FC236}">
                <a16:creationId xmlns:a16="http://schemas.microsoft.com/office/drawing/2014/main" id="{CB9DCA54-DB2E-4CF3-8FDB-AA01680A33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13-text-1">
            <a:extLst xmlns:a="http://schemas.openxmlformats.org/drawingml/2006/main">
              <a:ext uri="{FF2B5EF4-FFF2-40B4-BE49-F238E27FC236}">
                <a16:creationId xmlns:a16="http://schemas.microsoft.com/office/drawing/2014/main" id="{ED2322E4-5778-44CE-84D8-669FD2D9E61D}"/>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effective as the tools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give them.”</a:t>
            </a:r>
          </a:p>
        </p:txBody>
      </p:sp>
      <p:sp>
        <p:nvSpPr>
          <p:cNvPr id="193" name="13-text-2">
            <a:extLst xmlns:a="http://schemas.openxmlformats.org/drawingml/2006/main">
              <a:ext uri="{FF2B5EF4-FFF2-40B4-BE49-F238E27FC236}">
                <a16:creationId xmlns:a16="http://schemas.microsoft.com/office/drawing/2014/main" id="{F47D2F03-1B8F-4E48-AD40-0B67A087468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94" name="13-text-3">
            <a:extLst xmlns:a="http://schemas.openxmlformats.org/drawingml/2006/main">
              <a:ext uri="{FF2B5EF4-FFF2-40B4-BE49-F238E27FC236}">
                <a16:creationId xmlns:a16="http://schemas.microsoft.com/office/drawing/2014/main" id="{717B8F44-D21B-4CF5-9864-A2A2F9A7E38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September 2025</a:t>
            </a:r>
          </a:p>
        </p:txBody>
      </p:sp>
      <p:pic>
        <p:nvPicPr>
          <p:cNvPr id="203" name="13-image-4"/>
          <p:cNvPicPr>
            <a:picLocks xmlns:a="http://schemas.openxmlformats.org/drawingml/2006/main" noChangeAspect="1"/>
          </p:cNvPicPr>
          <p:nvPr/>
        </p:nvPicPr>
        <p:blipFill>
          <a:blip xmlns:r="http://schemas.openxmlformats.org/officeDocument/2006/relationships" xmlns:a="http://schemas.openxmlformats.org/drawingml/2006/main" r:embed="R100517708219458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96" name="narrative-number">
            <a:extLst xmlns:a="http://schemas.openxmlformats.org/drawingml/2006/main">
              <a:ext uri="{FF2B5EF4-FFF2-40B4-BE49-F238E27FC236}">
                <a16:creationId xmlns:a16="http://schemas.microsoft.com/office/drawing/2014/main" id="{87253A6F-7E3B-43AC-884D-52996030EA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56837577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01FE471A-5780-4347-B581-6B8FEDD021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b2b26d4c50794c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header-divider">
            <a:extLst xmlns:a="http://schemas.openxmlformats.org/drawingml/2006/main">
              <a:ext uri="{FF2B5EF4-FFF2-40B4-BE49-F238E27FC236}">
                <a16:creationId xmlns:a16="http://schemas.microsoft.com/office/drawing/2014/main" id="{43B2914A-C474-4E9E-8C7B-3CEF911168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0" name="tools-decisions-title">
            <a:extLst xmlns:a="http://schemas.openxmlformats.org/drawingml/2006/main">
              <a:ext uri="{FF2B5EF4-FFF2-40B4-BE49-F238E27FC236}">
                <a16:creationId xmlns:a16="http://schemas.microsoft.com/office/drawing/2014/main" id="{3B820CE3-EF08-450B-A3F9-E1389BF9EE2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tool decisions you own</a:t>
            </a:r>
          </a:p>
        </p:txBody>
      </p:sp>
      <p:sp>
        <p:nvSpPr>
          <p:cNvPr id="201" name="13-text-5">
            <a:extLst xmlns:a="http://schemas.openxmlformats.org/drawingml/2006/main">
              <a:ext uri="{FF2B5EF4-FFF2-40B4-BE49-F238E27FC236}">
                <a16:creationId xmlns:a16="http://schemas.microsoft.com/office/drawing/2014/main" id="{09347E9F-927B-4425-ABA4-A82426C8F5F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capabilities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need tools?</a:t>
            </a:r>
          </a:p>
        </p:txBody>
      </p:sp>
      <p:sp>
        <p:nvSpPr>
          <p:cNvPr id="202" name="13-text-6">
            <a:extLst xmlns:a="http://schemas.openxmlformats.org/drawingml/2006/main">
              <a:ext uri="{FF2B5EF4-FFF2-40B4-BE49-F238E27FC236}">
                <a16:creationId xmlns:a16="http://schemas.microsoft.com/office/drawing/2014/main" id="{47831099-1F6C-4216-A473-1414B2593E8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operations that serve the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granularity and discovery with real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small, distinct tool set.</a:t>
            </a:r>
          </a:p>
        </p:txBody>
      </p:sp>
      <p:sp>
        <p:nvSpPr>
          <p:cNvPr id="203" name="13-text-7">
            <a:extLst xmlns:a="http://schemas.openxmlformats.org/drawingml/2006/main">
              <a:ext uri="{FF2B5EF4-FFF2-40B4-BE49-F238E27FC236}">
                <a16:creationId xmlns:a16="http://schemas.microsoft.com/office/drawing/2014/main" id="{EB9873DC-B679-48D9-9883-C64BBB26C3C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is the tool's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contract?</a:t>
            </a:r>
          </a:p>
        </p:txBody>
      </p:sp>
      <p:sp>
        <p:nvSpPr>
          <p:cNvPr id="204" name="13-text-8">
            <a:extLst xmlns:a="http://schemas.openxmlformats.org/drawingml/2006/main">
              <a:ext uri="{FF2B5EF4-FFF2-40B4-BE49-F238E27FC236}">
                <a16:creationId xmlns:a16="http://schemas.microsoft.com/office/drawing/2014/main" id="{92DDC883-9FF8-4A9D-9B2E-A139D498439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names, inputs, results, and errors.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useful context with stable IDs.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descriptions with real tasks.</a:t>
            </a:r>
          </a:p>
        </p:txBody>
      </p:sp>
      <p:sp>
        <p:nvSpPr>
          <p:cNvPr id="205" name="13-text-9">
            <a:extLst xmlns:a="http://schemas.openxmlformats.org/drawingml/2006/main">
              <a:ext uri="{FF2B5EF4-FFF2-40B4-BE49-F238E27FC236}">
                <a16:creationId xmlns:a16="http://schemas.microsoft.com/office/drawing/2014/main" id="{06D4C7E1-3DFF-4EC7-93CE-B6B0617FB612}"/>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may run,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under which rules?</a:t>
            </a:r>
          </a:p>
        </p:txBody>
      </p:sp>
      <p:sp>
        <p:nvSpPr>
          <p:cNvPr id="206" name="13-text-10">
            <a:extLst xmlns:a="http://schemas.openxmlformats.org/drawingml/2006/main">
              <a:ext uri="{FF2B5EF4-FFF2-40B4-BE49-F238E27FC236}">
                <a16:creationId xmlns:a16="http://schemas.microsoft.com/office/drawing/2014/main" id="{60EEB1F5-400D-4641-A331-150380F4278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Apply least privilege to reads and writes.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inputs and enforce authorization in code.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approval where policy calls for it.</a:t>
            </a:r>
          </a:p>
        </p:txBody>
      </p:sp>
      <p:sp>
        <p:nvSpPr>
          <p:cNvPr id="207" name="narrative-number">
            <a:extLst xmlns:a="http://schemas.openxmlformats.org/drawingml/2006/main">
              <a:ext uri="{FF2B5EF4-FFF2-40B4-BE49-F238E27FC236}">
                <a16:creationId xmlns:a16="http://schemas.microsoft.com/office/drawing/2014/main" id="{B8BC604E-F2A4-4A6D-9A86-FAC42BA036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384207367"/>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D95D17D7-E741-41B0-982C-D8554D852A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23" name="mini-map"/>
          <p:cNvPicPr>
            <a:picLocks xmlns:a="http://schemas.openxmlformats.org/drawingml/2006/main" noChangeAspect="1"/>
          </p:cNvPicPr>
          <p:nvPr/>
        </p:nvPicPr>
        <p:blipFill>
          <a:blip xmlns:r="http://schemas.openxmlformats.org/officeDocument/2006/relationships" xmlns:a="http://schemas.openxmlformats.org/drawingml/2006/main" r:embed="Rda4938b325e345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header-divider">
            <a:extLst xmlns:a="http://schemas.openxmlformats.org/drawingml/2006/main">
              <a:ext uri="{FF2B5EF4-FFF2-40B4-BE49-F238E27FC236}">
                <a16:creationId xmlns:a16="http://schemas.microsoft.com/office/drawing/2014/main" id="{1DA859B1-A2AB-428E-8AC2-7DBAC637C54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1" name="tools-maintenance-title">
            <a:extLst xmlns:a="http://schemas.openxmlformats.org/drawingml/2006/main">
              <a:ext uri="{FF2B5EF4-FFF2-40B4-BE49-F238E27FC236}">
                <a16:creationId xmlns:a16="http://schemas.microsoft.com/office/drawing/2014/main" id="{9F8CB016-0973-429B-9D82-1BE6D223E79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tool choices</a:t>
            </a:r>
          </a:p>
        </p:txBody>
      </p:sp>
      <p:sp>
        <p:nvSpPr>
          <p:cNvPr id="212" name="13-text-11">
            <a:extLst xmlns:a="http://schemas.openxmlformats.org/drawingml/2006/main">
              <a:ext uri="{FF2B5EF4-FFF2-40B4-BE49-F238E27FC236}">
                <a16:creationId xmlns:a16="http://schemas.microsoft.com/office/drawing/2014/main" id="{89037C02-0A74-49D3-866B-5D2504167F3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 changes</a:t>
            </a:r>
          </a:p>
        </p:txBody>
      </p:sp>
      <p:sp>
        <p:nvSpPr>
          <p:cNvPr id="213" name="13-text-12">
            <a:extLst xmlns:a="http://schemas.openxmlformats.org/drawingml/2006/main">
              <a:ext uri="{FF2B5EF4-FFF2-40B4-BE49-F238E27FC236}">
                <a16:creationId xmlns:a16="http://schemas.microsoft.com/office/drawing/2014/main" id="{5D4CE9AE-8889-48A7-8E03-D6CDDB14664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schemas, and behavior can drift.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and evaluate them together.</a:t>
            </a:r>
          </a:p>
        </p:txBody>
      </p:sp>
      <p:sp>
        <p:nvSpPr>
          <p:cNvPr id="214" name="13-text-13">
            <a:extLst xmlns:a="http://schemas.openxmlformats.org/drawingml/2006/main">
              <a:ext uri="{FF2B5EF4-FFF2-40B4-BE49-F238E27FC236}">
                <a16:creationId xmlns:a16="http://schemas.microsoft.com/office/drawing/2014/main" id="{BF324549-A834-4287-B8C7-7671D5B38BD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growth</a:t>
            </a:r>
          </a:p>
        </p:txBody>
      </p:sp>
      <p:sp>
        <p:nvSpPr>
          <p:cNvPr id="215" name="13-text-14">
            <a:extLst xmlns:a="http://schemas.openxmlformats.org/drawingml/2006/main">
              <a:ext uri="{FF2B5EF4-FFF2-40B4-BE49-F238E27FC236}">
                <a16:creationId xmlns:a16="http://schemas.microsoft.com/office/drawing/2014/main" id="{FEA48451-55DB-497F-924A-B3A7861DE1F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make selection harder.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Prune duplicates and load definitions when needed.</a:t>
            </a:r>
          </a:p>
        </p:txBody>
      </p:sp>
      <p:sp>
        <p:nvSpPr>
          <p:cNvPr id="216" name="13-text-15">
            <a:extLst xmlns:a="http://schemas.openxmlformats.org/drawingml/2006/main">
              <a:ext uri="{FF2B5EF4-FFF2-40B4-BE49-F238E27FC236}">
                <a16:creationId xmlns:a16="http://schemas.microsoft.com/office/drawing/2014/main" id="{419ECB0F-C1F8-4640-B448-00277B7F9A5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Failures</a:t>
            </a:r>
          </a:p>
        </p:txBody>
      </p:sp>
      <p:sp>
        <p:nvSpPr>
          <p:cNvPr id="217" name="13-text-16">
            <a:extLst xmlns:a="http://schemas.openxmlformats.org/drawingml/2006/main">
              <a:ext uri="{FF2B5EF4-FFF2-40B4-BE49-F238E27FC236}">
                <a16:creationId xmlns:a16="http://schemas.microsoft.com/office/drawing/2014/main" id="{4BA85D78-8A52-4F5C-A130-8D4C132AD78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an explicit result, error, or unknown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callers from mistaking failure for success.</a:t>
            </a:r>
          </a:p>
        </p:txBody>
      </p:sp>
      <p:sp>
        <p:nvSpPr>
          <p:cNvPr id="218" name="13-text-17">
            <a:extLst xmlns:a="http://schemas.openxmlformats.org/drawingml/2006/main">
              <a:ext uri="{FF2B5EF4-FFF2-40B4-BE49-F238E27FC236}">
                <a16:creationId xmlns:a16="http://schemas.microsoft.com/office/drawing/2014/main" id="{8F7EFB7A-5DBC-4DD1-AB50-843607171A2C}"/>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description guides the model. Code enforces the contract.</a:t>
            </a:r>
          </a:p>
        </p:txBody>
      </p:sp>
      <p:sp>
        <p:nvSpPr>
          <p:cNvPr id="219" name="13-text-18">
            <a:extLst xmlns:a="http://schemas.openxmlformats.org/drawingml/2006/main">
              <a:ext uri="{FF2B5EF4-FFF2-40B4-BE49-F238E27FC236}">
                <a16:creationId xmlns:a16="http://schemas.microsoft.com/office/drawing/2014/main" id="{9E388E58-0465-4809-9F55-60AFDA0CE56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20" name="13-text-19">
            <a:extLst xmlns:a="http://schemas.openxmlformats.org/drawingml/2006/main">
              <a:ext uri="{FF2B5EF4-FFF2-40B4-BE49-F238E27FC236}">
                <a16:creationId xmlns:a16="http://schemas.microsoft.com/office/drawing/2014/main" id="{F367A8FC-2073-446A-A6DC-9C1E9FAA00F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evaluating task fit.</a:t>
            </a:r>
          </a:p>
        </p:txBody>
      </p:sp>
      <p:sp>
        <p:nvSpPr>
          <p:cNvPr id="221" name="narrative-number">
            <a:extLst xmlns:a="http://schemas.openxmlformats.org/drawingml/2006/main">
              <a:ext uri="{FF2B5EF4-FFF2-40B4-BE49-F238E27FC236}">
                <a16:creationId xmlns:a16="http://schemas.microsoft.com/office/drawing/2014/main" id="{F8825C8E-EFB7-4D57-85EA-2D2252B149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52319363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2" name="!!area-name">
            <a:extLst xmlns:a="http://schemas.openxmlformats.org/drawingml/2006/main">
              <a:ext uri="{FF2B5EF4-FFF2-40B4-BE49-F238E27FC236}">
                <a16:creationId xmlns:a16="http://schemas.microsoft.com/office/drawing/2014/main" id="{C2734BD2-E778-4095-A4B1-60DE3A9F2A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30" name="mini-map"/>
          <p:cNvPicPr>
            <a:picLocks xmlns:a="http://schemas.openxmlformats.org/drawingml/2006/main" noChangeAspect="1"/>
          </p:cNvPicPr>
          <p:nvPr/>
        </p:nvPicPr>
        <p:blipFill>
          <a:blip xmlns:r="http://schemas.openxmlformats.org/officeDocument/2006/relationships" xmlns:a="http://schemas.openxmlformats.org/drawingml/2006/main" r:embed="R934e80a4582742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4" name="header-divider">
            <a:extLst xmlns:a="http://schemas.openxmlformats.org/drawingml/2006/main">
              <a:ext uri="{FF2B5EF4-FFF2-40B4-BE49-F238E27FC236}">
                <a16:creationId xmlns:a16="http://schemas.microsoft.com/office/drawing/2014/main" id="{365ACDE1-8AA4-4FC2-87B8-7FEBF72C0E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tools-application-title">
            <a:extLst xmlns:a="http://schemas.openxmlformats.org/drawingml/2006/main">
              <a:ext uri="{FF2B5EF4-FFF2-40B4-BE49-F238E27FC236}">
                <a16:creationId xmlns:a16="http://schemas.microsoft.com/office/drawing/2014/main" id="{F759C503-8A1B-47C6-9E2D-145C4911B7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tool contract for the FRB brief</a:t>
            </a:r>
          </a:p>
        </p:txBody>
      </p:sp>
      <p:sp>
        <p:nvSpPr>
          <p:cNvPr id="226" name="13-text-20">
            <a:extLst xmlns:a="http://schemas.openxmlformats.org/drawingml/2006/main">
              <a:ext uri="{FF2B5EF4-FFF2-40B4-BE49-F238E27FC236}">
                <a16:creationId xmlns:a16="http://schemas.microsoft.com/office/drawing/2014/main" id="{3867B50C-EEF1-47A3-B7CD-7EED3B47026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tool.</a:t>
            </a:r>
          </a:p>
        </p:txBody>
      </p:sp>
      <p:graphicFrame>
        <p:nvGraphicFramePr>
          <p:cNvPr id="234" name="13-table-21"/>
          <p:cNvGraphicFramePr/>
          <p:nvPr/>
        </p:nvGraphicFramePr>
        <p:xfrm>
          <a:off xmlns:a="http://schemas.openxmlformats.org/drawingml/2006/main" x="609600" y="2895600"/>
          <a:ext xmlns:a="http://schemas.openxmlformats.org/drawingml/2006/main" cx="10972800" cy="3073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access and permitted destination.</a:t>
                      </a:r>
                    </a:p>
                    <a:p>
                      <a:pPr>
                        <a:lnSpc>
                          <a:spcPct val="125000"/>
                        </a:lnSpc>
                        <a:buNone/>
                      </a:pPr>
                      <a:r>
                        <a:rPr sz="2000" b="0">
                          <a:solidFill>
                            <a:srgbClr val="FFFCF5"/>
                          </a:solidFill>
                          <a:latin typeface="Helvetica"/>
                          <a:ea typeface="Helvetica"/>
                          <a:cs typeface="Helvetica"/>
                        </a:rPr>
                        <a:t>Require source IDs, revisions, and locations.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matching the checked draft, with citations</a:t>
                      </a:r>
                    </a:p>
                    <a:p>
                      <a:pPr>
                        <a:lnSpc>
                          <a:spcPct val="125000"/>
                        </a:lnSpc>
                        <a:buNone/>
                      </a:pPr>
                      <a:r>
                        <a:rPr sz="2000" b="0">
                          <a:solidFill>
                            <a:srgbClr val="FFFCF5"/>
                          </a:solidFill>
                          <a:latin typeface="Helvetica"/>
                          <a:ea typeface="Helvetica"/>
                          <a:cs typeface="Helvetica"/>
                        </a:rPr>
                        <a:t>and uncertainty intact, plus an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Explicit failure or incomplete result.</a:t>
                      </a:r>
                    </a:p>
                    <a:p>
                      <a:pPr>
                        <a:lnSpc>
                          <a:spcPct val="125000"/>
                        </a:lnSpc>
                        <a:buNone/>
                      </a:pPr>
                      <a:r>
                        <a:rPr sz="2000" b="0">
                          <a:solidFill>
                            <a:srgbClr val="FFFCF5"/>
                          </a:solidFill>
                          <a:latin typeface="Helvetica"/>
                          <a:ea typeface="Helvetica"/>
                          <a:cs typeface="Helvetica"/>
                        </a:rPr>
                        <a:t>Do not report an unconfirmed export as complete.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8" name="narrative-number">
            <a:extLst xmlns:a="http://schemas.openxmlformats.org/drawingml/2006/main">
              <a:ext uri="{FF2B5EF4-FFF2-40B4-BE49-F238E27FC236}">
                <a16:creationId xmlns:a16="http://schemas.microsoft.com/office/drawing/2014/main" id="{523A2212-71F0-4E3A-B560-2DFB6E6363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229261825"/>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9" name="!!area-header">
            <a:extLst xmlns:a="http://schemas.openxmlformats.org/drawingml/2006/main">
              <a:ext uri="{FF2B5EF4-FFF2-40B4-BE49-F238E27FC236}">
                <a16:creationId xmlns:a16="http://schemas.microsoft.com/office/drawing/2014/main" id="{8C883F01-74DD-4D97-A9FF-B075E4965A9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30" name="!!area-name">
            <a:extLst xmlns:a="http://schemas.openxmlformats.org/drawingml/2006/main">
              <a:ext uri="{FF2B5EF4-FFF2-40B4-BE49-F238E27FC236}">
                <a16:creationId xmlns:a16="http://schemas.microsoft.com/office/drawing/2014/main" id="{8FCB2B7C-BD6E-43D0-8C96-A28ECD5D5F15}"/>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31" name="!!area-beat">
            <a:extLst xmlns:a="http://schemas.openxmlformats.org/drawingml/2006/main">
              <a:ext uri="{FF2B5EF4-FFF2-40B4-BE49-F238E27FC236}">
                <a16:creationId xmlns:a16="http://schemas.microsoft.com/office/drawing/2014/main" id="{32C793C2-4D14-472A-8777-20A385E7D61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32" name="header-divider">
            <a:extLst xmlns:a="http://schemas.openxmlformats.org/drawingml/2006/main">
              <a:ext uri="{FF2B5EF4-FFF2-40B4-BE49-F238E27FC236}">
                <a16:creationId xmlns:a16="http://schemas.microsoft.com/office/drawing/2014/main" id="{287122B1-E042-4451-A419-CD12342D8412}"/>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3" name="!!screenshot-Plan mode">
            <a:extLst xmlns:a="http://schemas.openxmlformats.org/drawingml/2006/main">
              <a:ext uri="{FF2B5EF4-FFF2-40B4-BE49-F238E27FC236}">
                <a16:creationId xmlns:a16="http://schemas.microsoft.com/office/drawing/2014/main" id="{4C07CD95-A74E-44F8-8E85-E139BB9C36F6}"/>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234" name="14-text-1">
            <a:extLst xmlns:a="http://schemas.openxmlformats.org/drawingml/2006/main">
              <a:ext uri="{FF2B5EF4-FFF2-40B4-BE49-F238E27FC236}">
                <a16:creationId xmlns:a16="http://schemas.microsoft.com/office/drawing/2014/main" id="{84193EBE-2459-4ABF-B15C-C65C7D2E3EA8}"/>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35" name="14-text-2">
            <a:extLst xmlns:a="http://schemas.openxmlformats.org/drawingml/2006/main">
              <a:ext uri="{FF2B5EF4-FFF2-40B4-BE49-F238E27FC236}">
                <a16:creationId xmlns:a16="http://schemas.microsoft.com/office/drawing/2014/main" id="{4210C885-2CF5-4A50-B5D6-A63C2E5D87BD}"/>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plan mode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implementation steps</a:t>
            </a:r>
          </a:p>
        </p:txBody>
      </p:sp>
      <p:sp>
        <p:nvSpPr>
          <p:cNvPr id="236" name="14-text-3">
            <a:extLst xmlns:a="http://schemas.openxmlformats.org/drawingml/2006/main">
              <a:ext uri="{FF2B5EF4-FFF2-40B4-BE49-F238E27FC236}">
                <a16:creationId xmlns:a16="http://schemas.microsoft.com/office/drawing/2014/main" id="{385D83E2-B89C-48EA-899D-CF1D1988F931}"/>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Request a plan</a:t>
            </a:r>
          </a:p>
        </p:txBody>
      </p:sp>
      <p:sp>
        <p:nvSpPr>
          <p:cNvPr id="237" name="14-text-4">
            <a:extLst xmlns:a="http://schemas.openxmlformats.org/drawingml/2006/main">
              <a:ext uri="{FF2B5EF4-FFF2-40B4-BE49-F238E27FC236}">
                <a16:creationId xmlns:a16="http://schemas.microsoft.com/office/drawing/2014/main" id="{32132967-5265-45CB-8CD5-195C8208FD2B}"/>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Ask the coding agent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down the task.</a:t>
            </a:r>
          </a:p>
        </p:txBody>
      </p:sp>
      <p:sp>
        <p:nvSpPr>
          <p:cNvPr id="238" name="14-text-5">
            <a:extLst xmlns:a="http://schemas.openxmlformats.org/drawingml/2006/main">
              <a:ext uri="{FF2B5EF4-FFF2-40B4-BE49-F238E27FC236}">
                <a16:creationId xmlns:a16="http://schemas.microsoft.com/office/drawing/2014/main" id="{E19872BC-168E-40F8-9D4D-FE44315C0815}"/>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Review the approach</a:t>
            </a:r>
          </a:p>
        </p:txBody>
      </p:sp>
      <p:sp>
        <p:nvSpPr>
          <p:cNvPr id="239" name="14-text-6">
            <a:extLst xmlns:a="http://schemas.openxmlformats.org/drawingml/2006/main">
              <a:ext uri="{FF2B5EF4-FFF2-40B4-BE49-F238E27FC236}">
                <a16:creationId xmlns:a16="http://schemas.microsoft.com/office/drawing/2014/main" id="{7ECB601C-4EE4-4ED6-9C17-0D125092FC59}"/>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proposed steps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implementation.</a:t>
            </a:r>
          </a:p>
        </p:txBody>
      </p:sp>
      <p:sp>
        <p:nvSpPr>
          <p:cNvPr id="240" name="narrative-number">
            <a:extLst xmlns:a="http://schemas.openxmlformats.org/drawingml/2006/main">
              <a:ext uri="{FF2B5EF4-FFF2-40B4-BE49-F238E27FC236}">
                <a16:creationId xmlns:a16="http://schemas.microsoft.com/office/drawing/2014/main" id="{FA66AD68-51D1-498B-AE51-3E67ACC8C1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37421447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AF8E904D-24E1-40A5-833E-942793057F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50" name="mini-map"/>
          <p:cNvPicPr>
            <a:picLocks xmlns:a="http://schemas.openxmlformats.org/drawingml/2006/main" noChangeAspect="1"/>
          </p:cNvPicPr>
          <p:nvPr/>
        </p:nvPicPr>
        <p:blipFill>
          <a:blip xmlns:r="http://schemas.openxmlformats.org/officeDocument/2006/relationships" xmlns:a="http://schemas.openxmlformats.org/drawingml/2006/main" r:embed="R6d58141ebc504b2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header-divider">
            <a:extLst xmlns:a="http://schemas.openxmlformats.org/drawingml/2006/main">
              <a:ext uri="{FF2B5EF4-FFF2-40B4-BE49-F238E27FC236}">
                <a16:creationId xmlns:a16="http://schemas.microsoft.com/office/drawing/2014/main" id="{11FE1F58-979F-457E-8C2B-3A973947A7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4" name="15-text-1">
            <a:extLst xmlns:a="http://schemas.openxmlformats.org/drawingml/2006/main">
              <a:ext uri="{FF2B5EF4-FFF2-40B4-BE49-F238E27FC236}">
                <a16:creationId xmlns:a16="http://schemas.microsoft.com/office/drawing/2014/main" id="{A38E0E24-980E-401E-9E60-202D3F79DAA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simplest solution</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possible, 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45" name="15-text-2">
            <a:extLst xmlns:a="http://schemas.openxmlformats.org/drawingml/2006/main">
              <a:ext uri="{FF2B5EF4-FFF2-40B4-BE49-F238E27FC236}">
                <a16:creationId xmlns:a16="http://schemas.microsoft.com/office/drawing/2014/main" id="{2223C618-108A-468E-B3FF-7CCCDE85DEF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6" name="15-text-3">
            <a:extLst xmlns:a="http://schemas.openxmlformats.org/drawingml/2006/main">
              <a:ext uri="{FF2B5EF4-FFF2-40B4-BE49-F238E27FC236}">
                <a16:creationId xmlns:a16="http://schemas.microsoft.com/office/drawing/2014/main" id="{61134574-16D8-4CFB-A250-22D2F5A3AFB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55" name="15-image-4"/>
          <p:cNvPicPr>
            <a:picLocks xmlns:a="http://schemas.openxmlformats.org/drawingml/2006/main" noChangeAspect="1"/>
          </p:cNvPicPr>
          <p:nvPr/>
        </p:nvPicPr>
        <p:blipFill>
          <a:blip xmlns:r="http://schemas.openxmlformats.org/officeDocument/2006/relationships" xmlns:a="http://schemas.openxmlformats.org/drawingml/2006/main" r:embed="Re41eea1df3fc475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8" name="narrative-number">
            <a:extLst xmlns:a="http://schemas.openxmlformats.org/drawingml/2006/main">
              <a:ext uri="{FF2B5EF4-FFF2-40B4-BE49-F238E27FC236}">
                <a16:creationId xmlns:a16="http://schemas.microsoft.com/office/drawing/2014/main" id="{DFC6C15D-97E3-4371-8BFD-11D6C9039C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040203411"/>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9" name="!!area-name">
            <a:extLst xmlns:a="http://schemas.openxmlformats.org/drawingml/2006/main">
              <a:ext uri="{FF2B5EF4-FFF2-40B4-BE49-F238E27FC236}">
                <a16:creationId xmlns:a16="http://schemas.microsoft.com/office/drawing/2014/main" id="{04677671-E633-4E0F-B9F8-8032BFF17D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00436d8ff1ea43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1" name="header-divider">
            <a:extLst xmlns:a="http://schemas.openxmlformats.org/drawingml/2006/main">
              <a:ext uri="{FF2B5EF4-FFF2-40B4-BE49-F238E27FC236}">
                <a16:creationId xmlns:a16="http://schemas.microsoft.com/office/drawing/2014/main" id="{71166781-C3AD-4466-9907-E159C683D3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2" name="orchestration-decisions-title">
            <a:extLst xmlns:a="http://schemas.openxmlformats.org/drawingml/2006/main">
              <a:ext uri="{FF2B5EF4-FFF2-40B4-BE49-F238E27FC236}">
                <a16:creationId xmlns:a16="http://schemas.microsoft.com/office/drawing/2014/main" id="{E92633BA-7D39-47C7-A97E-92FC8786D82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orchestration decisions you own</a:t>
            </a:r>
          </a:p>
        </p:txBody>
      </p:sp>
      <p:sp>
        <p:nvSpPr>
          <p:cNvPr id="253" name="15-text-5">
            <a:extLst xmlns:a="http://schemas.openxmlformats.org/drawingml/2006/main">
              <a:ext uri="{FF2B5EF4-FFF2-40B4-BE49-F238E27FC236}">
                <a16:creationId xmlns:a16="http://schemas.microsoft.com/office/drawing/2014/main" id="{3DD1EB33-E985-4590-B546-86A95A24DC3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254" name="15-text-6">
            <a:extLst xmlns:a="http://schemas.openxmlformats.org/drawingml/2006/main">
              <a:ext uri="{FF2B5EF4-FFF2-40B4-BE49-F238E27FC236}">
                <a16:creationId xmlns:a16="http://schemas.microsoft.com/office/drawing/2014/main" id="{7C9A049A-3FB6-497C-8FC0-E8750AC57F2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code for known paths and required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Let the model choose where judgment helps.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a bounded workflow.</a:t>
            </a:r>
          </a:p>
        </p:txBody>
      </p:sp>
      <p:sp>
        <p:nvSpPr>
          <p:cNvPr id="255" name="15-text-7">
            <a:extLst xmlns:a="http://schemas.openxmlformats.org/drawingml/2006/main">
              <a:ext uri="{FF2B5EF4-FFF2-40B4-BE49-F238E27FC236}">
                <a16:creationId xmlns:a16="http://schemas.microsoft.com/office/drawing/2014/main" id="{4D1FE2FC-32EA-4ADF-A32A-054B0E11AE9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be delegated?</a:t>
            </a:r>
          </a:p>
        </p:txBody>
      </p:sp>
      <p:sp>
        <p:nvSpPr>
          <p:cNvPr id="256" name="15-text-8">
            <a:extLst xmlns:a="http://schemas.openxmlformats.org/drawingml/2006/main">
              <a:ext uri="{FF2B5EF4-FFF2-40B4-BE49-F238E27FC236}">
                <a16:creationId xmlns:a16="http://schemas.microsoft.com/office/drawing/2014/main" id="{89602D43-BABD-487F-BCDE-8C0C59719DC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Separate work that can be done independently.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handoff inputs and expected results.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workers only when measured gains justify it.</a:t>
            </a:r>
          </a:p>
        </p:txBody>
      </p:sp>
      <p:sp>
        <p:nvSpPr>
          <p:cNvPr id="257" name="15-text-9">
            <a:extLst xmlns:a="http://schemas.openxmlformats.org/drawingml/2006/main">
              <a:ext uri="{FF2B5EF4-FFF2-40B4-BE49-F238E27FC236}">
                <a16:creationId xmlns:a16="http://schemas.microsoft.com/office/drawing/2014/main" id="{0B6AE34F-CFE7-4BF3-B131-BBA729B29C62}"/>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execution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stop or recover?</a:t>
            </a:r>
          </a:p>
        </p:txBody>
      </p:sp>
      <p:sp>
        <p:nvSpPr>
          <p:cNvPr id="258" name="15-text-10">
            <a:extLst xmlns:a="http://schemas.openxmlformats.org/drawingml/2006/main">
              <a:ext uri="{FF2B5EF4-FFF2-40B4-BE49-F238E27FC236}">
                <a16:creationId xmlns:a16="http://schemas.microsoft.com/office/drawing/2014/main" id="{B6362749-D463-4ADA-A6A9-6CF6989021C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completion checks and stopping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 state needed to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and provide a human handoff.</a:t>
            </a:r>
          </a:p>
        </p:txBody>
      </p:sp>
      <p:sp>
        <p:nvSpPr>
          <p:cNvPr id="259" name="narrative-number">
            <a:extLst xmlns:a="http://schemas.openxmlformats.org/drawingml/2006/main">
              <a:ext uri="{FF2B5EF4-FFF2-40B4-BE49-F238E27FC236}">
                <a16:creationId xmlns:a16="http://schemas.microsoft.com/office/drawing/2014/main" id="{D8F82880-4E8F-49F4-9AF9-5B3CE545FF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919628031"/>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name">
            <a:extLst xmlns:a="http://schemas.openxmlformats.org/drawingml/2006/main">
              <a:ext uri="{FF2B5EF4-FFF2-40B4-BE49-F238E27FC236}">
                <a16:creationId xmlns:a16="http://schemas.microsoft.com/office/drawing/2014/main" id="{45597FC8-423C-449D-B6A8-5BA53862E8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76eaa70e090d44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2" name="header-divider">
            <a:extLst xmlns:a="http://schemas.openxmlformats.org/drawingml/2006/main">
              <a:ext uri="{FF2B5EF4-FFF2-40B4-BE49-F238E27FC236}">
                <a16:creationId xmlns:a16="http://schemas.microsoft.com/office/drawing/2014/main" id="{879F77CC-FCFA-4056-AE11-7530370AAD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orchestration-maintenance-title">
            <a:extLst xmlns:a="http://schemas.openxmlformats.org/drawingml/2006/main">
              <a:ext uri="{FF2B5EF4-FFF2-40B4-BE49-F238E27FC236}">
                <a16:creationId xmlns:a16="http://schemas.microsoft.com/office/drawing/2014/main" id="{6020A86A-48CD-4D44-BFA4-EDDC6A643D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orchestration choices</a:t>
            </a:r>
          </a:p>
        </p:txBody>
      </p:sp>
      <p:sp>
        <p:nvSpPr>
          <p:cNvPr id="264" name="15-text-11">
            <a:extLst xmlns:a="http://schemas.openxmlformats.org/drawingml/2006/main">
              <a:ext uri="{FF2B5EF4-FFF2-40B4-BE49-F238E27FC236}">
                <a16:creationId xmlns:a16="http://schemas.microsoft.com/office/drawing/2014/main" id="{08ED726B-CF41-4B71-9851-577B56B118A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 changes</a:t>
            </a:r>
          </a:p>
        </p:txBody>
      </p:sp>
      <p:sp>
        <p:nvSpPr>
          <p:cNvPr id="265" name="15-text-12">
            <a:extLst xmlns:a="http://schemas.openxmlformats.org/drawingml/2006/main">
              <a:ext uri="{FF2B5EF4-FFF2-40B4-BE49-F238E27FC236}">
                <a16:creationId xmlns:a16="http://schemas.microsoft.com/office/drawing/2014/main" id="{77B7CD9C-C85B-41EB-B25D-005241D5A90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branches can bypass required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paths and protect acceptance criteria.</a:t>
            </a:r>
          </a:p>
        </p:txBody>
      </p:sp>
      <p:sp>
        <p:nvSpPr>
          <p:cNvPr id="266" name="15-text-13">
            <a:extLst xmlns:a="http://schemas.openxmlformats.org/drawingml/2006/main">
              <a:ext uri="{FF2B5EF4-FFF2-40B4-BE49-F238E27FC236}">
                <a16:creationId xmlns:a16="http://schemas.microsoft.com/office/drawing/2014/main" id="{3CC44024-B078-4DE3-8B12-02CC71D708A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Handoffs</a:t>
            </a:r>
          </a:p>
        </p:txBody>
      </p:sp>
      <p:sp>
        <p:nvSpPr>
          <p:cNvPr id="267" name="15-text-14">
            <a:extLst xmlns:a="http://schemas.openxmlformats.org/drawingml/2006/main">
              <a:ext uri="{FF2B5EF4-FFF2-40B4-BE49-F238E27FC236}">
                <a16:creationId xmlns:a16="http://schemas.microsoft.com/office/drawing/2014/main" id="{68F4D39A-CBFE-48A0-96B1-26F45F12945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Workers can lose context or return conflicting results.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evidence, uncertainty, and ownership explicit.</a:t>
            </a:r>
          </a:p>
        </p:txBody>
      </p:sp>
      <p:sp>
        <p:nvSpPr>
          <p:cNvPr id="268" name="15-text-15">
            <a:extLst xmlns:a="http://schemas.openxmlformats.org/drawingml/2006/main">
              <a:ext uri="{FF2B5EF4-FFF2-40B4-BE49-F238E27FC236}">
                <a16:creationId xmlns:a16="http://schemas.microsoft.com/office/drawing/2014/main" id="{400A612A-5CA7-4930-A3DE-EA168F59B0C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9" name="15-text-16">
            <a:extLst xmlns:a="http://schemas.openxmlformats.org/drawingml/2006/main">
              <a:ext uri="{FF2B5EF4-FFF2-40B4-BE49-F238E27FC236}">
                <a16:creationId xmlns:a16="http://schemas.microsoft.com/office/drawing/2014/main" id="{0AB42091-9FD2-47ED-B6BD-882743F374B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Retries can repeat an action that already succeeded.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Persist progress and confirm effects before retrying.</a:t>
            </a:r>
          </a:p>
        </p:txBody>
      </p:sp>
      <p:sp>
        <p:nvSpPr>
          <p:cNvPr id="270" name="15-text-17">
            <a:extLst xmlns:a="http://schemas.openxmlformats.org/drawingml/2006/main">
              <a:ext uri="{FF2B5EF4-FFF2-40B4-BE49-F238E27FC236}">
                <a16:creationId xmlns:a16="http://schemas.microsoft.com/office/drawing/2014/main" id="{48954ABD-9ED3-4B09-BF1F-DC10382D988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action, token, and end-to-end latency limits.</a:t>
            </a:r>
          </a:p>
        </p:txBody>
      </p:sp>
      <p:sp>
        <p:nvSpPr>
          <p:cNvPr id="271" name="15-text-18">
            <a:extLst xmlns:a="http://schemas.openxmlformats.org/drawingml/2006/main">
              <a:ext uri="{FF2B5EF4-FFF2-40B4-BE49-F238E27FC236}">
                <a16:creationId xmlns:a16="http://schemas.microsoft.com/office/drawing/2014/main" id="{DE99702F-D006-4CD3-9725-1F2E3D495EF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15-text-19">
            <a:extLst xmlns:a="http://schemas.openxmlformats.org/drawingml/2006/main">
              <a:ext uri="{FF2B5EF4-FFF2-40B4-BE49-F238E27FC236}">
                <a16:creationId xmlns:a16="http://schemas.microsoft.com/office/drawing/2014/main" id="{90EF5747-E3A2-4A89-B09A-F7C722B8573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73" name="narrative-number">
            <a:extLst xmlns:a="http://schemas.openxmlformats.org/drawingml/2006/main">
              <a:ext uri="{FF2B5EF4-FFF2-40B4-BE49-F238E27FC236}">
                <a16:creationId xmlns:a16="http://schemas.microsoft.com/office/drawing/2014/main" id="{EF9307AF-4A55-4559-A91E-0023DC8C61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247339811"/>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372CE02A-F2E1-4AF4-AA07-CA4B15E41C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e5c550de585e4e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header-divider">
            <a:extLst xmlns:a="http://schemas.openxmlformats.org/drawingml/2006/main">
              <a:ext uri="{FF2B5EF4-FFF2-40B4-BE49-F238E27FC236}">
                <a16:creationId xmlns:a16="http://schemas.microsoft.com/office/drawing/2014/main" id="{E3C91A05-ADEB-4B35-8162-EE38A1B1D4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7" name="orchestration-application-title">
            <a:extLst xmlns:a="http://schemas.openxmlformats.org/drawingml/2006/main">
              <a:ext uri="{FF2B5EF4-FFF2-40B4-BE49-F238E27FC236}">
                <a16:creationId xmlns:a16="http://schemas.microsoft.com/office/drawing/2014/main" id="{DBD8E6E4-5531-4D11-BA6E-1014598FF2F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bounded workflow for the FRB brief</a:t>
            </a:r>
          </a:p>
        </p:txBody>
      </p:sp>
      <p:sp>
        <p:nvSpPr>
          <p:cNvPr id="278" name="15-text-20">
            <a:extLst xmlns:a="http://schemas.openxmlformats.org/drawingml/2006/main">
              <a:ext uri="{FF2B5EF4-FFF2-40B4-BE49-F238E27FC236}">
                <a16:creationId xmlns:a16="http://schemas.microsoft.com/office/drawing/2014/main" id="{2F82C8AC-68F1-44AE-A78D-125A5010D80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starting design: predefined steps.</a:t>
            </a:r>
          </a:p>
        </p:txBody>
      </p:sp>
      <p:sp>
        <p:nvSpPr>
          <p:cNvPr id="279" name="15-text-21">
            <a:extLst xmlns:a="http://schemas.openxmlformats.org/drawingml/2006/main">
              <a:ext uri="{FF2B5EF4-FFF2-40B4-BE49-F238E27FC236}">
                <a16:creationId xmlns:a16="http://schemas.microsoft.com/office/drawing/2014/main" id="{7CC118CE-181F-48DF-85CB-9A9323EA4DC3}"/>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80" name="15-text-22">
            <a:extLst xmlns:a="http://schemas.openxmlformats.org/drawingml/2006/main">
              <a:ext uri="{FF2B5EF4-FFF2-40B4-BE49-F238E27FC236}">
                <a16:creationId xmlns:a16="http://schemas.microsoft.com/office/drawing/2014/main" id="{947B2873-0FBE-4416-84A1-E1593F68B026}"/>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81" name="15-text-23">
            <a:extLst xmlns:a="http://schemas.openxmlformats.org/drawingml/2006/main">
              <a:ext uri="{FF2B5EF4-FFF2-40B4-BE49-F238E27FC236}">
                <a16:creationId xmlns:a16="http://schemas.microsoft.com/office/drawing/2014/main" id="{B1B1B8B2-110D-4059-86EE-D9F91451BA64}"/>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82" name="15-text-24">
            <a:extLst xmlns:a="http://schemas.openxmlformats.org/drawingml/2006/main">
              <a:ext uri="{FF2B5EF4-FFF2-40B4-BE49-F238E27FC236}">
                <a16:creationId xmlns:a16="http://schemas.microsoft.com/office/drawing/2014/main" id="{A82C9567-F7B3-48B2-A8FD-07E19B6D36DF}"/>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83" name="15-text-25">
            <a:extLst xmlns:a="http://schemas.openxmlformats.org/drawingml/2006/main">
              <a:ext uri="{FF2B5EF4-FFF2-40B4-BE49-F238E27FC236}">
                <a16:creationId xmlns:a16="http://schemas.microsoft.com/office/drawing/2014/main" id="{055FC8ED-FC49-4B2C-A0BD-4107E2C671E9}"/>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84" name="15-text-26">
            <a:extLst xmlns:a="http://schemas.openxmlformats.org/drawingml/2006/main">
              <a:ext uri="{FF2B5EF4-FFF2-40B4-BE49-F238E27FC236}">
                <a16:creationId xmlns:a16="http://schemas.microsoft.com/office/drawing/2014/main" id="{69E01E63-F238-478C-BF69-111C925A49D0}"/>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5" name="15-text-27">
            <a:extLst xmlns:a="http://schemas.openxmlformats.org/drawingml/2006/main">
              <a:ext uri="{FF2B5EF4-FFF2-40B4-BE49-F238E27FC236}">
                <a16:creationId xmlns:a16="http://schemas.microsoft.com/office/drawing/2014/main" id="{3AD6FBB3-48DD-4622-9B8C-98E13D1D3640}"/>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6" name="15-text-28">
            <a:extLst xmlns:a="http://schemas.openxmlformats.org/drawingml/2006/main">
              <a:ext uri="{FF2B5EF4-FFF2-40B4-BE49-F238E27FC236}">
                <a16:creationId xmlns:a16="http://schemas.microsoft.com/office/drawing/2014/main" id="{8DDDBCDE-A760-472C-9401-5E19B173EABE}"/>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7" name="15-text-29">
            <a:extLst xmlns:a="http://schemas.openxmlformats.org/drawingml/2006/main">
              <a:ext uri="{FF2B5EF4-FFF2-40B4-BE49-F238E27FC236}">
                <a16:creationId xmlns:a16="http://schemas.microsoft.com/office/drawing/2014/main" id="{CA789EF3-1BE1-47FB-A56D-4B1513894EB0}"/>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8" name="15-text-30">
            <a:extLst xmlns:a="http://schemas.openxmlformats.org/drawingml/2006/main">
              <a:ext uri="{FF2B5EF4-FFF2-40B4-BE49-F238E27FC236}">
                <a16:creationId xmlns:a16="http://schemas.microsoft.com/office/drawing/2014/main" id="{2EBBF2B0-E00D-4D54-AF3E-A8C4E03B97CB}"/>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9" name="15-text-31">
            <a:extLst xmlns:a="http://schemas.openxmlformats.org/drawingml/2006/main">
              <a:ext uri="{FF2B5EF4-FFF2-40B4-BE49-F238E27FC236}">
                <a16:creationId xmlns:a16="http://schemas.microsoft.com/office/drawing/2014/main" id="{66E3AB57-4B1A-488D-8C3F-A06163596550}"/>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90" name="15-text-32">
            <a:extLst xmlns:a="http://schemas.openxmlformats.org/drawingml/2006/main">
              <a:ext uri="{FF2B5EF4-FFF2-40B4-BE49-F238E27FC236}">
                <a16:creationId xmlns:a16="http://schemas.microsoft.com/office/drawing/2014/main" id="{62556BF5-B8CE-4832-ADAF-CB156A5F0302}"/>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91" name="15-text-33">
            <a:extLst xmlns:a="http://schemas.openxmlformats.org/drawingml/2006/main">
              <a:ext uri="{FF2B5EF4-FFF2-40B4-BE49-F238E27FC236}">
                <a16:creationId xmlns:a16="http://schemas.microsoft.com/office/drawing/2014/main" id="{1ABD44F4-CF7A-4F5F-BB87-00EFB930F8E8}"/>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At a limit, stop or hand off.</a:t>
            </a:r>
          </a:p>
        </p:txBody>
      </p:sp>
      <p:sp>
        <p:nvSpPr>
          <p:cNvPr id="292" name="15-text-34">
            <a:extLst xmlns:a="http://schemas.openxmlformats.org/drawingml/2006/main">
              <a:ext uri="{FF2B5EF4-FFF2-40B4-BE49-F238E27FC236}">
                <a16:creationId xmlns:a16="http://schemas.microsoft.com/office/drawing/2014/main" id="{7F8B7C43-AAB8-4FAA-BC22-8A441B840DC7}"/>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 steps and revisions. Before retrying an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its receipt and recheck freshness and access.</a:t>
            </a:r>
          </a:p>
        </p:txBody>
      </p:sp>
      <p:sp>
        <p:nvSpPr>
          <p:cNvPr id="293" name="narrative-number">
            <a:extLst xmlns:a="http://schemas.openxmlformats.org/drawingml/2006/main">
              <a:ext uri="{FF2B5EF4-FFF2-40B4-BE49-F238E27FC236}">
                <a16:creationId xmlns:a16="http://schemas.microsoft.com/office/drawing/2014/main" id="{193CB86B-DE02-4784-8438-DC69A2B341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541168269"/>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header">
            <a:extLst xmlns:a="http://schemas.openxmlformats.org/drawingml/2006/main">
              <a:ext uri="{FF2B5EF4-FFF2-40B4-BE49-F238E27FC236}">
                <a16:creationId xmlns:a16="http://schemas.microsoft.com/office/drawing/2014/main" id="{A62471D7-93FD-4569-B1AE-10DFE7571BC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95" name="!!area-name">
            <a:extLst xmlns:a="http://schemas.openxmlformats.org/drawingml/2006/main">
              <a:ext uri="{FF2B5EF4-FFF2-40B4-BE49-F238E27FC236}">
                <a16:creationId xmlns:a16="http://schemas.microsoft.com/office/drawing/2014/main" id="{DAE2D466-26FA-40B9-81C8-F635FE921036}"/>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296" name="!!area-beat">
            <a:extLst xmlns:a="http://schemas.openxmlformats.org/drawingml/2006/main">
              <a:ext uri="{FF2B5EF4-FFF2-40B4-BE49-F238E27FC236}">
                <a16:creationId xmlns:a16="http://schemas.microsoft.com/office/drawing/2014/main" id="{998A1865-6B3A-4764-B32D-03C9EDC0A43F}"/>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97" name="header-divider">
            <a:extLst xmlns:a="http://schemas.openxmlformats.org/drawingml/2006/main">
              <a:ext uri="{FF2B5EF4-FFF2-40B4-BE49-F238E27FC236}">
                <a16:creationId xmlns:a16="http://schemas.microsoft.com/office/drawing/2014/main" id="{B7017AE1-2472-4240-A5F4-9F3F01C5C64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8" name="16-text-1">
            <a:extLst xmlns:a="http://schemas.openxmlformats.org/drawingml/2006/main">
              <a:ext uri="{FF2B5EF4-FFF2-40B4-BE49-F238E27FC236}">
                <a16:creationId xmlns:a16="http://schemas.microsoft.com/office/drawing/2014/main" id="{50E2D121-174A-4C83-B08C-BD5ED96F8FE7}"/>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299" name="16-text-2">
            <a:extLst xmlns:a="http://schemas.openxmlformats.org/drawingml/2006/main">
              <a:ext uri="{FF2B5EF4-FFF2-40B4-BE49-F238E27FC236}">
                <a16:creationId xmlns:a16="http://schemas.microsoft.com/office/drawing/2014/main" id="{08551B25-EC0C-40F9-BC0A-65A04A5061FA}"/>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00" name="16-text-3">
            <a:extLst xmlns:a="http://schemas.openxmlformats.org/drawingml/2006/main">
              <a:ext uri="{FF2B5EF4-FFF2-40B4-BE49-F238E27FC236}">
                <a16:creationId xmlns:a16="http://schemas.microsoft.com/office/drawing/2014/main" id="{40472836-C2F1-4566-B9AF-28BA215B2AAA}"/>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01" name="16-text-4">
            <a:extLst xmlns:a="http://schemas.openxmlformats.org/drawingml/2006/main">
              <a:ext uri="{FF2B5EF4-FFF2-40B4-BE49-F238E27FC236}">
                <a16:creationId xmlns:a16="http://schemas.microsoft.com/office/drawing/2014/main" id="{B352AADF-2758-46DA-A3B2-7AF535D67742}"/>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02" name="16-line-6">
            <a:extLst xmlns:a="http://schemas.openxmlformats.org/drawingml/2006/main">
              <a:ext uri="{FF2B5EF4-FFF2-40B4-BE49-F238E27FC236}">
                <a16:creationId xmlns:a16="http://schemas.microsoft.com/office/drawing/2014/main" id="{929CABC4-4AB8-4E2F-A61B-CD59A78FF21E}"/>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16-line-8">
            <a:extLst xmlns:a="http://schemas.openxmlformats.org/drawingml/2006/main">
              <a:ext uri="{FF2B5EF4-FFF2-40B4-BE49-F238E27FC236}">
                <a16:creationId xmlns:a16="http://schemas.microsoft.com/office/drawing/2014/main" id="{E6FE9C11-4BB3-470A-86C3-CE2B333F35CE}"/>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4" name="16-line-10">
            <a:extLst xmlns:a="http://schemas.openxmlformats.org/drawingml/2006/main">
              <a:ext uri="{FF2B5EF4-FFF2-40B4-BE49-F238E27FC236}">
                <a16:creationId xmlns:a16="http://schemas.microsoft.com/office/drawing/2014/main" id="{F18C2C3A-86CC-4289-AD56-3AFE42C0D80A}"/>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5" name="16-text-11">
            <a:extLst xmlns:a="http://schemas.openxmlformats.org/drawingml/2006/main">
              <a:ext uri="{FF2B5EF4-FFF2-40B4-BE49-F238E27FC236}">
                <a16:creationId xmlns:a16="http://schemas.microsoft.com/office/drawing/2014/main" id="{EE81FC3C-C0DD-4160-95E8-8531B834CFC1}"/>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06" name="16-text-12">
            <a:extLst xmlns:a="http://schemas.openxmlformats.org/drawingml/2006/main">
              <a:ext uri="{FF2B5EF4-FFF2-40B4-BE49-F238E27FC236}">
                <a16:creationId xmlns:a16="http://schemas.microsoft.com/office/drawing/2014/main" id="{8455057D-135C-46CC-9E7A-FE19951DAE38}"/>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07" name="narrative-number">
            <a:extLst xmlns:a="http://schemas.openxmlformats.org/drawingml/2006/main">
              <a:ext uri="{FF2B5EF4-FFF2-40B4-BE49-F238E27FC236}">
                <a16:creationId xmlns:a16="http://schemas.microsoft.com/office/drawing/2014/main" id="{E50C5BAF-44E6-4DCF-829D-2AF9288DF6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409263718"/>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8" name="!!area-name">
            <a:extLst xmlns:a="http://schemas.openxmlformats.org/drawingml/2006/main">
              <a:ext uri="{FF2B5EF4-FFF2-40B4-BE49-F238E27FC236}">
                <a16:creationId xmlns:a16="http://schemas.microsoft.com/office/drawing/2014/main" id="{186113D9-DEDA-446F-A943-FDB753461B6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17" name="mini-map"/>
          <p:cNvPicPr>
            <a:picLocks xmlns:a="http://schemas.openxmlformats.org/drawingml/2006/main" noChangeAspect="1"/>
          </p:cNvPicPr>
          <p:nvPr/>
        </p:nvPicPr>
        <p:blipFill>
          <a:blip xmlns:r="http://schemas.openxmlformats.org/officeDocument/2006/relationships" xmlns:a="http://schemas.openxmlformats.org/drawingml/2006/main" r:embed="Rbdf1cf8e615d4d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0" name="header-divider">
            <a:extLst xmlns:a="http://schemas.openxmlformats.org/drawingml/2006/main">
              <a:ext uri="{FF2B5EF4-FFF2-40B4-BE49-F238E27FC236}">
                <a16:creationId xmlns:a16="http://schemas.microsoft.com/office/drawing/2014/main" id="{ABC0BD4F-4141-44FF-9502-CC85DCAFFE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16b-text-1">
            <a:extLst xmlns:a="http://schemas.openxmlformats.org/drawingml/2006/main">
              <a:ext uri="{FF2B5EF4-FFF2-40B4-BE49-F238E27FC236}">
                <a16:creationId xmlns:a16="http://schemas.microsoft.com/office/drawing/2014/main" id="{772354BA-36C9-462D-A326-E08A89A21BC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12" name="16b-text-2">
            <a:extLst xmlns:a="http://schemas.openxmlformats.org/drawingml/2006/main">
              <a:ext uri="{FF2B5EF4-FFF2-40B4-BE49-F238E27FC236}">
                <a16:creationId xmlns:a16="http://schemas.microsoft.com/office/drawing/2014/main" id="{A6CCC427-D7BA-47C5-B445-B5FFBD4427CB}"/>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21"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14" name="16b-text-4">
            <a:extLst xmlns:a="http://schemas.openxmlformats.org/drawingml/2006/main">
              <a:ext uri="{FF2B5EF4-FFF2-40B4-BE49-F238E27FC236}">
                <a16:creationId xmlns:a16="http://schemas.microsoft.com/office/drawing/2014/main" id="{448FAC3E-BDA2-4EDD-9BB4-2169F11987DC}"/>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15" name="narrative-number">
            <a:extLst xmlns:a="http://schemas.openxmlformats.org/drawingml/2006/main">
              <a:ext uri="{FF2B5EF4-FFF2-40B4-BE49-F238E27FC236}">
                <a16:creationId xmlns:a16="http://schemas.microsoft.com/office/drawing/2014/main" id="{CB960752-95D9-4B0C-AF46-52C4E1B788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7010781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6" name="!!area-name">
            <a:extLst xmlns:a="http://schemas.openxmlformats.org/drawingml/2006/main">
              <a:ext uri="{FF2B5EF4-FFF2-40B4-BE49-F238E27FC236}">
                <a16:creationId xmlns:a16="http://schemas.microsoft.com/office/drawing/2014/main" id="{3DEB65D8-50BF-4124-B728-A400FEF69B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81be5319da09461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8" name="header-divider">
            <a:extLst xmlns:a="http://schemas.openxmlformats.org/drawingml/2006/main">
              <a:ext uri="{FF2B5EF4-FFF2-40B4-BE49-F238E27FC236}">
                <a16:creationId xmlns:a16="http://schemas.microsoft.com/office/drawing/2014/main" id="{454672C6-6985-48AD-8E53-FBA0EB4BFB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9" name="16b-text-1">
            <a:extLst xmlns:a="http://schemas.openxmlformats.org/drawingml/2006/main">
              <a:ext uri="{FF2B5EF4-FFF2-40B4-BE49-F238E27FC236}">
                <a16:creationId xmlns:a16="http://schemas.microsoft.com/office/drawing/2014/main" id="{72205A9F-873F-4052-8E11-963FB0B2BDF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20" name="16b-text-5">
            <a:extLst xmlns:a="http://schemas.openxmlformats.org/drawingml/2006/main">
              <a:ext uri="{FF2B5EF4-FFF2-40B4-BE49-F238E27FC236}">
                <a16:creationId xmlns:a16="http://schemas.microsoft.com/office/drawing/2014/main" id="{DF943142-8E12-427C-AF13-69411C33439B}"/>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21" name="16b-text-6">
            <a:extLst xmlns:a="http://schemas.openxmlformats.org/drawingml/2006/main">
              <a:ext uri="{FF2B5EF4-FFF2-40B4-BE49-F238E27FC236}">
                <a16:creationId xmlns:a16="http://schemas.microsoft.com/office/drawing/2014/main" id="{1BE08E4D-68F1-4248-B33F-3B0AF675CDB9}"/>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22" name="16b-text-7">
            <a:extLst xmlns:a="http://schemas.openxmlformats.org/drawingml/2006/main">
              <a:ext uri="{FF2B5EF4-FFF2-40B4-BE49-F238E27FC236}">
                <a16:creationId xmlns:a16="http://schemas.microsoft.com/office/drawing/2014/main" id="{C857759C-C5C8-4048-A0FB-2F151AC8234B}"/>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23" name="16b-text-8">
            <a:extLst xmlns:a="http://schemas.openxmlformats.org/drawingml/2006/main">
              <a:ext uri="{FF2B5EF4-FFF2-40B4-BE49-F238E27FC236}">
                <a16:creationId xmlns:a16="http://schemas.microsoft.com/office/drawing/2014/main" id="{EAE95005-7001-498D-BA13-DBAB408E0DA0}"/>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24" name="16b-text-9">
            <a:extLst xmlns:a="http://schemas.openxmlformats.org/drawingml/2006/main">
              <a:ext uri="{FF2B5EF4-FFF2-40B4-BE49-F238E27FC236}">
                <a16:creationId xmlns:a16="http://schemas.microsoft.com/office/drawing/2014/main" id="{FE2E65C8-D823-46F0-8582-54215ED4CB8D}"/>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25" name="16b-text-10">
            <a:extLst xmlns:a="http://schemas.openxmlformats.org/drawingml/2006/main">
              <a:ext uri="{FF2B5EF4-FFF2-40B4-BE49-F238E27FC236}">
                <a16:creationId xmlns:a16="http://schemas.microsoft.com/office/drawing/2014/main" id="{2748915D-1143-4314-92AB-EB81FCF8AE47}"/>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26" name="16b-text-11">
            <a:extLst xmlns:a="http://schemas.openxmlformats.org/drawingml/2006/main">
              <a:ext uri="{FF2B5EF4-FFF2-40B4-BE49-F238E27FC236}">
                <a16:creationId xmlns:a16="http://schemas.microsoft.com/office/drawing/2014/main" id="{55E14FC4-5E20-477C-97D5-22C528BE553C}"/>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27" name="16b-text-12">
            <a:extLst xmlns:a="http://schemas.openxmlformats.org/drawingml/2006/main">
              <a:ext uri="{FF2B5EF4-FFF2-40B4-BE49-F238E27FC236}">
                <a16:creationId xmlns:a16="http://schemas.microsoft.com/office/drawing/2014/main" id="{677F7FA6-A2FE-4B3E-860F-7125CFB17935}"/>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28" name="16b-text-13">
            <a:extLst xmlns:a="http://schemas.openxmlformats.org/drawingml/2006/main">
              <a:ext uri="{FF2B5EF4-FFF2-40B4-BE49-F238E27FC236}">
                <a16:creationId xmlns:a16="http://schemas.microsoft.com/office/drawing/2014/main" id="{15F44FA9-D8EC-4521-B557-6327A43A1754}"/>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29" name="16b-text-14">
            <a:extLst xmlns:a="http://schemas.openxmlformats.org/drawingml/2006/main">
              <a:ext uri="{FF2B5EF4-FFF2-40B4-BE49-F238E27FC236}">
                <a16:creationId xmlns:a16="http://schemas.microsoft.com/office/drawing/2014/main" id="{B05D3045-90C7-428E-BFBF-C57115FF5F07}"/>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30" name="narrative-number">
            <a:extLst xmlns:a="http://schemas.openxmlformats.org/drawingml/2006/main">
              <a:ext uri="{FF2B5EF4-FFF2-40B4-BE49-F238E27FC236}">
                <a16:creationId xmlns:a16="http://schemas.microsoft.com/office/drawing/2014/main" id="{78D195DC-27EE-44E8-AF70-143DAFB3A5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731231376"/>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B7D3B41F-7187-45A5-BD2D-9D93945CCC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42" name="mini-map"/>
          <p:cNvPicPr>
            <a:picLocks xmlns:a="http://schemas.openxmlformats.org/drawingml/2006/main" noChangeAspect="1"/>
          </p:cNvPicPr>
          <p:nvPr/>
        </p:nvPicPr>
        <p:blipFill>
          <a:blip xmlns:r="http://schemas.openxmlformats.org/officeDocument/2006/relationships" xmlns:a="http://schemas.openxmlformats.org/drawingml/2006/main" r:embed="Rcf7e1cf9ad044f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header-divider">
            <a:extLst xmlns:a="http://schemas.openxmlformats.org/drawingml/2006/main">
              <a:ext uri="{FF2B5EF4-FFF2-40B4-BE49-F238E27FC236}">
                <a16:creationId xmlns:a16="http://schemas.microsoft.com/office/drawing/2014/main" id="{6000C268-31BE-4FC5-87DD-4FD3BAE486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4" name="16b-text-1">
            <a:extLst xmlns:a="http://schemas.openxmlformats.org/drawingml/2006/main">
              <a:ext uri="{FF2B5EF4-FFF2-40B4-BE49-F238E27FC236}">
                <a16:creationId xmlns:a16="http://schemas.microsoft.com/office/drawing/2014/main" id="{294C501A-8C09-418C-AE20-D3680E7F698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35" name="16b-text-15">
            <a:extLst xmlns:a="http://schemas.openxmlformats.org/drawingml/2006/main">
              <a:ext uri="{FF2B5EF4-FFF2-40B4-BE49-F238E27FC236}">
                <a16:creationId xmlns:a16="http://schemas.microsoft.com/office/drawing/2014/main" id="{B6EA4780-9DD7-48C5-B4DB-F39E2B26839D}"/>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36" name="16b-text-16">
            <a:extLst xmlns:a="http://schemas.openxmlformats.org/drawingml/2006/main">
              <a:ext uri="{FF2B5EF4-FFF2-40B4-BE49-F238E27FC236}">
                <a16:creationId xmlns:a16="http://schemas.microsoft.com/office/drawing/2014/main" id="{27741803-BD39-4641-B08D-9339BCC536DF}"/>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337" name="16b-text-17">
            <a:extLst xmlns:a="http://schemas.openxmlformats.org/drawingml/2006/main">
              <a:ext uri="{FF2B5EF4-FFF2-40B4-BE49-F238E27FC236}">
                <a16:creationId xmlns:a16="http://schemas.microsoft.com/office/drawing/2014/main" id="{FEC949ED-05FA-4865-ADF3-4B3BE80CBB83}"/>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38" name="16b-text-18">
            <a:extLst xmlns:a="http://schemas.openxmlformats.org/drawingml/2006/main">
              <a:ext uri="{FF2B5EF4-FFF2-40B4-BE49-F238E27FC236}">
                <a16:creationId xmlns:a16="http://schemas.microsoft.com/office/drawing/2014/main" id="{6B31C744-A752-43E8-8DE1-11B2FE2EAE54}"/>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339" name="16b-text-19">
            <a:extLst xmlns:a="http://schemas.openxmlformats.org/drawingml/2006/main">
              <a:ext uri="{FF2B5EF4-FFF2-40B4-BE49-F238E27FC236}">
                <a16:creationId xmlns:a16="http://schemas.microsoft.com/office/drawing/2014/main" id="{A1C21E0D-F757-4969-A24E-31B3F9F16455}"/>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340" name="narrative-number">
            <a:extLst xmlns:a="http://schemas.openxmlformats.org/drawingml/2006/main">
              <a:ext uri="{FF2B5EF4-FFF2-40B4-BE49-F238E27FC236}">
                <a16:creationId xmlns:a16="http://schemas.microsoft.com/office/drawing/2014/main" id="{226DC667-3DC4-4731-831F-B0085797E4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01297935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1" name="!!area-name">
            <a:extLst xmlns:a="http://schemas.openxmlformats.org/drawingml/2006/main">
              <a:ext uri="{FF2B5EF4-FFF2-40B4-BE49-F238E27FC236}">
                <a16:creationId xmlns:a16="http://schemas.microsoft.com/office/drawing/2014/main" id="{2415F0B1-E35B-4C35-B6D2-F1C1D442438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cbfeb5239c4347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3" name="header-divider">
            <a:extLst xmlns:a="http://schemas.openxmlformats.org/drawingml/2006/main">
              <a:ext uri="{FF2B5EF4-FFF2-40B4-BE49-F238E27FC236}">
                <a16:creationId xmlns:a16="http://schemas.microsoft.com/office/drawing/2014/main" id="{B866461C-443E-4E26-818F-054B4DA85E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4" name="16b-text-1">
            <a:extLst xmlns:a="http://schemas.openxmlformats.org/drawingml/2006/main">
              <a:ext uri="{FF2B5EF4-FFF2-40B4-BE49-F238E27FC236}">
                <a16:creationId xmlns:a16="http://schemas.microsoft.com/office/drawing/2014/main" id="{C33119AE-1996-4FC5-B3CD-B2ACD1CB91D8}"/>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45" name="16b-text-20">
            <a:extLst xmlns:a="http://schemas.openxmlformats.org/drawingml/2006/main">
              <a:ext uri="{FF2B5EF4-FFF2-40B4-BE49-F238E27FC236}">
                <a16:creationId xmlns:a16="http://schemas.microsoft.com/office/drawing/2014/main" id="{D00FE861-38EF-4A5A-B4EF-E93225D63B4D}"/>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346" name="16b-text-21">
            <a:extLst xmlns:a="http://schemas.openxmlformats.org/drawingml/2006/main">
              <a:ext uri="{FF2B5EF4-FFF2-40B4-BE49-F238E27FC236}">
                <a16:creationId xmlns:a16="http://schemas.microsoft.com/office/drawing/2014/main" id="{41FF8E9D-DB37-4D51-A741-E6C05D6C5DA5}"/>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347" name="16b-text-22">
            <a:extLst xmlns:a="http://schemas.openxmlformats.org/drawingml/2006/main">
              <a:ext uri="{FF2B5EF4-FFF2-40B4-BE49-F238E27FC236}">
                <a16:creationId xmlns:a16="http://schemas.microsoft.com/office/drawing/2014/main" id="{E2883F45-A244-4BF9-957D-0E35826C088C}"/>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348" name="narrative-number">
            <a:extLst xmlns:a="http://schemas.openxmlformats.org/drawingml/2006/main">
              <a:ext uri="{FF2B5EF4-FFF2-40B4-BE49-F238E27FC236}">
                <a16:creationId xmlns:a16="http://schemas.microsoft.com/office/drawing/2014/main" id="{A7C5553A-A698-43E1-B6B7-C88BDFB570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96278915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DF87F753-0D25-440C-9AFE-F561220CED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57" name="mini-map"/>
          <p:cNvPicPr>
            <a:picLocks xmlns:a="http://schemas.openxmlformats.org/drawingml/2006/main" noChangeAspect="1"/>
          </p:cNvPicPr>
          <p:nvPr/>
        </p:nvPicPr>
        <p:blipFill>
          <a:blip xmlns:r="http://schemas.openxmlformats.org/officeDocument/2006/relationships" xmlns:a="http://schemas.openxmlformats.org/drawingml/2006/main" r:embed="Rb5b7d8765eae438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B9FDDB64-A3F5-4E80-AB5B-CB4F3A7AFED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352" name="header-divider">
            <a:extLst xmlns:a="http://schemas.openxmlformats.org/drawingml/2006/main">
              <a:ext uri="{FF2B5EF4-FFF2-40B4-BE49-F238E27FC236}">
                <a16:creationId xmlns:a16="http://schemas.microsoft.com/office/drawing/2014/main" id="{84ED2A1F-0A0D-4FAA-8417-679C178B2D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17-text-1">
            <a:extLst xmlns:a="http://schemas.openxmlformats.org/drawingml/2006/main">
              <a:ext uri="{FF2B5EF4-FFF2-40B4-BE49-F238E27FC236}">
                <a16:creationId xmlns:a16="http://schemas.microsoft.com/office/drawing/2014/main" id="{2CD1CC4D-F12A-4D79-9714-2E6480C4B83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361"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55" name="narrative-number">
            <a:extLst xmlns:a="http://schemas.openxmlformats.org/drawingml/2006/main">
              <a:ext uri="{FF2B5EF4-FFF2-40B4-BE49-F238E27FC236}">
                <a16:creationId xmlns:a16="http://schemas.microsoft.com/office/drawing/2014/main" id="{A5770F04-34C1-4D6C-B743-0E47F91A95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6689245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6" name="!!area-name">
            <a:extLst xmlns:a="http://schemas.openxmlformats.org/drawingml/2006/main">
              <a:ext uri="{FF2B5EF4-FFF2-40B4-BE49-F238E27FC236}">
                <a16:creationId xmlns:a16="http://schemas.microsoft.com/office/drawing/2014/main" id="{4FBBC91A-62A4-4D63-A523-69DEDBB5AD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47ac41d5ecf448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8" name="slide-title">
            <a:extLst xmlns:a="http://schemas.openxmlformats.org/drawingml/2006/main">
              <a:ext uri="{FF2B5EF4-FFF2-40B4-BE49-F238E27FC236}">
                <a16:creationId xmlns:a16="http://schemas.microsoft.com/office/drawing/2014/main" id="{A275EDD9-57E4-4DEC-AD4B-D67CD4FC68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359" name="header-divider">
            <a:extLst xmlns:a="http://schemas.openxmlformats.org/drawingml/2006/main">
              <a:ext uri="{FF2B5EF4-FFF2-40B4-BE49-F238E27FC236}">
                <a16:creationId xmlns:a16="http://schemas.microsoft.com/office/drawing/2014/main" id="{71EC3D1F-073F-465B-A162-2EF2EB1F4F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0" name="17-text-3">
            <a:extLst xmlns:a="http://schemas.openxmlformats.org/drawingml/2006/main">
              <a:ext uri="{FF2B5EF4-FFF2-40B4-BE49-F238E27FC236}">
                <a16:creationId xmlns:a16="http://schemas.microsoft.com/office/drawing/2014/main" id="{F1273D8A-E115-48EA-A835-969FD6F41BE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361" name="17-text-4">
            <a:extLst xmlns:a="http://schemas.openxmlformats.org/drawingml/2006/main">
              <a:ext uri="{FF2B5EF4-FFF2-40B4-BE49-F238E27FC236}">
                <a16:creationId xmlns:a16="http://schemas.microsoft.com/office/drawing/2014/main" id="{DFB07BBF-5C40-421C-9451-9A2F7CF8DB41}"/>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62" name="17-text-5">
            <a:extLst xmlns:a="http://schemas.openxmlformats.org/drawingml/2006/main">
              <a:ext uri="{FF2B5EF4-FFF2-40B4-BE49-F238E27FC236}">
                <a16:creationId xmlns:a16="http://schemas.microsoft.com/office/drawing/2014/main" id="{0860A142-DA7E-4D48-BA12-DFBD3446465B}"/>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363" name="17-text-6">
            <a:extLst xmlns:a="http://schemas.openxmlformats.org/drawingml/2006/main">
              <a:ext uri="{FF2B5EF4-FFF2-40B4-BE49-F238E27FC236}">
                <a16:creationId xmlns:a16="http://schemas.microsoft.com/office/drawing/2014/main" id="{549CE3B8-4A1E-431E-A7CA-1B88296FC848}"/>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364" name="17-text-7">
            <a:extLst xmlns:a="http://schemas.openxmlformats.org/drawingml/2006/main">
              <a:ext uri="{FF2B5EF4-FFF2-40B4-BE49-F238E27FC236}">
                <a16:creationId xmlns:a16="http://schemas.microsoft.com/office/drawing/2014/main" id="{A4256702-E854-48A1-BB8D-9B922A1E57D6}"/>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65" name="17-text-8">
            <a:extLst xmlns:a="http://schemas.openxmlformats.org/drawingml/2006/main">
              <a:ext uri="{FF2B5EF4-FFF2-40B4-BE49-F238E27FC236}">
                <a16:creationId xmlns:a16="http://schemas.microsoft.com/office/drawing/2014/main" id="{FE7BAEA4-1046-43A2-AD2B-C2920CCE6203}"/>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366" name="17-text-9">
            <a:extLst xmlns:a="http://schemas.openxmlformats.org/drawingml/2006/main">
              <a:ext uri="{FF2B5EF4-FFF2-40B4-BE49-F238E27FC236}">
                <a16:creationId xmlns:a16="http://schemas.microsoft.com/office/drawing/2014/main" id="{9336D640-3593-467E-82E9-FF6AD02F7479}"/>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367" name="17-text-10">
            <a:extLst xmlns:a="http://schemas.openxmlformats.org/drawingml/2006/main">
              <a:ext uri="{FF2B5EF4-FFF2-40B4-BE49-F238E27FC236}">
                <a16:creationId xmlns:a16="http://schemas.microsoft.com/office/drawing/2014/main" id="{0AF783C1-E319-479E-B946-6E5A9CEE7ABD}"/>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68" name="17-text-11">
            <a:extLst xmlns:a="http://schemas.openxmlformats.org/drawingml/2006/main">
              <a:ext uri="{FF2B5EF4-FFF2-40B4-BE49-F238E27FC236}">
                <a16:creationId xmlns:a16="http://schemas.microsoft.com/office/drawing/2014/main" id="{A76A9B60-A9C3-40E4-A006-33561DDDFC6D}"/>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369" name="17-text-12">
            <a:extLst xmlns:a="http://schemas.openxmlformats.org/drawingml/2006/main">
              <a:ext uri="{FF2B5EF4-FFF2-40B4-BE49-F238E27FC236}">
                <a16:creationId xmlns:a16="http://schemas.microsoft.com/office/drawing/2014/main" id="{000A0544-8D34-449E-AF22-52973BE17283}"/>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370" name="17-text-13">
            <a:extLst xmlns:a="http://schemas.openxmlformats.org/drawingml/2006/main">
              <a:ext uri="{FF2B5EF4-FFF2-40B4-BE49-F238E27FC236}">
                <a16:creationId xmlns:a16="http://schemas.microsoft.com/office/drawing/2014/main" id="{FBC8F467-296B-4732-A556-D4C629E34481}"/>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371" name="17-shape-14">
            <a:extLst xmlns:a="http://schemas.openxmlformats.org/drawingml/2006/main">
              <a:ext uri="{FF2B5EF4-FFF2-40B4-BE49-F238E27FC236}">
                <a16:creationId xmlns:a16="http://schemas.microsoft.com/office/drawing/2014/main" id="{DC93FA14-EED1-4F3A-AE3D-6527A88A85A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72" name="17-shape-15">
            <a:extLst xmlns:a="http://schemas.openxmlformats.org/drawingml/2006/main">
              <a:ext uri="{FF2B5EF4-FFF2-40B4-BE49-F238E27FC236}">
                <a16:creationId xmlns:a16="http://schemas.microsoft.com/office/drawing/2014/main" id="{BA6151C7-F3AD-4F23-8455-261268CF2182}"/>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73" name="17-text-16">
            <a:extLst xmlns:a="http://schemas.openxmlformats.org/drawingml/2006/main">
              <a:ext uri="{FF2B5EF4-FFF2-40B4-BE49-F238E27FC236}">
                <a16:creationId xmlns:a16="http://schemas.microsoft.com/office/drawing/2014/main" id="{BC65266E-3855-4F27-A103-D1BA3F48C8FF}"/>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74" name="17-text-17">
            <a:extLst xmlns:a="http://schemas.openxmlformats.org/drawingml/2006/main">
              <a:ext uri="{FF2B5EF4-FFF2-40B4-BE49-F238E27FC236}">
                <a16:creationId xmlns:a16="http://schemas.microsoft.com/office/drawing/2014/main" id="{BFE2C111-FBA6-4B8C-868A-07EC58E5F1F7}"/>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375" name="narrative-number">
            <a:extLst xmlns:a="http://schemas.openxmlformats.org/drawingml/2006/main">
              <a:ext uri="{FF2B5EF4-FFF2-40B4-BE49-F238E27FC236}">
                <a16:creationId xmlns:a16="http://schemas.microsoft.com/office/drawing/2014/main" id="{DEB0ECC9-5E0F-4C3A-8CFB-C9B1C9B028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8406184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71"/>
                                        </p:tgtEl>
                                        <p:attrNameLst>
                                          <p:attrName>style.visibility</p:attrName>
                                        </p:attrNameLst>
                                      </p:cBhvr>
                                      <p:to>
                                        <p:strVal val="visible"/>
                                      </p:to>
                                    </p:set>
                                    <p:animEffect transition="in" filter="fade">
                                      <p:cBhvr>
                                        <p:cTn id="11" dur="300" fill="hold"/>
                                        <p:tgtEl>
                                          <p:spTgt spid="371"/>
                                        </p:tgtEl>
                                      </p:cBhvr>
                                    </p:animEffect>
                                  </p:childTnLst>
                                </p:cTn>
                              </p:par>
                              <p:par>
                                <p:cTn id="12" presetID="10" presetClass="entr" presetSubtype="0" fill="hold" nodeType="withEffect">
                                  <p:stCondLst>
                                    <p:cond delay="0"/>
                                  </p:stCondLst>
                                  <p:childTnLst>
                                    <p:set>
                                      <p:cBhvr>
                                        <p:cTn id="13" dur="1" fill="hold">
                                          <p:stCondLst>
                                            <p:cond delay="0"/>
                                          </p:stCondLst>
                                        </p:cTn>
                                        <p:tgtEl>
                                          <p:spTgt spid="372"/>
                                        </p:tgtEl>
                                        <p:attrNameLst>
                                          <p:attrName>style.visibility</p:attrName>
                                        </p:attrNameLst>
                                      </p:cBhvr>
                                      <p:to>
                                        <p:strVal val="visible"/>
                                      </p:to>
                                    </p:set>
                                    <p:animEffect transition="in" filter="fade">
                                      <p:cBhvr>
                                        <p:cTn id="14" dur="300" fill="hold"/>
                                        <p:tgtEl>
                                          <p:spTgt spid="372"/>
                                        </p:tgtEl>
                                      </p:cBhvr>
                                    </p:animEffect>
                                  </p:childTnLst>
                                </p:cTn>
                              </p:par>
                              <p:par>
                                <p:cTn id="15" presetID="10" presetClass="entr" presetSubtype="0" fill="hold" nodeType="withEffect">
                                  <p:stCondLst>
                                    <p:cond delay="0"/>
                                  </p:stCondLst>
                                  <p:childTnLst>
                                    <p:set>
                                      <p:cBhvr>
                                        <p:cTn id="16" dur="1" fill="hold">
                                          <p:stCondLst>
                                            <p:cond delay="0"/>
                                          </p:stCondLst>
                                        </p:cTn>
                                        <p:tgtEl>
                                          <p:spTgt spid="373"/>
                                        </p:tgtEl>
                                        <p:attrNameLst>
                                          <p:attrName>style.visibility</p:attrName>
                                        </p:attrNameLst>
                                      </p:cBhvr>
                                      <p:to>
                                        <p:strVal val="visible"/>
                                      </p:to>
                                    </p:set>
                                    <p:animEffect transition="in" filter="fade">
                                      <p:cBhvr>
                                        <p:cTn id="17" dur="300" fill="hold"/>
                                        <p:tgtEl>
                                          <p:spTgt spid="373"/>
                                        </p:tgtEl>
                                      </p:cBhvr>
                                    </p:animEffect>
                                  </p:childTnLst>
                                </p:cTn>
                              </p:par>
                              <p:par>
                                <p:cTn id="18" presetID="10" presetClass="entr" presetSubtype="0" fill="hold" nodeType="withEffect">
                                  <p:stCondLst>
                                    <p:cond delay="0"/>
                                  </p:stCondLst>
                                  <p:childTnLst>
                                    <p:set>
                                      <p:cBhvr>
                                        <p:cTn id="19" dur="1" fill="hold">
                                          <p:stCondLst>
                                            <p:cond delay="0"/>
                                          </p:stCondLst>
                                        </p:cTn>
                                        <p:tgtEl>
                                          <p:spTgt spid="374"/>
                                        </p:tgtEl>
                                        <p:attrNameLst>
                                          <p:attrName>style.visibility</p:attrName>
                                        </p:attrNameLst>
                                      </p:cBhvr>
                                      <p:to>
                                        <p:strVal val="visible"/>
                                      </p:to>
                                    </p:set>
                                    <p:animEffect transition="in" filter="fade">
                                      <p:cBhvr>
                                        <p:cTn id="20" dur="300" fill="hold"/>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header">
            <a:extLst xmlns:a="http://schemas.openxmlformats.org/drawingml/2006/main">
              <a:ext uri="{FF2B5EF4-FFF2-40B4-BE49-F238E27FC236}">
                <a16:creationId xmlns:a16="http://schemas.microsoft.com/office/drawing/2014/main" id="{0E8E3816-6571-4B61-9DCC-43363974E74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377" name="!!area-name">
            <a:extLst xmlns:a="http://schemas.openxmlformats.org/drawingml/2006/main">
              <a:ext uri="{FF2B5EF4-FFF2-40B4-BE49-F238E27FC236}">
                <a16:creationId xmlns:a16="http://schemas.microsoft.com/office/drawing/2014/main" id="{2E0CF77A-9429-42F4-9593-8E6B4DD0B11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78" name="!!area-beat">
            <a:extLst xmlns:a="http://schemas.openxmlformats.org/drawingml/2006/main">
              <a:ext uri="{FF2B5EF4-FFF2-40B4-BE49-F238E27FC236}">
                <a16:creationId xmlns:a16="http://schemas.microsoft.com/office/drawing/2014/main" id="{CF2B6519-0375-4CAC-958D-94C60A1F895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79" name="header-divider">
            <a:extLst xmlns:a="http://schemas.openxmlformats.org/drawingml/2006/main">
              <a:ext uri="{FF2B5EF4-FFF2-40B4-BE49-F238E27FC236}">
                <a16:creationId xmlns:a16="http://schemas.microsoft.com/office/drawing/2014/main" id="{6855EB00-AAD4-4571-B4FB-34B8D401E27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18-shape-1">
            <a:extLst xmlns:a="http://schemas.openxmlformats.org/drawingml/2006/main">
              <a:ext uri="{FF2B5EF4-FFF2-40B4-BE49-F238E27FC236}">
                <a16:creationId xmlns:a16="http://schemas.microsoft.com/office/drawing/2014/main" id="{F1A0FD73-2050-42A5-9C2F-85A3B7FEB39A}"/>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81" name="18-text-2">
            <a:extLst xmlns:a="http://schemas.openxmlformats.org/drawingml/2006/main">
              <a:ext uri="{FF2B5EF4-FFF2-40B4-BE49-F238E27FC236}">
                <a16:creationId xmlns:a16="http://schemas.microsoft.com/office/drawing/2014/main" id="{3733CC50-D7F6-434E-8EFE-95B8E8D687AE}"/>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382" name="18-shape-3">
            <a:extLst xmlns:a="http://schemas.openxmlformats.org/drawingml/2006/main">
              <a:ext uri="{FF2B5EF4-FFF2-40B4-BE49-F238E27FC236}">
                <a16:creationId xmlns:a16="http://schemas.microsoft.com/office/drawing/2014/main" id="{DC9E2F12-B3F3-4262-99C3-41D2CF8EE10F}"/>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3" name="18-text-4">
            <a:extLst xmlns:a="http://schemas.openxmlformats.org/drawingml/2006/main">
              <a:ext uri="{FF2B5EF4-FFF2-40B4-BE49-F238E27FC236}">
                <a16:creationId xmlns:a16="http://schemas.microsoft.com/office/drawing/2014/main" id="{3260DC36-881F-4DFE-BBCE-9AF5F0B30B05}"/>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384" name="18-shape-5">
            <a:extLst xmlns:a="http://schemas.openxmlformats.org/drawingml/2006/main">
              <a:ext uri="{FF2B5EF4-FFF2-40B4-BE49-F238E27FC236}">
                <a16:creationId xmlns:a16="http://schemas.microsoft.com/office/drawing/2014/main" id="{2B60BF1F-0A62-48ED-AEBC-73B87C2F15D7}"/>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5" name="18-text-6">
            <a:extLst xmlns:a="http://schemas.openxmlformats.org/drawingml/2006/main">
              <a:ext uri="{FF2B5EF4-FFF2-40B4-BE49-F238E27FC236}">
                <a16:creationId xmlns:a16="http://schemas.microsoft.com/office/drawing/2014/main" id="{8E0125E6-E685-4955-8856-A0F550145108}"/>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386" name="18-shape-7">
            <a:extLst xmlns:a="http://schemas.openxmlformats.org/drawingml/2006/main">
              <a:ext uri="{FF2B5EF4-FFF2-40B4-BE49-F238E27FC236}">
                <a16:creationId xmlns:a16="http://schemas.microsoft.com/office/drawing/2014/main" id="{F89B4826-6ACC-46D1-B16A-001E83A38DD9}"/>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7" name="18-text-8">
            <a:extLst xmlns:a="http://schemas.openxmlformats.org/drawingml/2006/main">
              <a:ext uri="{FF2B5EF4-FFF2-40B4-BE49-F238E27FC236}">
                <a16:creationId xmlns:a16="http://schemas.microsoft.com/office/drawing/2014/main" id="{2E8A923D-B3BF-4893-B767-220FC961D45F}"/>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388" name="18-text-9">
            <a:extLst xmlns:a="http://schemas.openxmlformats.org/drawingml/2006/main">
              <a:ext uri="{FF2B5EF4-FFF2-40B4-BE49-F238E27FC236}">
                <a16:creationId xmlns:a16="http://schemas.microsoft.com/office/drawing/2014/main" id="{AA6E58EF-087E-45FC-B20F-BB9E5E21112E}"/>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389" name="narrative-number">
            <a:extLst xmlns:a="http://schemas.openxmlformats.org/drawingml/2006/main">
              <a:ext uri="{FF2B5EF4-FFF2-40B4-BE49-F238E27FC236}">
                <a16:creationId xmlns:a16="http://schemas.microsoft.com/office/drawing/2014/main" id="{5861618C-9D6A-404A-9CA7-C842B2D86A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019198002"/>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B905173A-1FEF-48B3-A73B-48725E45CF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00" name="mini-map"/>
          <p:cNvPicPr>
            <a:picLocks xmlns:a="http://schemas.openxmlformats.org/drawingml/2006/main" noChangeAspect="1"/>
          </p:cNvPicPr>
          <p:nvPr/>
        </p:nvPicPr>
        <p:blipFill>
          <a:blip xmlns:r="http://schemas.openxmlformats.org/officeDocument/2006/relationships" xmlns:a="http://schemas.openxmlformats.org/drawingml/2006/main" r:embed="R9a26b6f468e646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header-divider">
            <a:extLst xmlns:a="http://schemas.openxmlformats.org/drawingml/2006/main">
              <a:ext uri="{FF2B5EF4-FFF2-40B4-BE49-F238E27FC236}">
                <a16:creationId xmlns:a16="http://schemas.microsoft.com/office/drawing/2014/main" id="{608E44B7-4160-48E3-822B-C1EAED7493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3" name="18b-text-1">
            <a:extLst xmlns:a="http://schemas.openxmlformats.org/drawingml/2006/main">
              <a:ext uri="{FF2B5EF4-FFF2-40B4-BE49-F238E27FC236}">
                <a16:creationId xmlns:a16="http://schemas.microsoft.com/office/drawing/2014/main" id="{E645A4DB-B45F-4762-9BF5-1C2196137FD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394" name="18b-text-2">
            <a:extLst xmlns:a="http://schemas.openxmlformats.org/drawingml/2006/main">
              <a:ext uri="{FF2B5EF4-FFF2-40B4-BE49-F238E27FC236}">
                <a16:creationId xmlns:a16="http://schemas.microsoft.com/office/drawing/2014/main" id="{9551BA6F-2F36-489E-BA1E-A261C0022608}"/>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395" name="18b-text-3">
            <a:extLst xmlns:a="http://schemas.openxmlformats.org/drawingml/2006/main">
              <a:ext uri="{FF2B5EF4-FFF2-40B4-BE49-F238E27FC236}">
                <a16:creationId xmlns:a16="http://schemas.microsoft.com/office/drawing/2014/main" id="{82775FB0-B6CC-416E-A9B4-D8DD366DF169}"/>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396" name="18b-text-4">
            <a:extLst xmlns:a="http://schemas.openxmlformats.org/drawingml/2006/main">
              <a:ext uri="{FF2B5EF4-FFF2-40B4-BE49-F238E27FC236}">
                <a16:creationId xmlns:a16="http://schemas.microsoft.com/office/drawing/2014/main" id="{7CF2B158-39BD-4D1D-B947-3FC5BB2C83FE}"/>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397" name="18b-text-5">
            <a:extLst xmlns:a="http://schemas.openxmlformats.org/drawingml/2006/main">
              <a:ext uri="{FF2B5EF4-FFF2-40B4-BE49-F238E27FC236}">
                <a16:creationId xmlns:a16="http://schemas.microsoft.com/office/drawing/2014/main" id="{E215B44E-A6BC-4970-BF99-465DF233162E}"/>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398" name="narrative-number">
            <a:extLst xmlns:a="http://schemas.openxmlformats.org/drawingml/2006/main">
              <a:ext uri="{FF2B5EF4-FFF2-40B4-BE49-F238E27FC236}">
                <a16:creationId xmlns:a16="http://schemas.microsoft.com/office/drawing/2014/main" id="{DE21C896-D9DB-429F-9167-12BC282696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61736909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area-name">
            <a:extLst xmlns:a="http://schemas.openxmlformats.org/drawingml/2006/main">
              <a:ext uri="{FF2B5EF4-FFF2-40B4-BE49-F238E27FC236}">
                <a16:creationId xmlns:a16="http://schemas.microsoft.com/office/drawing/2014/main" id="{E7199AA1-A0BA-46F2-B2F2-243F53E9C31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22325ad0d81842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1" name="header-divider">
            <a:extLst xmlns:a="http://schemas.openxmlformats.org/drawingml/2006/main">
              <a:ext uri="{FF2B5EF4-FFF2-40B4-BE49-F238E27FC236}">
                <a16:creationId xmlns:a16="http://schemas.microsoft.com/office/drawing/2014/main" id="{A2273B80-5CFD-444A-BD42-60E46C5E62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2" name="18b-text-1">
            <a:extLst xmlns:a="http://schemas.openxmlformats.org/drawingml/2006/main">
              <a:ext uri="{FF2B5EF4-FFF2-40B4-BE49-F238E27FC236}">
                <a16:creationId xmlns:a16="http://schemas.microsoft.com/office/drawing/2014/main" id="{926EE871-462F-4DDC-BA0F-9B9B6A22297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03" name="18b-text-10">
            <a:extLst xmlns:a="http://schemas.openxmlformats.org/drawingml/2006/main">
              <a:ext uri="{FF2B5EF4-FFF2-40B4-BE49-F238E27FC236}">
                <a16:creationId xmlns:a16="http://schemas.microsoft.com/office/drawing/2014/main" id="{F0B98D9F-BD98-4624-BFDF-5E76834DB8EF}"/>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04" name="18b-line-12">
            <a:extLst xmlns:a="http://schemas.openxmlformats.org/drawingml/2006/main">
              <a:ext uri="{FF2B5EF4-FFF2-40B4-BE49-F238E27FC236}">
                <a16:creationId xmlns:a16="http://schemas.microsoft.com/office/drawing/2014/main" id="{47BDB8F9-0D12-46F0-941A-52D795ED29DD}"/>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05" name="18b-line-14">
            <a:extLst xmlns:a="http://schemas.openxmlformats.org/drawingml/2006/main">
              <a:ext uri="{FF2B5EF4-FFF2-40B4-BE49-F238E27FC236}">
                <a16:creationId xmlns:a16="http://schemas.microsoft.com/office/drawing/2014/main" id="{92859782-25E4-461F-8D56-0DFE22A0F38D}"/>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06" name="18b-line-16">
            <a:extLst xmlns:a="http://schemas.openxmlformats.org/drawingml/2006/main">
              <a:ext uri="{FF2B5EF4-FFF2-40B4-BE49-F238E27FC236}">
                <a16:creationId xmlns:a16="http://schemas.microsoft.com/office/drawing/2014/main" id="{5A1AB711-D88F-476A-AF2F-EF0AA6603D34}"/>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07" name="18b-text-17">
            <a:extLst xmlns:a="http://schemas.openxmlformats.org/drawingml/2006/main">
              <a:ext uri="{FF2B5EF4-FFF2-40B4-BE49-F238E27FC236}">
                <a16:creationId xmlns:a16="http://schemas.microsoft.com/office/drawing/2014/main" id="{08DDA951-0489-4FD7-8719-5963F58EEB8C}"/>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08" name="18b-text-18">
            <a:extLst xmlns:a="http://schemas.openxmlformats.org/drawingml/2006/main">
              <a:ext uri="{FF2B5EF4-FFF2-40B4-BE49-F238E27FC236}">
                <a16:creationId xmlns:a16="http://schemas.microsoft.com/office/drawing/2014/main" id="{C41C97B5-E297-4944-A895-038A03179DA7}"/>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09" name="18b-text-19">
            <a:extLst xmlns:a="http://schemas.openxmlformats.org/drawingml/2006/main">
              <a:ext uri="{FF2B5EF4-FFF2-40B4-BE49-F238E27FC236}">
                <a16:creationId xmlns:a16="http://schemas.microsoft.com/office/drawing/2014/main" id="{8F5AEF27-F349-4284-B18A-1635FB08B97E}"/>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10" name="18b-text-20">
            <a:extLst xmlns:a="http://schemas.openxmlformats.org/drawingml/2006/main">
              <a:ext uri="{FF2B5EF4-FFF2-40B4-BE49-F238E27FC236}">
                <a16:creationId xmlns:a16="http://schemas.microsoft.com/office/drawing/2014/main" id="{C76A9FFD-578B-4BE8-9E06-27E80F010060}"/>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11" name="18b-text-21">
            <a:extLst xmlns:a="http://schemas.openxmlformats.org/drawingml/2006/main">
              <a:ext uri="{FF2B5EF4-FFF2-40B4-BE49-F238E27FC236}">
                <a16:creationId xmlns:a16="http://schemas.microsoft.com/office/drawing/2014/main" id="{0F7CB49E-ACBE-4D5F-AB59-FDB39286B7F8}"/>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12" name="narrative-number">
            <a:extLst xmlns:a="http://schemas.openxmlformats.org/drawingml/2006/main">
              <a:ext uri="{FF2B5EF4-FFF2-40B4-BE49-F238E27FC236}">
                <a16:creationId xmlns:a16="http://schemas.microsoft.com/office/drawing/2014/main" id="{55A260C0-FE0B-476D-A0D6-AF81C71333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995730601"/>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8EF3F77C-BB19-4E61-A45C-3DBA875996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270d189456e64e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header-divider">
            <a:extLst xmlns:a="http://schemas.openxmlformats.org/drawingml/2006/main">
              <a:ext uri="{FF2B5EF4-FFF2-40B4-BE49-F238E27FC236}">
                <a16:creationId xmlns:a16="http://schemas.microsoft.com/office/drawing/2014/main" id="{FBFD27ED-4EE8-4C97-94A3-8BB500EC207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6" name="18b-text-1">
            <a:extLst xmlns:a="http://schemas.openxmlformats.org/drawingml/2006/main">
              <a:ext uri="{FF2B5EF4-FFF2-40B4-BE49-F238E27FC236}">
                <a16:creationId xmlns:a16="http://schemas.microsoft.com/office/drawing/2014/main" id="{550FFE91-0D84-4792-8E49-3442ED0B4D6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17" name="18b-text-6">
            <a:extLst xmlns:a="http://schemas.openxmlformats.org/drawingml/2006/main">
              <a:ext uri="{FF2B5EF4-FFF2-40B4-BE49-F238E27FC236}">
                <a16:creationId xmlns:a16="http://schemas.microsoft.com/office/drawing/2014/main" id="{CD01D233-7022-41F0-A086-64E35F8D665B}"/>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18" name="18b-text-7">
            <a:extLst xmlns:a="http://schemas.openxmlformats.org/drawingml/2006/main">
              <a:ext uri="{FF2B5EF4-FFF2-40B4-BE49-F238E27FC236}">
                <a16:creationId xmlns:a16="http://schemas.microsoft.com/office/drawing/2014/main" id="{26A12739-A5D2-408A-92B9-B4DC5CE04FA4}"/>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19" name="18b-text-8">
            <a:extLst xmlns:a="http://schemas.openxmlformats.org/drawingml/2006/main">
              <a:ext uri="{FF2B5EF4-FFF2-40B4-BE49-F238E27FC236}">
                <a16:creationId xmlns:a16="http://schemas.microsoft.com/office/drawing/2014/main" id="{8E0D9C96-FABA-4482-ABCC-7A6F1F278CE9}"/>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20" name="18b-text-9">
            <a:extLst xmlns:a="http://schemas.openxmlformats.org/drawingml/2006/main">
              <a:ext uri="{FF2B5EF4-FFF2-40B4-BE49-F238E27FC236}">
                <a16:creationId xmlns:a16="http://schemas.microsoft.com/office/drawing/2014/main" id="{3386325A-9B48-4447-B2E4-D22A05292B44}"/>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21" name="narrative-number">
            <a:extLst xmlns:a="http://schemas.openxmlformats.org/drawingml/2006/main">
              <a:ext uri="{FF2B5EF4-FFF2-40B4-BE49-F238E27FC236}">
                <a16:creationId xmlns:a16="http://schemas.microsoft.com/office/drawing/2014/main" id="{2FE82176-3F86-4AA6-9FA3-B3CE85CBC6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0563848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C829DBF5-8683-4844-BA65-0859F020D8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31" name="mini-map"/>
          <p:cNvPicPr>
            <a:picLocks xmlns:a="http://schemas.openxmlformats.org/drawingml/2006/main" noChangeAspect="1"/>
          </p:cNvPicPr>
          <p:nvPr/>
        </p:nvPicPr>
        <p:blipFill>
          <a:blip xmlns:r="http://schemas.openxmlformats.org/officeDocument/2006/relationships" xmlns:a="http://schemas.openxmlformats.org/drawingml/2006/main" r:embed="R8ede070c594640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header-divider">
            <a:extLst xmlns:a="http://schemas.openxmlformats.org/drawingml/2006/main">
              <a:ext uri="{FF2B5EF4-FFF2-40B4-BE49-F238E27FC236}">
                <a16:creationId xmlns:a16="http://schemas.microsoft.com/office/drawing/2014/main" id="{8AAFD200-62AB-4A13-949D-24774066A6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5" name="18b-text-1">
            <a:extLst xmlns:a="http://schemas.openxmlformats.org/drawingml/2006/main">
              <a:ext uri="{FF2B5EF4-FFF2-40B4-BE49-F238E27FC236}">
                <a16:creationId xmlns:a16="http://schemas.microsoft.com/office/drawing/2014/main" id="{59BD36A3-8515-4F40-9F71-5F1F8F9E1A03}"/>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26" name="18b-text-22">
            <a:extLst xmlns:a="http://schemas.openxmlformats.org/drawingml/2006/main">
              <a:ext uri="{FF2B5EF4-FFF2-40B4-BE49-F238E27FC236}">
                <a16:creationId xmlns:a16="http://schemas.microsoft.com/office/drawing/2014/main" id="{DB484A18-BEF1-4050-9598-0A7DB366A617}"/>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27" name="18b-text-23">
            <a:extLst xmlns:a="http://schemas.openxmlformats.org/drawingml/2006/main">
              <a:ext uri="{FF2B5EF4-FFF2-40B4-BE49-F238E27FC236}">
                <a16:creationId xmlns:a16="http://schemas.microsoft.com/office/drawing/2014/main" id="{B823A6CF-80D8-47BA-873C-B521A051E8CD}"/>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28" name="18b-text-24">
            <a:extLst xmlns:a="http://schemas.openxmlformats.org/drawingml/2006/main">
              <a:ext uri="{FF2B5EF4-FFF2-40B4-BE49-F238E27FC236}">
                <a16:creationId xmlns:a16="http://schemas.microsoft.com/office/drawing/2014/main" id="{514CFB90-BA72-437F-A91C-DA3EEBD65D99}"/>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29" name="narrative-number">
            <a:extLst xmlns:a="http://schemas.openxmlformats.org/drawingml/2006/main">
              <a:ext uri="{FF2B5EF4-FFF2-40B4-BE49-F238E27FC236}">
                <a16:creationId xmlns:a16="http://schemas.microsoft.com/office/drawing/2014/main" id="{4EC09362-4498-4EB3-B4C4-D999C9BE84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223204493"/>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0" name="!!area-name">
            <a:extLst xmlns:a="http://schemas.openxmlformats.org/drawingml/2006/main">
              <a:ext uri="{FF2B5EF4-FFF2-40B4-BE49-F238E27FC236}">
                <a16:creationId xmlns:a16="http://schemas.microsoft.com/office/drawing/2014/main" id="{8CECAB86-9124-410A-A2DA-C8F034F290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49" name="mini-map"/>
          <p:cNvPicPr>
            <a:picLocks xmlns:a="http://schemas.openxmlformats.org/drawingml/2006/main" noChangeAspect="1"/>
          </p:cNvPicPr>
          <p:nvPr/>
        </p:nvPicPr>
        <p:blipFill>
          <a:blip xmlns:r="http://schemas.openxmlformats.org/officeDocument/2006/relationships" xmlns:a="http://schemas.openxmlformats.org/drawingml/2006/main" r:embed="Rab9e568d673143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2" name="slide-title">
            <a:extLst xmlns:a="http://schemas.openxmlformats.org/drawingml/2006/main">
              <a:ext uri="{FF2B5EF4-FFF2-40B4-BE49-F238E27FC236}">
                <a16:creationId xmlns:a16="http://schemas.microsoft.com/office/drawing/2014/main" id="{C379012D-E312-45FE-B175-9612F90EA83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33" name="header-divider">
            <a:extLst xmlns:a="http://schemas.openxmlformats.org/drawingml/2006/main">
              <a:ext uri="{FF2B5EF4-FFF2-40B4-BE49-F238E27FC236}">
                <a16:creationId xmlns:a16="http://schemas.microsoft.com/office/drawing/2014/main" id="{4D97B2B0-7F43-4AF7-9E43-59435568D6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52"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5" name="19-text-2">
            <a:extLst xmlns:a="http://schemas.openxmlformats.org/drawingml/2006/main">
              <a:ext uri="{FF2B5EF4-FFF2-40B4-BE49-F238E27FC236}">
                <a16:creationId xmlns:a16="http://schemas.microsoft.com/office/drawing/2014/main" id="{7F7FDC84-1E68-4152-9075-FE665C9B8201}"/>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436" name="19-text-3">
            <a:extLst xmlns:a="http://schemas.openxmlformats.org/drawingml/2006/main">
              <a:ext uri="{FF2B5EF4-FFF2-40B4-BE49-F238E27FC236}">
                <a16:creationId xmlns:a16="http://schemas.microsoft.com/office/drawing/2014/main" id="{7C2E8793-0E5E-41BA-99FE-45967548A157}"/>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437" name="19-shape-4">
            <a:extLst xmlns:a="http://schemas.openxmlformats.org/drawingml/2006/main">
              <a:ext uri="{FF2B5EF4-FFF2-40B4-BE49-F238E27FC236}">
                <a16:creationId xmlns:a16="http://schemas.microsoft.com/office/drawing/2014/main" id="{3A0F11D8-738A-42D9-AD16-4764F41B86C5}"/>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8" name="19-shape-5">
            <a:extLst xmlns:a="http://schemas.openxmlformats.org/drawingml/2006/main">
              <a:ext uri="{FF2B5EF4-FFF2-40B4-BE49-F238E27FC236}">
                <a16:creationId xmlns:a16="http://schemas.microsoft.com/office/drawing/2014/main" id="{B18E6027-0EA7-40B5-9D7B-F606A8758E87}"/>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9" name="19-text-6">
            <a:extLst xmlns:a="http://schemas.openxmlformats.org/drawingml/2006/main">
              <a:ext uri="{FF2B5EF4-FFF2-40B4-BE49-F238E27FC236}">
                <a16:creationId xmlns:a16="http://schemas.microsoft.com/office/drawing/2014/main" id="{33D740FF-40CE-4D71-83ED-EF5D84569FD2}"/>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40" name="19-text-7">
            <a:extLst xmlns:a="http://schemas.openxmlformats.org/drawingml/2006/main">
              <a:ext uri="{FF2B5EF4-FFF2-40B4-BE49-F238E27FC236}">
                <a16:creationId xmlns:a16="http://schemas.microsoft.com/office/drawing/2014/main" id="{97AF5E37-BAE6-4983-B7D0-1CA12F84D689}"/>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41" name="19-line-9">
            <a:extLst xmlns:a="http://schemas.openxmlformats.org/drawingml/2006/main">
              <a:ext uri="{FF2B5EF4-FFF2-40B4-BE49-F238E27FC236}">
                <a16:creationId xmlns:a16="http://schemas.microsoft.com/office/drawing/2014/main" id="{E7D6373A-462A-4013-A78B-C4A112672995}"/>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42" name="19-line-11">
            <a:extLst xmlns:a="http://schemas.openxmlformats.org/drawingml/2006/main">
              <a:ext uri="{FF2B5EF4-FFF2-40B4-BE49-F238E27FC236}">
                <a16:creationId xmlns:a16="http://schemas.microsoft.com/office/drawing/2014/main" id="{7B4DD4A1-FA6F-49A2-BAB7-202EC58228E5}"/>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43" name="19-line-13">
            <a:extLst xmlns:a="http://schemas.openxmlformats.org/drawingml/2006/main">
              <a:ext uri="{FF2B5EF4-FFF2-40B4-BE49-F238E27FC236}">
                <a16:creationId xmlns:a16="http://schemas.microsoft.com/office/drawing/2014/main" id="{006F4988-4EA7-4CE0-9F9B-C8A7D7B2B503}"/>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44" name="19-text-14">
            <a:extLst xmlns:a="http://schemas.openxmlformats.org/drawingml/2006/main">
              <a:ext uri="{FF2B5EF4-FFF2-40B4-BE49-F238E27FC236}">
                <a16:creationId xmlns:a16="http://schemas.microsoft.com/office/drawing/2014/main" id="{99B3E269-0592-448F-A0A8-4423B68335E5}"/>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45" name="19-text-15">
            <a:extLst xmlns:a="http://schemas.openxmlformats.org/drawingml/2006/main">
              <a:ext uri="{FF2B5EF4-FFF2-40B4-BE49-F238E27FC236}">
                <a16:creationId xmlns:a16="http://schemas.microsoft.com/office/drawing/2014/main" id="{5476C190-C73F-4DA4-9C45-90B63AD725B5}"/>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46" name="19-text-16">
            <a:extLst xmlns:a="http://schemas.openxmlformats.org/drawingml/2006/main">
              <a:ext uri="{FF2B5EF4-FFF2-40B4-BE49-F238E27FC236}">
                <a16:creationId xmlns:a16="http://schemas.microsoft.com/office/drawing/2014/main" id="{E588D88F-3606-4206-87B2-14C2B6CABDA1}"/>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47" name="narrative-number">
            <a:extLst xmlns:a="http://schemas.openxmlformats.org/drawingml/2006/main">
              <a:ext uri="{FF2B5EF4-FFF2-40B4-BE49-F238E27FC236}">
                <a16:creationId xmlns:a16="http://schemas.microsoft.com/office/drawing/2014/main" id="{CF617EE1-0C55-483D-BEC3-58D9CFAF3B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0401318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7"/>
                                        </p:tgtEl>
                                        <p:attrNameLst>
                                          <p:attrName>style.visibility</p:attrName>
                                        </p:attrNameLst>
                                      </p:cBhvr>
                                      <p:to>
                                        <p:strVal val="visible"/>
                                      </p:to>
                                    </p:set>
                                    <p:animEffect transition="in" filter="fade">
                                      <p:cBhvr>
                                        <p:cTn id="7" dur="300" fill="hold"/>
                                        <p:tgtEl>
                                          <p:spTgt spid="437"/>
                                        </p:tgtEl>
                                      </p:cBhvr>
                                    </p:animEffect>
                                  </p:childTnLst>
                                </p:cTn>
                              </p:par>
                              <p:par>
                                <p:cTn id="8" presetID="10" presetClass="entr" presetSubtype="0" fill="hold" nodeType="withEffect">
                                  <p:stCondLst>
                                    <p:cond delay="0"/>
                                  </p:stCondLst>
                                  <p:childTnLst>
                                    <p:set>
                                      <p:cBhvr>
                                        <p:cTn id="9" dur="1" fill="hold">
                                          <p:stCondLst>
                                            <p:cond delay="0"/>
                                          </p:stCondLst>
                                        </p:cTn>
                                        <p:tgtEl>
                                          <p:spTgt spid="438"/>
                                        </p:tgtEl>
                                        <p:attrNameLst>
                                          <p:attrName>style.visibility</p:attrName>
                                        </p:attrNameLst>
                                      </p:cBhvr>
                                      <p:to>
                                        <p:strVal val="visible"/>
                                      </p:to>
                                    </p:set>
                                    <p:animEffect transition="in" filter="fade">
                                      <p:cBhvr>
                                        <p:cTn id="10" dur="300" fill="hold"/>
                                        <p:tgtEl>
                                          <p:spTgt spid="438"/>
                                        </p:tgtEl>
                                      </p:cBhvr>
                                    </p:animEffect>
                                  </p:childTnLst>
                                </p:cTn>
                              </p:par>
                              <p:par>
                                <p:cTn id="11" presetID="10" presetClass="entr" presetSubtype="0" fill="hold" nodeType="withEffect">
                                  <p:stCondLst>
                                    <p:cond delay="0"/>
                                  </p:stCondLst>
                                  <p:childTnLst>
                                    <p:set>
                                      <p:cBhvr>
                                        <p:cTn id="12" dur="1" fill="hold">
                                          <p:stCondLst>
                                            <p:cond delay="0"/>
                                          </p:stCondLst>
                                        </p:cTn>
                                        <p:tgtEl>
                                          <p:spTgt spid="439"/>
                                        </p:tgtEl>
                                        <p:attrNameLst>
                                          <p:attrName>style.visibility</p:attrName>
                                        </p:attrNameLst>
                                      </p:cBhvr>
                                      <p:to>
                                        <p:strVal val="visible"/>
                                      </p:to>
                                    </p:set>
                                    <p:animEffect transition="in" filter="fade">
                                      <p:cBhvr>
                                        <p:cTn id="13" dur="300" fill="hold"/>
                                        <p:tgtEl>
                                          <p:spTgt spid="439"/>
                                        </p:tgtEl>
                                      </p:cBhvr>
                                    </p:animEffect>
                                  </p:childTnLst>
                                </p:cTn>
                              </p:par>
                              <p:par>
                                <p:cTn id="14" presetID="10" presetClass="entr" presetSubtype="0" fill="hold" nodeType="withEffect">
                                  <p:stCondLst>
                                    <p:cond delay="0"/>
                                  </p:stCondLst>
                                  <p:childTnLst>
                                    <p:set>
                                      <p:cBhvr>
                                        <p:cTn id="15" dur="1" fill="hold">
                                          <p:stCondLst>
                                            <p:cond delay="0"/>
                                          </p:stCondLst>
                                        </p:cTn>
                                        <p:tgtEl>
                                          <p:spTgt spid="440"/>
                                        </p:tgtEl>
                                        <p:attrNameLst>
                                          <p:attrName>style.visibility</p:attrName>
                                        </p:attrNameLst>
                                      </p:cBhvr>
                                      <p:to>
                                        <p:strVal val="visible"/>
                                      </p:to>
                                    </p:set>
                                    <p:animEffect transition="in" filter="fade">
                                      <p:cBhvr>
                                        <p:cTn id="16" dur="300" fill="hold"/>
                                        <p:tgtEl>
                                          <p:spTgt spid="440"/>
                                        </p:tgtEl>
                                      </p:cBhvr>
                                    </p:animEffect>
                                  </p:childTnLst>
                                </p:cTn>
                              </p:par>
                              <p:par>
                                <p:cTn id="17" presetID="1" presetClass="entr" presetSubtype="0" fill="hold" nodeType="withEffect">
                                  <p:stCondLst>
                                    <p:cond delay="0"/>
                                  </p:stCondLst>
                                  <p:childTnLst>
                                    <p:set>
                                      <p:cBhvr>
                                        <p:cTn id="18" dur="1" fill="hold">
                                          <p:stCondLst>
                                            <p:cond delay="0"/>
                                          </p:stCondLst>
                                        </p:cTn>
                                        <p:tgtEl>
                                          <p:spTgt spid="4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50" name="19b-image-1"/>
          <p:cNvPicPr>
            <a:picLocks xmlns:a="http://schemas.openxmlformats.org/drawingml/2006/main" noChangeAspect="1"/>
          </p:cNvPicPr>
          <p:nvPr/>
        </p:nvPicPr>
        <p:blipFill>
          <a:blip xmlns:r="http://schemas.openxmlformats.org/officeDocument/2006/relationships" xmlns:a="http://schemas.openxmlformats.org/drawingml/2006/main" r:embed="Rc769ea8dafb241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49" name="narrative-number">
            <a:extLst xmlns:a="http://schemas.openxmlformats.org/drawingml/2006/main">
              <a:ext uri="{FF2B5EF4-FFF2-40B4-BE49-F238E27FC236}">
                <a16:creationId xmlns:a16="http://schemas.microsoft.com/office/drawing/2014/main" id="{83F1D804-DA9C-469C-AC06-3D74B4A404D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376017051"/>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0" name="section-label">
            <a:extLst xmlns:a="http://schemas.openxmlformats.org/drawingml/2006/main">
              <a:ext uri="{FF2B5EF4-FFF2-40B4-BE49-F238E27FC236}">
                <a16:creationId xmlns:a16="http://schemas.microsoft.com/office/drawing/2014/main" id="{F9AF9B38-5BEC-43A5-93B6-F3AA78C452D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51" name="section-rule">
            <a:extLst xmlns:a="http://schemas.openxmlformats.org/drawingml/2006/main">
              <a:ext uri="{FF2B5EF4-FFF2-40B4-BE49-F238E27FC236}">
                <a16:creationId xmlns:a16="http://schemas.microsoft.com/office/drawing/2014/main" id="{D9C616E1-CEA7-446A-BDF1-0EA9266444C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2" name="section-title">
            <a:extLst xmlns:a="http://schemas.openxmlformats.org/drawingml/2006/main">
              <a:ext uri="{FF2B5EF4-FFF2-40B4-BE49-F238E27FC236}">
                <a16:creationId xmlns:a16="http://schemas.microsoft.com/office/drawing/2014/main" id="{DE80F0BA-6D99-480D-B58A-C8B334F4F44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53" name="narrative-number">
            <a:extLst xmlns:a="http://schemas.openxmlformats.org/drawingml/2006/main">
              <a:ext uri="{FF2B5EF4-FFF2-40B4-BE49-F238E27FC236}">
                <a16:creationId xmlns:a16="http://schemas.microsoft.com/office/drawing/2014/main" id="{EB4D690E-1F90-47FA-96C9-EEEAAE06C7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215106239"/>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4" name="!!area-name">
            <a:extLst xmlns:a="http://schemas.openxmlformats.org/drawingml/2006/main">
              <a:ext uri="{FF2B5EF4-FFF2-40B4-BE49-F238E27FC236}">
                <a16:creationId xmlns:a16="http://schemas.microsoft.com/office/drawing/2014/main" id="{DC3DAC93-34D5-4166-9026-7DB78910C54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61" name="mini-map"/>
          <p:cNvPicPr>
            <a:picLocks xmlns:a="http://schemas.openxmlformats.org/drawingml/2006/main" noChangeAspect="1"/>
          </p:cNvPicPr>
          <p:nvPr/>
        </p:nvPicPr>
        <p:blipFill>
          <a:blip xmlns:r="http://schemas.openxmlformats.org/officeDocument/2006/relationships" xmlns:a="http://schemas.openxmlformats.org/drawingml/2006/main" r:embed="R2de7deee08044c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6" name="slide-title">
            <a:extLst xmlns:a="http://schemas.openxmlformats.org/drawingml/2006/main">
              <a:ext uri="{FF2B5EF4-FFF2-40B4-BE49-F238E27FC236}">
                <a16:creationId xmlns:a16="http://schemas.microsoft.com/office/drawing/2014/main" id="{A396E68D-93BD-43E1-96CA-C208A996CF3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57" name="header-divider">
            <a:extLst xmlns:a="http://schemas.openxmlformats.org/drawingml/2006/main">
              <a:ext uri="{FF2B5EF4-FFF2-40B4-BE49-F238E27FC236}">
                <a16:creationId xmlns:a16="http://schemas.microsoft.com/office/drawing/2014/main" id="{51D97825-D7E4-47B5-B8BF-796E7442EE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4"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9" name="narrative-number">
            <a:extLst xmlns:a="http://schemas.openxmlformats.org/drawingml/2006/main">
              <a:ext uri="{FF2B5EF4-FFF2-40B4-BE49-F238E27FC236}">
                <a16:creationId xmlns:a16="http://schemas.microsoft.com/office/drawing/2014/main" id="{F5071723-0B61-4416-9052-A48B55B2D3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165743156"/>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0" name="!!area-name">
            <a:extLst xmlns:a="http://schemas.openxmlformats.org/drawingml/2006/main">
              <a:ext uri="{FF2B5EF4-FFF2-40B4-BE49-F238E27FC236}">
                <a16:creationId xmlns:a16="http://schemas.microsoft.com/office/drawing/2014/main" id="{F08D5B78-C5D0-41F6-A9CD-59C8663B38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ac3930827a224c7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2" name="slide-title">
            <a:extLst xmlns:a="http://schemas.openxmlformats.org/drawingml/2006/main">
              <a:ext uri="{FF2B5EF4-FFF2-40B4-BE49-F238E27FC236}">
                <a16:creationId xmlns:a16="http://schemas.microsoft.com/office/drawing/2014/main" id="{0CFDEA5A-74F7-4FD7-905B-B488CA17C5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63" name="header-divider">
            <a:extLst xmlns:a="http://schemas.openxmlformats.org/drawingml/2006/main">
              <a:ext uri="{FF2B5EF4-FFF2-40B4-BE49-F238E27FC236}">
                <a16:creationId xmlns:a16="http://schemas.microsoft.com/office/drawing/2014/main" id="{77E2961F-D2CF-4FBE-A622-21856B6777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4" name="21-text-2">
            <a:extLst xmlns:a="http://schemas.openxmlformats.org/drawingml/2006/main">
              <a:ext uri="{FF2B5EF4-FFF2-40B4-BE49-F238E27FC236}">
                <a16:creationId xmlns:a16="http://schemas.microsoft.com/office/drawing/2014/main" id="{BF1E9F35-409D-42C8-A53D-D3C8E8332107}"/>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65" name="21-text-3">
            <a:extLst xmlns:a="http://schemas.openxmlformats.org/drawingml/2006/main">
              <a:ext uri="{FF2B5EF4-FFF2-40B4-BE49-F238E27FC236}">
                <a16:creationId xmlns:a16="http://schemas.microsoft.com/office/drawing/2014/main" id="{F205EDA3-B3AF-4F19-8307-BE6E44310F2F}"/>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66" name="21-text-4">
            <a:extLst xmlns:a="http://schemas.openxmlformats.org/drawingml/2006/main">
              <a:ext uri="{FF2B5EF4-FFF2-40B4-BE49-F238E27FC236}">
                <a16:creationId xmlns:a16="http://schemas.microsoft.com/office/drawing/2014/main" id="{5B933E87-BC21-4A4B-8F56-CCAEA69AFAB7}"/>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67" name="narrative-number">
            <a:extLst xmlns:a="http://schemas.openxmlformats.org/drawingml/2006/main">
              <a:ext uri="{FF2B5EF4-FFF2-40B4-BE49-F238E27FC236}">
                <a16:creationId xmlns:a16="http://schemas.microsoft.com/office/drawing/2014/main" id="{B611BEF5-81EA-4DAE-9492-F5515628C1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323170431"/>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area-name">
            <a:extLst xmlns:a="http://schemas.openxmlformats.org/drawingml/2006/main">
              <a:ext uri="{FF2B5EF4-FFF2-40B4-BE49-F238E27FC236}">
                <a16:creationId xmlns:a16="http://schemas.microsoft.com/office/drawing/2014/main" id="{E5A1BDF4-17A4-4445-8520-7FC69903218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84" name="mini-map"/>
          <p:cNvPicPr>
            <a:picLocks xmlns:a="http://schemas.openxmlformats.org/drawingml/2006/main" noChangeAspect="1"/>
          </p:cNvPicPr>
          <p:nvPr/>
        </p:nvPicPr>
        <p:blipFill>
          <a:blip xmlns:r="http://schemas.openxmlformats.org/officeDocument/2006/relationships" xmlns:a="http://schemas.openxmlformats.org/drawingml/2006/main" r:embed="R11a8328c90134ec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0" name="slide-title">
            <a:extLst xmlns:a="http://schemas.openxmlformats.org/drawingml/2006/main">
              <a:ext uri="{FF2B5EF4-FFF2-40B4-BE49-F238E27FC236}">
                <a16:creationId xmlns:a16="http://schemas.microsoft.com/office/drawing/2014/main" id="{8D6BCEE3-F5CD-49C9-B07E-FF4F23D897C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71" name="header-divider">
            <a:extLst xmlns:a="http://schemas.openxmlformats.org/drawingml/2006/main">
              <a:ext uri="{FF2B5EF4-FFF2-40B4-BE49-F238E27FC236}">
                <a16:creationId xmlns:a16="http://schemas.microsoft.com/office/drawing/2014/main" id="{497F8D2E-5CF6-4982-A45F-889826BAD7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2" name="22-text-1">
            <a:extLst xmlns:a="http://schemas.openxmlformats.org/drawingml/2006/main">
              <a:ext uri="{FF2B5EF4-FFF2-40B4-BE49-F238E27FC236}">
                <a16:creationId xmlns:a16="http://schemas.microsoft.com/office/drawing/2014/main" id="{8CCBD175-59CD-49A3-B1FC-1960D45DD1EF}"/>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73" name="22-line-3">
            <a:extLst xmlns:a="http://schemas.openxmlformats.org/drawingml/2006/main">
              <a:ext uri="{FF2B5EF4-FFF2-40B4-BE49-F238E27FC236}">
                <a16:creationId xmlns:a16="http://schemas.microsoft.com/office/drawing/2014/main" id="{EB02D93E-FC4A-47CE-AE9C-F161E864976F}"/>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4" name="22-text-4">
            <a:extLst xmlns:a="http://schemas.openxmlformats.org/drawingml/2006/main">
              <a:ext uri="{FF2B5EF4-FFF2-40B4-BE49-F238E27FC236}">
                <a16:creationId xmlns:a16="http://schemas.microsoft.com/office/drawing/2014/main" id="{6A8D9181-60AC-4C61-8BCE-CB473C57BD2C}"/>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75" name="22-text-5">
            <a:extLst xmlns:a="http://schemas.openxmlformats.org/drawingml/2006/main">
              <a:ext uri="{FF2B5EF4-FFF2-40B4-BE49-F238E27FC236}">
                <a16:creationId xmlns:a16="http://schemas.microsoft.com/office/drawing/2014/main" id="{BAF9A02B-F97D-427A-AE27-A8A721D017EE}"/>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76" name="22-line-7">
            <a:extLst xmlns:a="http://schemas.openxmlformats.org/drawingml/2006/main">
              <a:ext uri="{FF2B5EF4-FFF2-40B4-BE49-F238E27FC236}">
                <a16:creationId xmlns:a16="http://schemas.microsoft.com/office/drawing/2014/main" id="{04C498AF-8D3C-43BB-8635-A06AAE4B5ED5}"/>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77" name="22-text-8">
            <a:extLst xmlns:a="http://schemas.openxmlformats.org/drawingml/2006/main">
              <a:ext uri="{FF2B5EF4-FFF2-40B4-BE49-F238E27FC236}">
                <a16:creationId xmlns:a16="http://schemas.microsoft.com/office/drawing/2014/main" id="{C7F02699-93D5-4495-9E1B-DF2451C6F9F5}"/>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78" name="22-text-9">
            <a:extLst xmlns:a="http://schemas.openxmlformats.org/drawingml/2006/main">
              <a:ext uri="{FF2B5EF4-FFF2-40B4-BE49-F238E27FC236}">
                <a16:creationId xmlns:a16="http://schemas.microsoft.com/office/drawing/2014/main" id="{ACDE60F3-C51F-4653-8730-F2DD1D1946A8}"/>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79" name="22-line-11">
            <a:extLst xmlns:a="http://schemas.openxmlformats.org/drawingml/2006/main">
              <a:ext uri="{FF2B5EF4-FFF2-40B4-BE49-F238E27FC236}">
                <a16:creationId xmlns:a16="http://schemas.microsoft.com/office/drawing/2014/main" id="{5762370B-57EF-4480-B1D9-226C14678A60}"/>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80" name="22-text-12">
            <a:extLst xmlns:a="http://schemas.openxmlformats.org/drawingml/2006/main">
              <a:ext uri="{FF2B5EF4-FFF2-40B4-BE49-F238E27FC236}">
                <a16:creationId xmlns:a16="http://schemas.microsoft.com/office/drawing/2014/main" id="{B659587F-CB20-434C-99EA-02E1B849F5D2}"/>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81" name="22-text-13">
            <a:extLst xmlns:a="http://schemas.openxmlformats.org/drawingml/2006/main">
              <a:ext uri="{FF2B5EF4-FFF2-40B4-BE49-F238E27FC236}">
                <a16:creationId xmlns:a16="http://schemas.microsoft.com/office/drawing/2014/main" id="{BEE81E6D-7C2B-49DF-8273-FAD22E9F1603}"/>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82" name="narrative-number">
            <a:extLst xmlns:a="http://schemas.openxmlformats.org/drawingml/2006/main">
              <a:ext uri="{FF2B5EF4-FFF2-40B4-BE49-F238E27FC236}">
                <a16:creationId xmlns:a16="http://schemas.microsoft.com/office/drawing/2014/main" id="{9D0109A1-C821-4818-BA34-5395D71A57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84107944"/>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area-name">
            <a:extLst xmlns:a="http://schemas.openxmlformats.org/drawingml/2006/main">
              <a:ext uri="{FF2B5EF4-FFF2-40B4-BE49-F238E27FC236}">
                <a16:creationId xmlns:a16="http://schemas.microsoft.com/office/drawing/2014/main" id="{0B975280-8F2A-44A8-842E-A88EA08B47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6c5d7f4124f443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5" name="header-divider">
            <a:extLst xmlns:a="http://schemas.openxmlformats.org/drawingml/2006/main">
              <a:ext uri="{FF2B5EF4-FFF2-40B4-BE49-F238E27FC236}">
                <a16:creationId xmlns:a16="http://schemas.microsoft.com/office/drawing/2014/main" id="{BB251BA6-822A-4BEF-B7FC-1F03439EDE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22b-text-1">
            <a:extLst xmlns:a="http://schemas.openxmlformats.org/drawingml/2006/main">
              <a:ext uri="{FF2B5EF4-FFF2-40B4-BE49-F238E27FC236}">
                <a16:creationId xmlns:a16="http://schemas.microsoft.com/office/drawing/2014/main" id="{E1943904-CFD3-4498-863D-94A3E5A9EC18}"/>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87" name="22b-text-2">
            <a:extLst xmlns:a="http://schemas.openxmlformats.org/drawingml/2006/main">
              <a:ext uri="{FF2B5EF4-FFF2-40B4-BE49-F238E27FC236}">
                <a16:creationId xmlns:a16="http://schemas.microsoft.com/office/drawing/2014/main" id="{ED50663B-20E4-4BB0-B6C1-28A1EA72E24F}"/>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88" name="22b-text-3">
            <a:extLst xmlns:a="http://schemas.openxmlformats.org/drawingml/2006/main">
              <a:ext uri="{FF2B5EF4-FFF2-40B4-BE49-F238E27FC236}">
                <a16:creationId xmlns:a16="http://schemas.microsoft.com/office/drawing/2014/main" id="{7B2BCEA6-2E98-41EE-8228-2F9BDF55FD3B}"/>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89" name="22b-text-4">
            <a:extLst xmlns:a="http://schemas.openxmlformats.org/drawingml/2006/main">
              <a:ext uri="{FF2B5EF4-FFF2-40B4-BE49-F238E27FC236}">
                <a16:creationId xmlns:a16="http://schemas.microsoft.com/office/drawing/2014/main" id="{9E4B63A8-F274-48E6-8B9D-8B9C45922AD5}"/>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90" name="22b-text-5">
            <a:extLst xmlns:a="http://schemas.openxmlformats.org/drawingml/2006/main">
              <a:ext uri="{FF2B5EF4-FFF2-40B4-BE49-F238E27FC236}">
                <a16:creationId xmlns:a16="http://schemas.microsoft.com/office/drawing/2014/main" id="{C0A9D264-249D-44A3-8956-D72B007D3348}"/>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91" name="22b-text-6">
            <a:extLst xmlns:a="http://schemas.openxmlformats.org/drawingml/2006/main">
              <a:ext uri="{FF2B5EF4-FFF2-40B4-BE49-F238E27FC236}">
                <a16:creationId xmlns:a16="http://schemas.microsoft.com/office/drawing/2014/main" id="{F1CA85AC-9E5F-47F3-98C5-85545BCB38E5}"/>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92" name="22b-text-7">
            <a:extLst xmlns:a="http://schemas.openxmlformats.org/drawingml/2006/main">
              <a:ext uri="{FF2B5EF4-FFF2-40B4-BE49-F238E27FC236}">
                <a16:creationId xmlns:a16="http://schemas.microsoft.com/office/drawing/2014/main" id="{55A1B03F-1CD5-445C-B533-52CA0D9044C9}"/>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93" name="22b-text-8">
            <a:extLst xmlns:a="http://schemas.openxmlformats.org/drawingml/2006/main">
              <a:ext uri="{FF2B5EF4-FFF2-40B4-BE49-F238E27FC236}">
                <a16:creationId xmlns:a16="http://schemas.microsoft.com/office/drawing/2014/main" id="{B7017316-0609-4170-9691-DC7A43817EDB}"/>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94" name="narrative-number">
            <a:extLst xmlns:a="http://schemas.openxmlformats.org/drawingml/2006/main">
              <a:ext uri="{FF2B5EF4-FFF2-40B4-BE49-F238E27FC236}">
                <a16:creationId xmlns:a16="http://schemas.microsoft.com/office/drawing/2014/main" id="{052E24A4-7D90-434B-91F6-1AFC266380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70998434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A7ECFED4-7668-48AB-8D19-C8561F8E97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03" name="mini-map"/>
          <p:cNvPicPr>
            <a:picLocks xmlns:a="http://schemas.openxmlformats.org/drawingml/2006/main" noChangeAspect="1"/>
          </p:cNvPicPr>
          <p:nvPr/>
        </p:nvPicPr>
        <p:blipFill>
          <a:blip xmlns:r="http://schemas.openxmlformats.org/officeDocument/2006/relationships" xmlns:a="http://schemas.openxmlformats.org/drawingml/2006/main" r:embed="R30f67322769441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header-divider">
            <a:extLst xmlns:a="http://schemas.openxmlformats.org/drawingml/2006/main">
              <a:ext uri="{FF2B5EF4-FFF2-40B4-BE49-F238E27FC236}">
                <a16:creationId xmlns:a16="http://schemas.microsoft.com/office/drawing/2014/main" id="{A9915AC8-F6FB-4C7F-895B-3D1360BB9E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8" name="22b-text-1">
            <a:extLst xmlns:a="http://schemas.openxmlformats.org/drawingml/2006/main">
              <a:ext uri="{FF2B5EF4-FFF2-40B4-BE49-F238E27FC236}">
                <a16:creationId xmlns:a16="http://schemas.microsoft.com/office/drawing/2014/main" id="{C9D997C9-A394-49FD-86B2-EE30646E137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99" name="22b-text-9">
            <a:extLst xmlns:a="http://schemas.openxmlformats.org/drawingml/2006/main">
              <a:ext uri="{FF2B5EF4-FFF2-40B4-BE49-F238E27FC236}">
                <a16:creationId xmlns:a16="http://schemas.microsoft.com/office/drawing/2014/main" id="{21371C8B-D469-4B15-A059-22A5DB194E1A}"/>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00" name="22b-text-10">
            <a:extLst xmlns:a="http://schemas.openxmlformats.org/drawingml/2006/main">
              <a:ext uri="{FF2B5EF4-FFF2-40B4-BE49-F238E27FC236}">
                <a16:creationId xmlns:a16="http://schemas.microsoft.com/office/drawing/2014/main" id="{D0DEDEC6-085D-4A37-B5A8-94CDB50C7806}"/>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01" name="narrative-number">
            <a:extLst xmlns:a="http://schemas.openxmlformats.org/drawingml/2006/main">
              <a:ext uri="{FF2B5EF4-FFF2-40B4-BE49-F238E27FC236}">
                <a16:creationId xmlns:a16="http://schemas.microsoft.com/office/drawing/2014/main" id="{79AF004E-1D4B-479A-9336-4E6E0DFFFE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414116091"/>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2" name="!!area-name">
            <a:extLst xmlns:a="http://schemas.openxmlformats.org/drawingml/2006/main">
              <a:ext uri="{FF2B5EF4-FFF2-40B4-BE49-F238E27FC236}">
                <a16:creationId xmlns:a16="http://schemas.microsoft.com/office/drawing/2014/main" id="{F6D9B793-C5D7-43A6-AF90-31C1C456BBC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03" name="header-divider">
            <a:extLst xmlns:a="http://schemas.openxmlformats.org/drawingml/2006/main">
              <a:ext uri="{FF2B5EF4-FFF2-40B4-BE49-F238E27FC236}">
                <a16:creationId xmlns:a16="http://schemas.microsoft.com/office/drawing/2014/main" id="{A36D26A6-127E-4942-80BB-AF7FE87DAC06}"/>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4" name="23-shape-1">
            <a:extLst xmlns:a="http://schemas.openxmlformats.org/drawingml/2006/main">
              <a:ext uri="{FF2B5EF4-FFF2-40B4-BE49-F238E27FC236}">
                <a16:creationId xmlns:a16="http://schemas.microsoft.com/office/drawing/2014/main" id="{F87D1FFC-72D2-4B4C-8EC1-776A4AE97E05}"/>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5" name="23-shape-2">
            <a:extLst xmlns:a="http://schemas.openxmlformats.org/drawingml/2006/main">
              <a:ext uri="{FF2B5EF4-FFF2-40B4-BE49-F238E27FC236}">
                <a16:creationId xmlns:a16="http://schemas.microsoft.com/office/drawing/2014/main" id="{6DF96E0B-522A-4FE3-934B-FAC50D90BC5E}"/>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06" name="23-text-3">
            <a:extLst xmlns:a="http://schemas.openxmlformats.org/drawingml/2006/main">
              <a:ext uri="{FF2B5EF4-FFF2-40B4-BE49-F238E27FC236}">
                <a16:creationId xmlns:a16="http://schemas.microsoft.com/office/drawing/2014/main" id="{31EBEEE2-E4F9-4CDF-A8B2-CBAE6274FD28}"/>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07" name="23-text-4">
            <a:extLst xmlns:a="http://schemas.openxmlformats.org/drawingml/2006/main">
              <a:ext uri="{FF2B5EF4-FFF2-40B4-BE49-F238E27FC236}">
                <a16:creationId xmlns:a16="http://schemas.microsoft.com/office/drawing/2014/main" id="{6476639F-4194-4993-A705-ECD687197B1F}"/>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08" name="23-shape-5">
            <a:extLst xmlns:a="http://schemas.openxmlformats.org/drawingml/2006/main">
              <a:ext uri="{FF2B5EF4-FFF2-40B4-BE49-F238E27FC236}">
                <a16:creationId xmlns:a16="http://schemas.microsoft.com/office/drawing/2014/main" id="{6F05F931-7AC8-4ACF-9B3C-F4E22E6B5572}"/>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9" name="23-shape-6">
            <a:extLst xmlns:a="http://schemas.openxmlformats.org/drawingml/2006/main">
              <a:ext uri="{FF2B5EF4-FFF2-40B4-BE49-F238E27FC236}">
                <a16:creationId xmlns:a16="http://schemas.microsoft.com/office/drawing/2014/main" id="{6906EC47-5930-461D-B6DA-D80FDF1DE77C}"/>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0" name="23-text-7">
            <a:extLst xmlns:a="http://schemas.openxmlformats.org/drawingml/2006/main">
              <a:ext uri="{FF2B5EF4-FFF2-40B4-BE49-F238E27FC236}">
                <a16:creationId xmlns:a16="http://schemas.microsoft.com/office/drawing/2014/main" id="{3798F582-57C3-4C73-9ECB-C2EE025AEFF0}"/>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11" name="23-text-8">
            <a:extLst xmlns:a="http://schemas.openxmlformats.org/drawingml/2006/main">
              <a:ext uri="{FF2B5EF4-FFF2-40B4-BE49-F238E27FC236}">
                <a16:creationId xmlns:a16="http://schemas.microsoft.com/office/drawing/2014/main" id="{CEC68AF6-8B90-4C45-A899-027D0934748C}"/>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12" name="23-shape-9">
            <a:extLst xmlns:a="http://schemas.openxmlformats.org/drawingml/2006/main">
              <a:ext uri="{FF2B5EF4-FFF2-40B4-BE49-F238E27FC236}">
                <a16:creationId xmlns:a16="http://schemas.microsoft.com/office/drawing/2014/main" id="{6158A9CF-2428-44E3-B141-875A70E099DC}"/>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3" name="23-shape-10">
            <a:extLst xmlns:a="http://schemas.openxmlformats.org/drawingml/2006/main">
              <a:ext uri="{FF2B5EF4-FFF2-40B4-BE49-F238E27FC236}">
                <a16:creationId xmlns:a16="http://schemas.microsoft.com/office/drawing/2014/main" id="{C129137D-DDB5-4104-8DEB-A1E2E62ED4FA}"/>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4" name="23-text-11">
            <a:extLst xmlns:a="http://schemas.openxmlformats.org/drawingml/2006/main">
              <a:ext uri="{FF2B5EF4-FFF2-40B4-BE49-F238E27FC236}">
                <a16:creationId xmlns:a16="http://schemas.microsoft.com/office/drawing/2014/main" id="{5B593457-7C33-4C9A-B1E1-C1B45B74DDDF}"/>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15" name="23-text-12">
            <a:extLst xmlns:a="http://schemas.openxmlformats.org/drawingml/2006/main">
              <a:ext uri="{FF2B5EF4-FFF2-40B4-BE49-F238E27FC236}">
                <a16:creationId xmlns:a16="http://schemas.microsoft.com/office/drawing/2014/main" id="{910C3178-3F5E-4F64-94CF-001260B83200}"/>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16" name="23-shape-13">
            <a:extLst xmlns:a="http://schemas.openxmlformats.org/drawingml/2006/main">
              <a:ext uri="{FF2B5EF4-FFF2-40B4-BE49-F238E27FC236}">
                <a16:creationId xmlns:a16="http://schemas.microsoft.com/office/drawing/2014/main" id="{DC0E6E81-4B5A-4797-B32B-2ABC817715C7}"/>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7" name="23-shape-14">
            <a:extLst xmlns:a="http://schemas.openxmlformats.org/drawingml/2006/main">
              <a:ext uri="{FF2B5EF4-FFF2-40B4-BE49-F238E27FC236}">
                <a16:creationId xmlns:a16="http://schemas.microsoft.com/office/drawing/2014/main" id="{C1A9463F-CC6B-43E9-BEFE-310DD68B6DA8}"/>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8" name="23-text-15">
            <a:extLst xmlns:a="http://schemas.openxmlformats.org/drawingml/2006/main">
              <a:ext uri="{FF2B5EF4-FFF2-40B4-BE49-F238E27FC236}">
                <a16:creationId xmlns:a16="http://schemas.microsoft.com/office/drawing/2014/main" id="{1E95776D-9092-4C40-8BE5-4071909C852D}"/>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19" name="23-text-16">
            <a:extLst xmlns:a="http://schemas.openxmlformats.org/drawingml/2006/main">
              <a:ext uri="{FF2B5EF4-FFF2-40B4-BE49-F238E27FC236}">
                <a16:creationId xmlns:a16="http://schemas.microsoft.com/office/drawing/2014/main" id="{84AB9FB5-5BD6-4860-9C4A-CBDF94C428C1}"/>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20" name="23-shape-17">
            <a:extLst xmlns:a="http://schemas.openxmlformats.org/drawingml/2006/main">
              <a:ext uri="{FF2B5EF4-FFF2-40B4-BE49-F238E27FC236}">
                <a16:creationId xmlns:a16="http://schemas.microsoft.com/office/drawing/2014/main" id="{28266705-D6D1-40F1-8AC2-A4511730FDFE}"/>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1" name="23-shape-18">
            <a:extLst xmlns:a="http://schemas.openxmlformats.org/drawingml/2006/main">
              <a:ext uri="{FF2B5EF4-FFF2-40B4-BE49-F238E27FC236}">
                <a16:creationId xmlns:a16="http://schemas.microsoft.com/office/drawing/2014/main" id="{43E5B555-8D8E-4300-949D-7B33A2414281}"/>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22" name="23-text-19">
            <a:extLst xmlns:a="http://schemas.openxmlformats.org/drawingml/2006/main">
              <a:ext uri="{FF2B5EF4-FFF2-40B4-BE49-F238E27FC236}">
                <a16:creationId xmlns:a16="http://schemas.microsoft.com/office/drawing/2014/main" id="{7044A741-8B89-4E40-9F02-03CE8EEB2CFB}"/>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23" name="23-text-20">
            <a:extLst xmlns:a="http://schemas.openxmlformats.org/drawingml/2006/main">
              <a:ext uri="{FF2B5EF4-FFF2-40B4-BE49-F238E27FC236}">
                <a16:creationId xmlns:a16="http://schemas.microsoft.com/office/drawing/2014/main" id="{528903BE-CF05-4D8D-AECF-57CC4742BBDC}"/>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24" name="23-shape-21">
            <a:extLst xmlns:a="http://schemas.openxmlformats.org/drawingml/2006/main">
              <a:ext uri="{FF2B5EF4-FFF2-40B4-BE49-F238E27FC236}">
                <a16:creationId xmlns:a16="http://schemas.microsoft.com/office/drawing/2014/main" id="{48A2E8A8-A930-4987-9B2E-FD566A0CB7FF}"/>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23-shape-22">
            <a:extLst xmlns:a="http://schemas.openxmlformats.org/drawingml/2006/main">
              <a:ext uri="{FF2B5EF4-FFF2-40B4-BE49-F238E27FC236}">
                <a16:creationId xmlns:a16="http://schemas.microsoft.com/office/drawing/2014/main" id="{6F307D49-5979-41A4-8292-398C6592E45D}"/>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26" name="23-text-23">
            <a:extLst xmlns:a="http://schemas.openxmlformats.org/drawingml/2006/main">
              <a:ext uri="{FF2B5EF4-FFF2-40B4-BE49-F238E27FC236}">
                <a16:creationId xmlns:a16="http://schemas.microsoft.com/office/drawing/2014/main" id="{C9562AF9-BC21-469C-A3D3-8750B45386E2}"/>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27" name="23-text-24">
            <a:extLst xmlns:a="http://schemas.openxmlformats.org/drawingml/2006/main">
              <a:ext uri="{FF2B5EF4-FFF2-40B4-BE49-F238E27FC236}">
                <a16:creationId xmlns:a16="http://schemas.microsoft.com/office/drawing/2014/main" id="{F4E28008-F234-4750-83C7-7550DF171E2B}"/>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28" name="narrative-number">
            <a:extLst xmlns:a="http://schemas.openxmlformats.org/drawingml/2006/main">
              <a:ext uri="{FF2B5EF4-FFF2-40B4-BE49-F238E27FC236}">
                <a16:creationId xmlns:a16="http://schemas.microsoft.com/office/drawing/2014/main" id="{493C4793-4304-4E44-86AA-A915F1062F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9778005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8AA16F7D-CA1D-4A69-A96B-87676CD1B4D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47" name="mini-map"/>
          <p:cNvPicPr>
            <a:picLocks xmlns:a="http://schemas.openxmlformats.org/drawingml/2006/main" noChangeAspect="1"/>
          </p:cNvPicPr>
          <p:nvPr/>
        </p:nvPicPr>
        <p:blipFill>
          <a:blip xmlns:r="http://schemas.openxmlformats.org/officeDocument/2006/relationships" xmlns:a="http://schemas.openxmlformats.org/drawingml/2006/main" r:embed="R3d16b1a82ce248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1" name="slide-title">
            <a:extLst xmlns:a="http://schemas.openxmlformats.org/drawingml/2006/main">
              <a:ext uri="{FF2B5EF4-FFF2-40B4-BE49-F238E27FC236}">
                <a16:creationId xmlns:a16="http://schemas.microsoft.com/office/drawing/2014/main" id="{27139272-62AD-41AE-864A-D20F9F7D4B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32" name="header-divider">
            <a:extLst xmlns:a="http://schemas.openxmlformats.org/drawingml/2006/main">
              <a:ext uri="{FF2B5EF4-FFF2-40B4-BE49-F238E27FC236}">
                <a16:creationId xmlns:a16="http://schemas.microsoft.com/office/drawing/2014/main" id="{95587122-AB7B-46D8-8FBC-92DF93157A4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3" name="24-shape-1">
            <a:extLst xmlns:a="http://schemas.openxmlformats.org/drawingml/2006/main">
              <a:ext uri="{FF2B5EF4-FFF2-40B4-BE49-F238E27FC236}">
                <a16:creationId xmlns:a16="http://schemas.microsoft.com/office/drawing/2014/main" id="{9E1CB67B-F5B3-4A3D-8032-0ADFC8B400E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4" name="24-text-2">
            <a:extLst xmlns:a="http://schemas.openxmlformats.org/drawingml/2006/main">
              <a:ext uri="{FF2B5EF4-FFF2-40B4-BE49-F238E27FC236}">
                <a16:creationId xmlns:a16="http://schemas.microsoft.com/office/drawing/2014/main" id="{407F4B48-7EE7-4186-BDAD-4937B68D32AB}"/>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35" name="24-text-3">
            <a:extLst xmlns:a="http://schemas.openxmlformats.org/drawingml/2006/main">
              <a:ext uri="{FF2B5EF4-FFF2-40B4-BE49-F238E27FC236}">
                <a16:creationId xmlns:a16="http://schemas.microsoft.com/office/drawing/2014/main" id="{C79743C1-CE68-4801-8C4B-3628F1DB3D68}"/>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536" name="24-shape-4">
            <a:extLst xmlns:a="http://schemas.openxmlformats.org/drawingml/2006/main">
              <a:ext uri="{FF2B5EF4-FFF2-40B4-BE49-F238E27FC236}">
                <a16:creationId xmlns:a16="http://schemas.microsoft.com/office/drawing/2014/main" id="{E5D82B6F-BD21-46F6-9BFB-C59C7134B9D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7" name="24-text-5">
            <a:extLst xmlns:a="http://schemas.openxmlformats.org/drawingml/2006/main">
              <a:ext uri="{FF2B5EF4-FFF2-40B4-BE49-F238E27FC236}">
                <a16:creationId xmlns:a16="http://schemas.microsoft.com/office/drawing/2014/main" id="{94972255-2A53-43F4-AAFC-09905B99762D}"/>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38" name="24-text-6">
            <a:extLst xmlns:a="http://schemas.openxmlformats.org/drawingml/2006/main">
              <a:ext uri="{FF2B5EF4-FFF2-40B4-BE49-F238E27FC236}">
                <a16:creationId xmlns:a16="http://schemas.microsoft.com/office/drawing/2014/main" id="{0AF3E93D-3589-4836-9922-DF3CBB4C4E2C}"/>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539" name="24-shape-7">
            <a:extLst xmlns:a="http://schemas.openxmlformats.org/drawingml/2006/main">
              <a:ext uri="{FF2B5EF4-FFF2-40B4-BE49-F238E27FC236}">
                <a16:creationId xmlns:a16="http://schemas.microsoft.com/office/drawing/2014/main" id="{B4F4D02E-FFDE-480C-85BF-A2AECBAFFFF1}"/>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40" name="24-text-8">
            <a:extLst xmlns:a="http://schemas.openxmlformats.org/drawingml/2006/main">
              <a:ext uri="{FF2B5EF4-FFF2-40B4-BE49-F238E27FC236}">
                <a16:creationId xmlns:a16="http://schemas.microsoft.com/office/drawing/2014/main" id="{0DC3ED07-5222-4007-8C10-63402C3E89E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41" name="24-text-9">
            <a:extLst xmlns:a="http://schemas.openxmlformats.org/drawingml/2006/main">
              <a:ext uri="{FF2B5EF4-FFF2-40B4-BE49-F238E27FC236}">
                <a16:creationId xmlns:a16="http://schemas.microsoft.com/office/drawing/2014/main" id="{DBE72202-81E3-4DF1-8AC0-6808B4DC3F5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42" name="24-shape-10">
            <a:extLst xmlns:a="http://schemas.openxmlformats.org/drawingml/2006/main">
              <a:ext uri="{FF2B5EF4-FFF2-40B4-BE49-F238E27FC236}">
                <a16:creationId xmlns:a16="http://schemas.microsoft.com/office/drawing/2014/main" id="{C362D888-D1A4-427E-B682-DA7DC2860F9D}"/>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43" name="24-text-11">
            <a:extLst xmlns:a="http://schemas.openxmlformats.org/drawingml/2006/main">
              <a:ext uri="{FF2B5EF4-FFF2-40B4-BE49-F238E27FC236}">
                <a16:creationId xmlns:a16="http://schemas.microsoft.com/office/drawing/2014/main" id="{3EA83649-8F2C-4ACC-899C-C7F897121B0D}"/>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44" name="24-text-12">
            <a:extLst xmlns:a="http://schemas.openxmlformats.org/drawingml/2006/main">
              <a:ext uri="{FF2B5EF4-FFF2-40B4-BE49-F238E27FC236}">
                <a16:creationId xmlns:a16="http://schemas.microsoft.com/office/drawing/2014/main" id="{F1C6C280-3EA3-4786-AF45-E8304889CDFE}"/>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45" name="narrative-number">
            <a:extLst xmlns:a="http://schemas.openxmlformats.org/drawingml/2006/main">
              <a:ext uri="{FF2B5EF4-FFF2-40B4-BE49-F238E27FC236}">
                <a16:creationId xmlns:a16="http://schemas.microsoft.com/office/drawing/2014/main" id="{922466F2-E520-455E-94B2-BBEF5B956C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858702347"/>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6" name="!!area-name">
            <a:extLst xmlns:a="http://schemas.openxmlformats.org/drawingml/2006/main">
              <a:ext uri="{FF2B5EF4-FFF2-40B4-BE49-F238E27FC236}">
                <a16:creationId xmlns:a16="http://schemas.microsoft.com/office/drawing/2014/main" id="{6212192C-FBE7-4309-89FF-338C18E096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56" name="mini-map"/>
          <p:cNvPicPr>
            <a:picLocks xmlns:a="http://schemas.openxmlformats.org/drawingml/2006/main" noChangeAspect="1"/>
          </p:cNvPicPr>
          <p:nvPr/>
        </p:nvPicPr>
        <p:blipFill>
          <a:blip xmlns:r="http://schemas.openxmlformats.org/officeDocument/2006/relationships" xmlns:a="http://schemas.openxmlformats.org/drawingml/2006/main" r:embed="Re89ff4dfd79746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8" name="slide-title">
            <a:extLst xmlns:a="http://schemas.openxmlformats.org/drawingml/2006/main">
              <a:ext uri="{FF2B5EF4-FFF2-40B4-BE49-F238E27FC236}">
                <a16:creationId xmlns:a16="http://schemas.microsoft.com/office/drawing/2014/main" id="{7D583D87-F34A-4108-A104-C924D684D0F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49" name="header-divider">
            <a:extLst xmlns:a="http://schemas.openxmlformats.org/drawingml/2006/main">
              <a:ext uri="{FF2B5EF4-FFF2-40B4-BE49-F238E27FC236}">
                <a16:creationId xmlns:a16="http://schemas.microsoft.com/office/drawing/2014/main" id="{D940B2F2-872B-4AAE-9A84-9455A8C7B3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0" name="24-text-13">
            <a:extLst xmlns:a="http://schemas.openxmlformats.org/drawingml/2006/main">
              <a:ext uri="{FF2B5EF4-FFF2-40B4-BE49-F238E27FC236}">
                <a16:creationId xmlns:a16="http://schemas.microsoft.com/office/drawing/2014/main" id="{D49AE50B-0DEE-41B4-B46C-AAA257247C8F}"/>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551" name="24-text-14">
            <a:extLst xmlns:a="http://schemas.openxmlformats.org/drawingml/2006/main">
              <a:ext uri="{FF2B5EF4-FFF2-40B4-BE49-F238E27FC236}">
                <a16:creationId xmlns:a16="http://schemas.microsoft.com/office/drawing/2014/main" id="{0BDBB59C-F913-4504-95E2-9AA941D19401}"/>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52" name="24-text-15">
            <a:extLst xmlns:a="http://schemas.openxmlformats.org/drawingml/2006/main">
              <a:ext uri="{FF2B5EF4-FFF2-40B4-BE49-F238E27FC236}">
                <a16:creationId xmlns:a16="http://schemas.microsoft.com/office/drawing/2014/main" id="{C7543E84-6B1A-436A-BCEE-B4D2CBC0EB59}"/>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62"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54" name="narrative-number">
            <a:extLst xmlns:a="http://schemas.openxmlformats.org/drawingml/2006/main">
              <a:ext uri="{FF2B5EF4-FFF2-40B4-BE49-F238E27FC236}">
                <a16:creationId xmlns:a16="http://schemas.microsoft.com/office/drawing/2014/main" id="{12C12A87-EB21-45AA-A0BA-C958974E0D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012020305"/>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5" name="slide-title">
            <a:extLst xmlns:a="http://schemas.openxmlformats.org/drawingml/2006/main">
              <a:ext uri="{FF2B5EF4-FFF2-40B4-BE49-F238E27FC236}">
                <a16:creationId xmlns:a16="http://schemas.microsoft.com/office/drawing/2014/main" id="{AADC6B8F-B901-495C-941F-3608FA70801F}"/>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56" name="header-divider">
            <a:extLst xmlns:a="http://schemas.openxmlformats.org/drawingml/2006/main">
              <a:ext uri="{FF2B5EF4-FFF2-40B4-BE49-F238E27FC236}">
                <a16:creationId xmlns:a16="http://schemas.microsoft.com/office/drawing/2014/main" id="{C6D84D92-7809-4682-8626-31568EDC4060}"/>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7" name="25-text-1">
            <a:extLst xmlns:a="http://schemas.openxmlformats.org/drawingml/2006/main">
              <a:ext uri="{FF2B5EF4-FFF2-40B4-BE49-F238E27FC236}">
                <a16:creationId xmlns:a16="http://schemas.microsoft.com/office/drawing/2014/main" id="{EE60EE9C-AD3C-4607-9B96-12AAFA94B2B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58" name="25-text-2">
            <a:extLst xmlns:a="http://schemas.openxmlformats.org/drawingml/2006/main">
              <a:ext uri="{FF2B5EF4-FFF2-40B4-BE49-F238E27FC236}">
                <a16:creationId xmlns:a16="http://schemas.microsoft.com/office/drawing/2014/main" id="{6E14C8ED-731D-407B-88EB-0F0608DAA23F}"/>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59" name="25-text-3">
            <a:extLst xmlns:a="http://schemas.openxmlformats.org/drawingml/2006/main">
              <a:ext uri="{FF2B5EF4-FFF2-40B4-BE49-F238E27FC236}">
                <a16:creationId xmlns:a16="http://schemas.microsoft.com/office/drawing/2014/main" id="{9AA59E4B-1DCB-4E21-AB41-A78A9ACDC3B2}"/>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60" name="25-text-4">
            <a:extLst xmlns:a="http://schemas.openxmlformats.org/drawingml/2006/main">
              <a:ext uri="{FF2B5EF4-FFF2-40B4-BE49-F238E27FC236}">
                <a16:creationId xmlns:a16="http://schemas.microsoft.com/office/drawing/2014/main" id="{93F40C2F-E2E3-4396-894D-87DCE5E0FD9B}"/>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61" name="25-text-5">
            <a:extLst xmlns:a="http://schemas.openxmlformats.org/drawingml/2006/main">
              <a:ext uri="{FF2B5EF4-FFF2-40B4-BE49-F238E27FC236}">
                <a16:creationId xmlns:a16="http://schemas.microsoft.com/office/drawing/2014/main" id="{9CE9CE9A-F5B4-49B8-A25B-C158E6A6B0BD}"/>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62" name="25-text-6">
            <a:extLst xmlns:a="http://schemas.openxmlformats.org/drawingml/2006/main">
              <a:ext uri="{FF2B5EF4-FFF2-40B4-BE49-F238E27FC236}">
                <a16:creationId xmlns:a16="http://schemas.microsoft.com/office/drawing/2014/main" id="{91909505-9D9D-435D-BFDF-0FCD99A6EFFD}"/>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63" name="25-text-7">
            <a:extLst xmlns:a="http://schemas.openxmlformats.org/drawingml/2006/main">
              <a:ext uri="{FF2B5EF4-FFF2-40B4-BE49-F238E27FC236}">
                <a16:creationId xmlns:a16="http://schemas.microsoft.com/office/drawing/2014/main" id="{6EF7444D-CD3C-4FCE-9D50-35CC657BDBE5}"/>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64" name="25-text-8">
            <a:extLst xmlns:a="http://schemas.openxmlformats.org/drawingml/2006/main">
              <a:ext uri="{FF2B5EF4-FFF2-40B4-BE49-F238E27FC236}">
                <a16:creationId xmlns:a16="http://schemas.microsoft.com/office/drawing/2014/main" id="{117D858B-8273-4BEE-B06A-F188B4FEA89C}"/>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65" name="25-text-9">
            <a:extLst xmlns:a="http://schemas.openxmlformats.org/drawingml/2006/main">
              <a:ext uri="{FF2B5EF4-FFF2-40B4-BE49-F238E27FC236}">
                <a16:creationId xmlns:a16="http://schemas.microsoft.com/office/drawing/2014/main" id="{D422744D-61F6-412F-9AC9-F9568A3C6F72}"/>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66" name="25-text-10">
            <a:extLst xmlns:a="http://schemas.openxmlformats.org/drawingml/2006/main">
              <a:ext uri="{FF2B5EF4-FFF2-40B4-BE49-F238E27FC236}">
                <a16:creationId xmlns:a16="http://schemas.microsoft.com/office/drawing/2014/main" id="{DA970C5C-0077-4245-8A08-9581C62544EA}"/>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67" name="25-text-11">
            <a:extLst xmlns:a="http://schemas.openxmlformats.org/drawingml/2006/main">
              <a:ext uri="{FF2B5EF4-FFF2-40B4-BE49-F238E27FC236}">
                <a16:creationId xmlns:a16="http://schemas.microsoft.com/office/drawing/2014/main" id="{685A0142-2590-46D8-8D98-4ED9BFD8BAF1}"/>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68" name="25-text-12">
            <a:extLst xmlns:a="http://schemas.openxmlformats.org/drawingml/2006/main">
              <a:ext uri="{FF2B5EF4-FFF2-40B4-BE49-F238E27FC236}">
                <a16:creationId xmlns:a16="http://schemas.microsoft.com/office/drawing/2014/main" id="{AC29599F-B3A7-42B0-822B-3129D3120D34}"/>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69" name="narrative-number">
            <a:extLst xmlns:a="http://schemas.openxmlformats.org/drawingml/2006/main">
              <a:ext uri="{FF2B5EF4-FFF2-40B4-BE49-F238E27FC236}">
                <a16:creationId xmlns:a16="http://schemas.microsoft.com/office/drawing/2014/main" id="{512D8028-8839-41C8-9760-B8412B25BB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353473471"/>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26-text-1">
            <a:extLst xmlns:a="http://schemas.openxmlformats.org/drawingml/2006/main">
              <a:ext uri="{FF2B5EF4-FFF2-40B4-BE49-F238E27FC236}">
                <a16:creationId xmlns:a16="http://schemas.microsoft.com/office/drawing/2014/main" id="{97A4E7FA-AF98-49E0-A7BE-DE4E94742A51}"/>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1" name="26-text-2">
            <a:extLst xmlns:a="http://schemas.openxmlformats.org/drawingml/2006/main">
              <a:ext uri="{FF2B5EF4-FFF2-40B4-BE49-F238E27FC236}">
                <a16:creationId xmlns:a16="http://schemas.microsoft.com/office/drawing/2014/main" id="{3BA2EA97-0741-4E95-90B8-466A439DBCDE}"/>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2" name="26-text-3">
            <a:extLst xmlns:a="http://schemas.openxmlformats.org/drawingml/2006/main">
              <a:ext uri="{FF2B5EF4-FFF2-40B4-BE49-F238E27FC236}">
                <a16:creationId xmlns:a16="http://schemas.microsoft.com/office/drawing/2014/main" id="{80FDE2EB-6DE1-4C22-B95D-A683CE6740D6}"/>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3" name="narrative-number">
            <a:extLst xmlns:a="http://schemas.openxmlformats.org/drawingml/2006/main">
              <a:ext uri="{FF2B5EF4-FFF2-40B4-BE49-F238E27FC236}">
                <a16:creationId xmlns:a16="http://schemas.microsoft.com/office/drawing/2014/main" id="{CCF25C0E-1DAC-4448-8C77-969911A6D9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44428428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2026-09-16T01:33:37.3130000Z</dcterms:created>
  <dcterms:modified xsi:type="dcterms:W3CDTF">2026-09-16T01:33:37.3130000Z</dcterms:modified>
</coreProperties>
</file>