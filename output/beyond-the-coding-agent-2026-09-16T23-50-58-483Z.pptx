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ec26759f6744c5" /><Relationship Type="http://schemas.openxmlformats.org/officeDocument/2006/relationships/extended-properties" Target="/docProps/app.xml" Id="R6cc0c2b5226f43a5" /><Relationship Type="http://schemas.openxmlformats.org/officeDocument/2006/relationships/officeDocument" Target="/ppt/presentation.xml" Id="Rb09365c063474de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42e082e2025409e"/>
    <p:sldMasterId xmlns:r="http://schemas.openxmlformats.org/officeDocument/2006/relationships" id="2147483650" r:id="R4479f03f13214251"/>
  </p:sldMasterIdLst>
  <p:notesMasterIdLst>
    <p:notesMasterId xmlns:r="http://schemas.openxmlformats.org/officeDocument/2006/relationships" r:id="R0dbdc28c0edf4ed9"/>
  </p:notesMasterIdLst>
  <p:sldIdLst>
    <p:sldId xmlns:r="http://schemas.openxmlformats.org/officeDocument/2006/relationships" id="256" r:id="Red23f30d98cf45e6"/>
    <p:sldId xmlns:r="http://schemas.openxmlformats.org/officeDocument/2006/relationships" id="257" r:id="R660344f5e8e14ef7"/>
    <p:sldId xmlns:r="http://schemas.openxmlformats.org/officeDocument/2006/relationships" id="258" r:id="R7db98a3b56714006"/>
    <p:sldId xmlns:r="http://schemas.openxmlformats.org/officeDocument/2006/relationships" id="259" r:id="Re17fa61bf1084e19"/>
    <p:sldId xmlns:r="http://schemas.openxmlformats.org/officeDocument/2006/relationships" id="260" r:id="R1dd0df5ad4954cb8"/>
    <p:sldId xmlns:r="http://schemas.openxmlformats.org/officeDocument/2006/relationships" id="261" r:id="Re71253de743a42f9"/>
    <p:sldId xmlns:r="http://schemas.openxmlformats.org/officeDocument/2006/relationships" id="262" r:id="R5f5a4232441342e5"/>
    <p:sldId xmlns:r="http://schemas.openxmlformats.org/officeDocument/2006/relationships" id="263" r:id="R6e01a3a335144623"/>
    <p:sldId xmlns:r="http://schemas.openxmlformats.org/officeDocument/2006/relationships" id="264" r:id="R1a260b18d2bc4103"/>
    <p:sldId xmlns:r="http://schemas.openxmlformats.org/officeDocument/2006/relationships" id="265" r:id="Ra1f9783172ca42c7"/>
    <p:sldId xmlns:r="http://schemas.openxmlformats.org/officeDocument/2006/relationships" id="266" r:id="R8bafa9a1e84b46ad"/>
    <p:sldId xmlns:r="http://schemas.openxmlformats.org/officeDocument/2006/relationships" id="267" r:id="R338656e76c604ade"/>
    <p:sldId xmlns:r="http://schemas.openxmlformats.org/officeDocument/2006/relationships" id="268" r:id="R9006283d36514e5e"/>
    <p:sldId xmlns:r="http://schemas.openxmlformats.org/officeDocument/2006/relationships" id="269" r:id="Rb7716cf4b75846ee"/>
    <p:sldId xmlns:r="http://schemas.openxmlformats.org/officeDocument/2006/relationships" id="270" r:id="R93ceef72b30d4487"/>
    <p:sldId xmlns:r="http://schemas.openxmlformats.org/officeDocument/2006/relationships" id="271" r:id="R1d078050ab1f424f"/>
    <p:sldId xmlns:r="http://schemas.openxmlformats.org/officeDocument/2006/relationships" id="272" r:id="Rb3d3bc93fa76449d"/>
    <p:sldId xmlns:r="http://schemas.openxmlformats.org/officeDocument/2006/relationships" id="273" r:id="Rb7cae15dfe0f4795"/>
    <p:sldId xmlns:r="http://schemas.openxmlformats.org/officeDocument/2006/relationships" id="274" r:id="Rb82a86f1e7044d19"/>
    <p:sldId xmlns:r="http://schemas.openxmlformats.org/officeDocument/2006/relationships" id="275" r:id="R59340ec24cdf447e"/>
    <p:sldId xmlns:r="http://schemas.openxmlformats.org/officeDocument/2006/relationships" id="276" r:id="R48e2304d487a4512"/>
    <p:sldId xmlns:r="http://schemas.openxmlformats.org/officeDocument/2006/relationships" id="277" r:id="R5a1437bdb7bd43e2"/>
    <p:sldId xmlns:r="http://schemas.openxmlformats.org/officeDocument/2006/relationships" id="278" r:id="Re94ba3c2406f48f4"/>
    <p:sldId xmlns:r="http://schemas.openxmlformats.org/officeDocument/2006/relationships" id="279" r:id="Ra2c1ce1b3cc74b5b"/>
    <p:sldId xmlns:r="http://schemas.openxmlformats.org/officeDocument/2006/relationships" id="280" r:id="Rda08ac2e5f9a468f"/>
    <p:sldId xmlns:r="http://schemas.openxmlformats.org/officeDocument/2006/relationships" id="281" r:id="R9ec1033d0f044f30"/>
    <p:sldId xmlns:r="http://schemas.openxmlformats.org/officeDocument/2006/relationships" id="282" r:id="R215881b9916a4b6a"/>
    <p:sldId xmlns:r="http://schemas.openxmlformats.org/officeDocument/2006/relationships" id="283" r:id="R58c24c89d4ea4fc8"/>
    <p:sldId xmlns:r="http://schemas.openxmlformats.org/officeDocument/2006/relationships" id="284" r:id="Rc77a63e421bd4035"/>
    <p:sldId xmlns:r="http://schemas.openxmlformats.org/officeDocument/2006/relationships" id="285" r:id="Rc409025fdde84415"/>
    <p:sldId xmlns:r="http://schemas.openxmlformats.org/officeDocument/2006/relationships" id="286" r:id="Rbe4249460c0a49f1"/>
    <p:sldId xmlns:r="http://schemas.openxmlformats.org/officeDocument/2006/relationships" id="287" r:id="Re63b3577fb914294"/>
    <p:sldId xmlns:r="http://schemas.openxmlformats.org/officeDocument/2006/relationships" id="288" r:id="R4dea2e8e16c6492e"/>
    <p:sldId xmlns:r="http://schemas.openxmlformats.org/officeDocument/2006/relationships" id="289" r:id="R6155466b1aac41ff"/>
    <p:sldId xmlns:r="http://schemas.openxmlformats.org/officeDocument/2006/relationships" id="290" r:id="Rf31b153de126406d"/>
    <p:sldId xmlns:r="http://schemas.openxmlformats.org/officeDocument/2006/relationships" id="291" r:id="R19f5ec7ed73944f8"/>
    <p:sldId xmlns:r="http://schemas.openxmlformats.org/officeDocument/2006/relationships" id="292" r:id="R4f375d8726e7486d"/>
    <p:sldId xmlns:r="http://schemas.openxmlformats.org/officeDocument/2006/relationships" id="293" r:id="Rdf75f0b8bda44a9d"/>
    <p:sldId xmlns:r="http://schemas.openxmlformats.org/officeDocument/2006/relationships" id="294" r:id="R237c059d68674894"/>
    <p:sldId xmlns:r="http://schemas.openxmlformats.org/officeDocument/2006/relationships" id="295" r:id="Rd5f3cccb8e334467"/>
    <p:sldId xmlns:r="http://schemas.openxmlformats.org/officeDocument/2006/relationships" id="296" r:id="Re1c4191e085b4281"/>
    <p:sldId xmlns:r="http://schemas.openxmlformats.org/officeDocument/2006/relationships" id="297" r:id="Rdb53ed877593458e"/>
    <p:sldId xmlns:r="http://schemas.openxmlformats.org/officeDocument/2006/relationships" id="298" r:id="R3cda5bb44fc74eee"/>
    <p:sldId xmlns:r="http://schemas.openxmlformats.org/officeDocument/2006/relationships" id="299" r:id="R68460db1aa094a8c"/>
    <p:sldId xmlns:r="http://schemas.openxmlformats.org/officeDocument/2006/relationships" id="300" r:id="R4d4b30ea17804b81"/>
    <p:sldId xmlns:r="http://schemas.openxmlformats.org/officeDocument/2006/relationships" id="301" r:id="R0955a75c004347d6"/>
    <p:sldId xmlns:r="http://schemas.openxmlformats.org/officeDocument/2006/relationships" id="302" r:id="R6b1dabcfa5c44350"/>
    <p:sldId xmlns:r="http://schemas.openxmlformats.org/officeDocument/2006/relationships" id="303" r:id="Rf444a479262241ba"/>
    <p:sldId xmlns:r="http://schemas.openxmlformats.org/officeDocument/2006/relationships" id="304" r:id="R0453b1f7d66147ae"/>
    <p:sldId xmlns:r="http://schemas.openxmlformats.org/officeDocument/2006/relationships" id="305" r:id="R28f42f2e94b444b5"/>
    <p:sldId xmlns:r="http://schemas.openxmlformats.org/officeDocument/2006/relationships" id="306" r:id="R39eca09a29b44591"/>
    <p:sldId xmlns:r="http://schemas.openxmlformats.org/officeDocument/2006/relationships" id="307" r:id="Rb2ee77410fb24e99"/>
    <p:sldId xmlns:r="http://schemas.openxmlformats.org/officeDocument/2006/relationships" id="308" r:id="Ra41ca62e1e4a4d41"/>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96897a1563457a" /><Relationship Type="http://schemas.openxmlformats.org/officeDocument/2006/relationships/slideMaster" Target="/ppt/slideMasters/slideMaster1.xml" Id="R542e082e2025409e" /><Relationship Type="http://schemas.openxmlformats.org/officeDocument/2006/relationships/slideMaster" Target="/ppt/slideMasters/slideMaster2.xml" Id="R4479f03f13214251" /><Relationship Type="http://schemas.openxmlformats.org/officeDocument/2006/relationships/notesMaster" Target="/ppt/notesMasters/notesMaster1.xml" Id="R0dbdc28c0edf4ed9" /><Relationship Type="http://schemas.openxmlformats.org/officeDocument/2006/relationships/presProps" Target="/ppt/presProps.xml" Id="Re3557d23b9a34dcc" /><Relationship Type="http://schemas.openxmlformats.org/officeDocument/2006/relationships/tableStyles" Target="/ppt/tableStyles.xml" Id="Rf4bed2266ab74f43" /><Relationship Type="http://schemas.openxmlformats.org/officeDocument/2006/relationships/slide" Target="/ppt/slides/slide1.xml" Id="Red23f30d98cf45e6" /><Relationship Type="http://schemas.openxmlformats.org/officeDocument/2006/relationships/slide" Target="/ppt/slides/slide2.xml" Id="R660344f5e8e14ef7" /><Relationship Type="http://schemas.openxmlformats.org/officeDocument/2006/relationships/slide" Target="/ppt/slides/slide3.xml" Id="R7db98a3b56714006" /><Relationship Type="http://schemas.openxmlformats.org/officeDocument/2006/relationships/slide" Target="/ppt/slides/slide4.xml" Id="Re17fa61bf1084e19" /><Relationship Type="http://schemas.openxmlformats.org/officeDocument/2006/relationships/slide" Target="/ppt/slides/slide5.xml" Id="R1dd0df5ad4954cb8" /><Relationship Type="http://schemas.openxmlformats.org/officeDocument/2006/relationships/slide" Target="/ppt/slides/slide6.xml" Id="Re71253de743a42f9" /><Relationship Type="http://schemas.openxmlformats.org/officeDocument/2006/relationships/slide" Target="/ppt/slides/slide7.xml" Id="R5f5a4232441342e5" /><Relationship Type="http://schemas.openxmlformats.org/officeDocument/2006/relationships/slide" Target="/ppt/slides/slide8.xml" Id="R6e01a3a335144623" /><Relationship Type="http://schemas.openxmlformats.org/officeDocument/2006/relationships/slide" Target="/ppt/slides/slide9.xml" Id="R1a260b18d2bc4103" /><Relationship Type="http://schemas.openxmlformats.org/officeDocument/2006/relationships/slide" Target="/ppt/slides/slide10.xml" Id="Ra1f9783172ca42c7" /><Relationship Type="http://schemas.openxmlformats.org/officeDocument/2006/relationships/slide" Target="/ppt/slides/slide11.xml" Id="R8bafa9a1e84b46ad" /><Relationship Type="http://schemas.openxmlformats.org/officeDocument/2006/relationships/slide" Target="/ppt/slides/slide12.xml" Id="R338656e76c604ade" /><Relationship Type="http://schemas.openxmlformats.org/officeDocument/2006/relationships/slide" Target="/ppt/slides/slide13.xml" Id="R9006283d36514e5e" /><Relationship Type="http://schemas.openxmlformats.org/officeDocument/2006/relationships/slide" Target="/ppt/slides/slide14.xml" Id="Rb7716cf4b75846ee" /><Relationship Type="http://schemas.openxmlformats.org/officeDocument/2006/relationships/slide" Target="/ppt/slides/slide15.xml" Id="R93ceef72b30d4487" /><Relationship Type="http://schemas.openxmlformats.org/officeDocument/2006/relationships/slide" Target="/ppt/slides/slide16.xml" Id="R1d078050ab1f424f" /><Relationship Type="http://schemas.openxmlformats.org/officeDocument/2006/relationships/slide" Target="/ppt/slides/slide17.xml" Id="Rb3d3bc93fa76449d" /><Relationship Type="http://schemas.openxmlformats.org/officeDocument/2006/relationships/slide" Target="/ppt/slides/slide18.xml" Id="Rb7cae15dfe0f4795" /><Relationship Type="http://schemas.openxmlformats.org/officeDocument/2006/relationships/slide" Target="/ppt/slides/slide19.xml" Id="Rb82a86f1e7044d19" /><Relationship Type="http://schemas.openxmlformats.org/officeDocument/2006/relationships/slide" Target="/ppt/slides/slide20.xml" Id="R59340ec24cdf447e" /><Relationship Type="http://schemas.openxmlformats.org/officeDocument/2006/relationships/slide" Target="/ppt/slides/slide21.xml" Id="R48e2304d487a4512" /><Relationship Type="http://schemas.openxmlformats.org/officeDocument/2006/relationships/slide" Target="/ppt/slides/slide22.xml" Id="R5a1437bdb7bd43e2" /><Relationship Type="http://schemas.openxmlformats.org/officeDocument/2006/relationships/slide" Target="/ppt/slides/slide23.xml" Id="Re94ba3c2406f48f4" /><Relationship Type="http://schemas.openxmlformats.org/officeDocument/2006/relationships/slide" Target="/ppt/slides/slide24.xml" Id="Ra2c1ce1b3cc74b5b" /><Relationship Type="http://schemas.openxmlformats.org/officeDocument/2006/relationships/slide" Target="/ppt/slides/slide25.xml" Id="Rda08ac2e5f9a468f" /><Relationship Type="http://schemas.openxmlformats.org/officeDocument/2006/relationships/slide" Target="/ppt/slides/slide26.xml" Id="R9ec1033d0f044f30" /><Relationship Type="http://schemas.openxmlformats.org/officeDocument/2006/relationships/slide" Target="/ppt/slides/slide27.xml" Id="R215881b9916a4b6a" /><Relationship Type="http://schemas.openxmlformats.org/officeDocument/2006/relationships/slide" Target="/ppt/slides/slide28.xml" Id="R58c24c89d4ea4fc8" /><Relationship Type="http://schemas.openxmlformats.org/officeDocument/2006/relationships/slide" Target="/ppt/slides/slide29.xml" Id="Rc77a63e421bd4035" /><Relationship Type="http://schemas.openxmlformats.org/officeDocument/2006/relationships/slide" Target="/ppt/slides/slide30.xml" Id="Rc409025fdde84415" /><Relationship Type="http://schemas.openxmlformats.org/officeDocument/2006/relationships/slide" Target="/ppt/slides/slide31.xml" Id="Rbe4249460c0a49f1" /><Relationship Type="http://schemas.openxmlformats.org/officeDocument/2006/relationships/slide" Target="/ppt/slides/slide32.xml" Id="Re63b3577fb914294" /><Relationship Type="http://schemas.openxmlformats.org/officeDocument/2006/relationships/slide" Target="/ppt/slides/slide33.xml" Id="R4dea2e8e16c6492e" /><Relationship Type="http://schemas.openxmlformats.org/officeDocument/2006/relationships/slide" Target="/ppt/slides/slide34.xml" Id="R6155466b1aac41ff" /><Relationship Type="http://schemas.openxmlformats.org/officeDocument/2006/relationships/slide" Target="/ppt/slides/slide35.xml" Id="Rf31b153de126406d" /><Relationship Type="http://schemas.openxmlformats.org/officeDocument/2006/relationships/slide" Target="/ppt/slides/slide36.xml" Id="R19f5ec7ed73944f8" /><Relationship Type="http://schemas.openxmlformats.org/officeDocument/2006/relationships/slide" Target="/ppt/slides/slide37.xml" Id="R4f375d8726e7486d" /><Relationship Type="http://schemas.openxmlformats.org/officeDocument/2006/relationships/slide" Target="/ppt/slides/slide38.xml" Id="Rdf75f0b8bda44a9d" /><Relationship Type="http://schemas.openxmlformats.org/officeDocument/2006/relationships/slide" Target="/ppt/slides/slide39.xml" Id="R237c059d68674894" /><Relationship Type="http://schemas.openxmlformats.org/officeDocument/2006/relationships/slide" Target="/ppt/slides/slide40.xml" Id="Rd5f3cccb8e334467" /><Relationship Type="http://schemas.openxmlformats.org/officeDocument/2006/relationships/slide" Target="/ppt/slides/slide41.xml" Id="Re1c4191e085b4281" /><Relationship Type="http://schemas.openxmlformats.org/officeDocument/2006/relationships/slide" Target="/ppt/slides/slide42.xml" Id="Rdb53ed877593458e" /><Relationship Type="http://schemas.openxmlformats.org/officeDocument/2006/relationships/slide" Target="/ppt/slides/slide43.xml" Id="R3cda5bb44fc74eee" /><Relationship Type="http://schemas.openxmlformats.org/officeDocument/2006/relationships/slide" Target="/ppt/slides/slide44.xml" Id="R68460db1aa094a8c" /><Relationship Type="http://schemas.openxmlformats.org/officeDocument/2006/relationships/slide" Target="/ppt/slides/slide45.xml" Id="R4d4b30ea17804b81" /><Relationship Type="http://schemas.openxmlformats.org/officeDocument/2006/relationships/slide" Target="/ppt/slides/slide46.xml" Id="R0955a75c004347d6" /><Relationship Type="http://schemas.openxmlformats.org/officeDocument/2006/relationships/slide" Target="/ppt/slides/slide47.xml" Id="R6b1dabcfa5c44350" /><Relationship Type="http://schemas.openxmlformats.org/officeDocument/2006/relationships/slide" Target="/ppt/slides/slide48.xml" Id="Rf444a479262241ba" /><Relationship Type="http://schemas.openxmlformats.org/officeDocument/2006/relationships/slide" Target="/ppt/slides/slide49.xml" Id="R0453b1f7d66147ae" /><Relationship Type="http://schemas.openxmlformats.org/officeDocument/2006/relationships/slide" Target="/ppt/slides/slide50.xml" Id="R28f42f2e94b444b5" /><Relationship Type="http://schemas.openxmlformats.org/officeDocument/2006/relationships/slide" Target="/ppt/slides/slide51.xml" Id="R39eca09a29b44591" /><Relationship Type="http://schemas.openxmlformats.org/officeDocument/2006/relationships/slide" Target="/ppt/slides/slide52.xml" Id="Rb2ee77410fb24e99" /><Relationship Type="http://schemas.openxmlformats.org/officeDocument/2006/relationships/slide" Target="/ppt/slides/slide53.xml" Id="Ra41ca62e1e4a4d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914f0186c6e47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6ffad714d42b8" /><Relationship Type="http://schemas.openxmlformats.org/officeDocument/2006/relationships/notesMaster" Target="/ppt/notesMasters/notesMaster1.xml" Id="R0a53c438498743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df487c709543d6" /><Relationship Type="http://schemas.openxmlformats.org/officeDocument/2006/relationships/notesMaster" Target="/ppt/notesMasters/notesMaster1.xml" Id="Rcb129cb8e22b4f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90d6dd46d94b73" /><Relationship Type="http://schemas.openxmlformats.org/officeDocument/2006/relationships/notesMaster" Target="/ppt/notesMasters/notesMaster1.xml" Id="R68692f664a4d4a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6a4d0334c64752" /><Relationship Type="http://schemas.openxmlformats.org/officeDocument/2006/relationships/notesMaster" Target="/ppt/notesMasters/notesMaster1.xml" Id="Rada7e42320db4a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cd679e8649427f" /><Relationship Type="http://schemas.openxmlformats.org/officeDocument/2006/relationships/notesMaster" Target="/ppt/notesMasters/notesMaster1.xml" Id="Ra6db71bfe57c43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f141ab7b3f4112" /><Relationship Type="http://schemas.openxmlformats.org/officeDocument/2006/relationships/notesMaster" Target="/ppt/notesMasters/notesMaster1.xml" Id="R52a52ad59f064f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329ff1049432f" /><Relationship Type="http://schemas.openxmlformats.org/officeDocument/2006/relationships/notesMaster" Target="/ppt/notesMasters/notesMaster1.xml" Id="R363a27c137bc41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8be9545d145bd" /><Relationship Type="http://schemas.openxmlformats.org/officeDocument/2006/relationships/notesMaster" Target="/ppt/notesMasters/notesMaster1.xml" Id="Ra25e8f7274864e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f0a5a12c9847da" /><Relationship Type="http://schemas.openxmlformats.org/officeDocument/2006/relationships/notesMaster" Target="/ppt/notesMasters/notesMaster1.xml" Id="Rddf9d410f76a43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d1ed2ec6f54590" /><Relationship Type="http://schemas.openxmlformats.org/officeDocument/2006/relationships/notesMaster" Target="/ppt/notesMasters/notesMaster1.xml" Id="R7fbee7409ee540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1bb3fddf18408c" /><Relationship Type="http://schemas.openxmlformats.org/officeDocument/2006/relationships/notesMaster" Target="/ppt/notesMasters/notesMaster1.xml" Id="Re6fc271a712f44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28cd2d1d04451e" /><Relationship Type="http://schemas.openxmlformats.org/officeDocument/2006/relationships/notesMaster" Target="/ppt/notesMasters/notesMaster1.xml" Id="R0c859efcd0ee4c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78264500604836" /><Relationship Type="http://schemas.openxmlformats.org/officeDocument/2006/relationships/notesMaster" Target="/ppt/notesMasters/notesMaster1.xml" Id="Ra56cc6e94cb948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c80aeb7bfd408d" /><Relationship Type="http://schemas.openxmlformats.org/officeDocument/2006/relationships/notesMaster" Target="/ppt/notesMasters/notesMaster1.xml" Id="Re8f92a9f096549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89f03eae964241" /><Relationship Type="http://schemas.openxmlformats.org/officeDocument/2006/relationships/notesMaster" Target="/ppt/notesMasters/notesMaster1.xml" Id="Rc3ea380f9c6045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73b6a7d4c94ea2" /><Relationship Type="http://schemas.openxmlformats.org/officeDocument/2006/relationships/notesMaster" Target="/ppt/notesMasters/notesMaster1.xml" Id="R85555668736f4a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b5ba3660364a47" /><Relationship Type="http://schemas.openxmlformats.org/officeDocument/2006/relationships/notesMaster" Target="/ppt/notesMasters/notesMaster1.xml" Id="R3b58d2188bd642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08e8f0793b4bf0" /><Relationship Type="http://schemas.openxmlformats.org/officeDocument/2006/relationships/notesMaster" Target="/ppt/notesMasters/notesMaster1.xml" Id="R4418f40947b243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66f18388384f34" /><Relationship Type="http://schemas.openxmlformats.org/officeDocument/2006/relationships/notesMaster" Target="/ppt/notesMasters/notesMaster1.xml" Id="R5c7e3ec8eb744b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599dd09a2f48e6" /><Relationship Type="http://schemas.openxmlformats.org/officeDocument/2006/relationships/notesMaster" Target="/ppt/notesMasters/notesMaster1.xml" Id="Rb64db2b219e945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ebe851b2d0429b" /><Relationship Type="http://schemas.openxmlformats.org/officeDocument/2006/relationships/notesMaster" Target="/ppt/notesMasters/notesMaster1.xml" Id="R7669d6e4db5743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f79ade70544e39" /><Relationship Type="http://schemas.openxmlformats.org/officeDocument/2006/relationships/notesMaster" Target="/ppt/notesMasters/notesMaster1.xml" Id="R8c732d7ff6594bc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3cc26682b04eee" /><Relationship Type="http://schemas.openxmlformats.org/officeDocument/2006/relationships/notesMaster" Target="/ppt/notesMasters/notesMaster1.xml" Id="R17ad44327c4d4ec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81b487bedb4051" /><Relationship Type="http://schemas.openxmlformats.org/officeDocument/2006/relationships/notesMaster" Target="/ppt/notesMasters/notesMaster1.xml" Id="R0b03725c999e4fe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d6d04ccf6647a2" /><Relationship Type="http://schemas.openxmlformats.org/officeDocument/2006/relationships/notesMaster" Target="/ppt/notesMasters/notesMaster1.xml" Id="Rfc413aecb96f431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6f01b642894d85" /><Relationship Type="http://schemas.openxmlformats.org/officeDocument/2006/relationships/notesMaster" Target="/ppt/notesMasters/notesMaster1.xml" Id="R12c395d4e87a4e2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6ffaf558fd46c8" /><Relationship Type="http://schemas.openxmlformats.org/officeDocument/2006/relationships/notesMaster" Target="/ppt/notesMasters/notesMaster1.xml" Id="R9604d1a1a85b45c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149f2775ce4690" /><Relationship Type="http://schemas.openxmlformats.org/officeDocument/2006/relationships/notesMaster" Target="/ppt/notesMasters/notesMaster1.xml" Id="R91fa1832a8f54ba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08a51d142574a95" /><Relationship Type="http://schemas.openxmlformats.org/officeDocument/2006/relationships/notesMaster" Target="/ppt/notesMasters/notesMaster1.xml" Id="Rbeb5bd49544448a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17635b80454188" /><Relationship Type="http://schemas.openxmlformats.org/officeDocument/2006/relationships/notesMaster" Target="/ppt/notesMasters/notesMaster1.xml" Id="R12079a0df6ca4fb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32e32b4c404619" /><Relationship Type="http://schemas.openxmlformats.org/officeDocument/2006/relationships/notesMaster" Target="/ppt/notesMasters/notesMaster1.xml" Id="Re01ac310cff34e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429ffb23f6f4c9e" /><Relationship Type="http://schemas.openxmlformats.org/officeDocument/2006/relationships/notesMaster" Target="/ppt/notesMasters/notesMaster1.xml" Id="Rf7d6b925a8aa4be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b5f18990934583" /><Relationship Type="http://schemas.openxmlformats.org/officeDocument/2006/relationships/notesMaster" Target="/ppt/notesMasters/notesMaster1.xml" Id="R6dc7317bcdca48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ca96293a31d4dc4" /><Relationship Type="http://schemas.openxmlformats.org/officeDocument/2006/relationships/notesMaster" Target="/ppt/notesMasters/notesMaster1.xml" Id="Refcb99190131432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65f9aa063e54fe6" /><Relationship Type="http://schemas.openxmlformats.org/officeDocument/2006/relationships/notesMaster" Target="/ppt/notesMasters/notesMaster1.xml" Id="R25d53cda7c8f438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8f8c163d6664b30" /><Relationship Type="http://schemas.openxmlformats.org/officeDocument/2006/relationships/notesMaster" Target="/ppt/notesMasters/notesMaster1.xml" Id="Re9db1e79fb6b4a7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71638830bde40eb" /><Relationship Type="http://schemas.openxmlformats.org/officeDocument/2006/relationships/notesMaster" Target="/ppt/notesMasters/notesMaster1.xml" Id="R894cb0a8807b4ec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7125b07b3374c75" /><Relationship Type="http://schemas.openxmlformats.org/officeDocument/2006/relationships/notesMaster" Target="/ppt/notesMasters/notesMaster1.xml" Id="Rffdcaf9a4d92450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8bc170d21884dd6" /><Relationship Type="http://schemas.openxmlformats.org/officeDocument/2006/relationships/notesMaster" Target="/ppt/notesMasters/notesMaster1.xml" Id="R56ede206fd134e2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b8c2ee5b6e44678" /><Relationship Type="http://schemas.openxmlformats.org/officeDocument/2006/relationships/notesMaster" Target="/ppt/notesMasters/notesMaster1.xml" Id="R734eef111aef4aa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ac8c9a5563e44ce" /><Relationship Type="http://schemas.openxmlformats.org/officeDocument/2006/relationships/notesMaster" Target="/ppt/notesMasters/notesMaster1.xml" Id="Refc830a336c448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03bd9c776e4ea6" /><Relationship Type="http://schemas.openxmlformats.org/officeDocument/2006/relationships/notesMaster" Target="/ppt/notesMasters/notesMaster1.xml" Id="R2b55b347638744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0c64290948a468d" /><Relationship Type="http://schemas.openxmlformats.org/officeDocument/2006/relationships/notesMaster" Target="/ppt/notesMasters/notesMaster1.xml" Id="R497e0044d3c74cd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7d8feeae62f4435" /><Relationship Type="http://schemas.openxmlformats.org/officeDocument/2006/relationships/notesMaster" Target="/ppt/notesMasters/notesMaster1.xml" Id="Re87b33714d1c4b9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78b384b5ae9470d" /><Relationship Type="http://schemas.openxmlformats.org/officeDocument/2006/relationships/notesMaster" Target="/ppt/notesMasters/notesMaster1.xml" Id="Rebfba0b170914e8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0352843279f4316" /><Relationship Type="http://schemas.openxmlformats.org/officeDocument/2006/relationships/notesMaster" Target="/ppt/notesMasters/notesMaster1.xml" Id="Rea0cb8a1045d4a4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e01e6afcce64628" /><Relationship Type="http://schemas.openxmlformats.org/officeDocument/2006/relationships/notesMaster" Target="/ppt/notesMasters/notesMaster1.xml" Id="R9c51498557fe4df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ed511efc7d54037" /><Relationship Type="http://schemas.openxmlformats.org/officeDocument/2006/relationships/notesMaster" Target="/ppt/notesMasters/notesMaster1.xml" Id="Rbdecac9669dd4d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da4050e4e1b419e" /><Relationship Type="http://schemas.openxmlformats.org/officeDocument/2006/relationships/notesMaster" Target="/ppt/notesMasters/notesMaster1.xml" Id="Rc7517c86ae7c43f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5b41556f801490d" /><Relationship Type="http://schemas.openxmlformats.org/officeDocument/2006/relationships/notesMaster" Target="/ppt/notesMasters/notesMaster1.xml" Id="R3cab2604d14042d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0f0b5d50c394e90" /><Relationship Type="http://schemas.openxmlformats.org/officeDocument/2006/relationships/notesMaster" Target="/ppt/notesMasters/notesMaster1.xml" Id="R7fc074aaef184d9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41b25f6877943ef" /><Relationship Type="http://schemas.openxmlformats.org/officeDocument/2006/relationships/notesMaster" Target="/ppt/notesMasters/notesMaster1.xml" Id="R9e66788f1bf8452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3aaab45238c4219" /><Relationship Type="http://schemas.openxmlformats.org/officeDocument/2006/relationships/notesMaster" Target="/ppt/notesMasters/notesMaster1.xml" Id="R797bcbadca1747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af0581a58643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4d010f0bfd64f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72e24068c9c74b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C7E0534-E14A-4FAF-8753-2970B51A6B47}"/>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b1edfb14f742fa" /><Relationship Type="http://schemas.openxmlformats.org/officeDocument/2006/relationships/slideLayout" Target="/ppt/slideLayouts/slideLayout1.xml" Id="Reb11eb9be83a440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358c8ef91274edf" /><Relationship Type="http://schemas.openxmlformats.org/officeDocument/2006/relationships/slideLayout" Target="/ppt/slideLayouts/slideLayout2.xml" Id="R017fcc8b352b49e4" /><Relationship Type="http://schemas.openxmlformats.org/officeDocument/2006/relationships/slideLayout" Target="/ppt/slideLayouts/slideLayout3.xml" Id="R73677b428e9e4c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11eb9be83a440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17fcc8b352b49e4"/>
    <p:sldLayoutId xmlns:r="http://schemas.openxmlformats.org/officeDocument/2006/relationships" id="2147483652" r:id="R73677b428e9e4c0b"/>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1b318c45e6c4c77" /><Relationship Type="http://schemas.openxmlformats.org/officeDocument/2006/relationships/notesSlide" Target="/ppt/notesSlides/notesSlide1.xml" Id="R2bf06fee5bdc4d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ce5952dee614795" /><Relationship Type="http://schemas.openxmlformats.org/officeDocument/2006/relationships/image" Target="/ppt/media/image.png" Id="Rfe9bf58a37774ef8" /><Relationship Type="http://schemas.openxmlformats.org/officeDocument/2006/relationships/notesSlide" Target="/ppt/notesSlides/notesSlide2.xml" Id="R40ff0303df4f49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31ecb6c0288439b" /><Relationship Type="http://schemas.openxmlformats.org/officeDocument/2006/relationships/notesSlide" Target="/ppt/notesSlides/notesSlide3.xml" Id="Rb53d37988c9342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9e9947dff5f45a0" /><Relationship Type="http://schemas.openxmlformats.org/officeDocument/2006/relationships/notesSlide" Target="/ppt/notesSlides/notesSlide4.xml" Id="R3e379498f3674e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5951750f4a04961" /><Relationship Type="http://schemas.openxmlformats.org/officeDocument/2006/relationships/notesSlide" Target="/ppt/notesSlides/notesSlide5.xml" Id="Rde9e3c09cd5c4a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eae7fe6390c49a6" /><Relationship Type="http://schemas.openxmlformats.org/officeDocument/2006/relationships/notesSlide" Target="/ppt/notesSlides/notesSlide6.xml" Id="R8ffd274c06da44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96f5f8be8874f90" /><Relationship Type="http://schemas.openxmlformats.org/officeDocument/2006/relationships/notesSlide" Target="/ppt/notesSlides/notesSlide7.xml" Id="R450aa1ae2a4541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7e6244453d74291" /><Relationship Type="http://schemas.openxmlformats.org/officeDocument/2006/relationships/notesSlide" Target="/ppt/notesSlides/notesSlide8.xml" Id="R34cb36c9998e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a5ba50b65e44001" /><Relationship Type="http://schemas.openxmlformats.org/officeDocument/2006/relationships/image" Target="/ppt/media/image2.png" Id="R41046efcb0c24ed1" /><Relationship Type="http://schemas.openxmlformats.org/officeDocument/2006/relationships/notesSlide" Target="/ppt/notesSlides/notesSlide9.xml" Id="R81f654e526c54c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f99c0bb41bf4a6b" /><Relationship Type="http://schemas.openxmlformats.org/officeDocument/2006/relationships/image" Target="/ppt/media/image3.png" Id="R06dbdd0488014439" /><Relationship Type="http://schemas.openxmlformats.org/officeDocument/2006/relationships/notesSlide" Target="/ppt/notesSlides/notesSlide10.xml" Id="R79ed091a3104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81f30500a6a4bb8" /><Relationship Type="http://schemas.openxmlformats.org/officeDocument/2006/relationships/image" Target="/ppt/media/image4.png" Id="R50aae3dd810e4e64" /><Relationship Type="http://schemas.openxmlformats.org/officeDocument/2006/relationships/notesSlide" Target="/ppt/notesSlides/notesSlide11.xml" Id="Rf27bf1217ab245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a0ef252d44740e2" /><Relationship Type="http://schemas.openxmlformats.org/officeDocument/2006/relationships/image" Target="/ppt/media/image5.png" Id="Rb76c55cb13494629" /><Relationship Type="http://schemas.openxmlformats.org/officeDocument/2006/relationships/notesSlide" Target="/ppt/notesSlides/notesSlide12.xml" Id="R72bc082edf774e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528d26450ca4de1" /><Relationship Type="http://schemas.openxmlformats.org/officeDocument/2006/relationships/image" Target="/ppt/media/image6.png" Id="R216f1757f3464c07" /><Relationship Type="http://schemas.openxmlformats.org/officeDocument/2006/relationships/notesSlide" Target="/ppt/notesSlides/notesSlide13.xml" Id="Rf398391482ad4e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8e18bb123684ab4" /><Relationship Type="http://schemas.openxmlformats.org/officeDocument/2006/relationships/image" Target="/ppt/media/image7.png" Id="R8024b2af0a0e43b4" /><Relationship Type="http://schemas.openxmlformats.org/officeDocument/2006/relationships/notesSlide" Target="/ppt/notesSlides/notesSlide14.xml" Id="Re3de8be0ca0a49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29c90b697b34f30" /><Relationship Type="http://schemas.openxmlformats.org/officeDocument/2006/relationships/image" Target="/ppt/media/image8.png" Id="Rdd89e78258514e5c" /><Relationship Type="http://schemas.openxmlformats.org/officeDocument/2006/relationships/notesSlide" Target="/ppt/notesSlides/notesSlide15.xml" Id="Rf34ce6f205214e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7ae225ff3f847b6" /><Relationship Type="http://schemas.openxmlformats.org/officeDocument/2006/relationships/image" Target="/ppt/media/image9.png" Id="R98e5b766a07d4479" /><Relationship Type="http://schemas.openxmlformats.org/officeDocument/2006/relationships/image" Target="/ppt/media/image10.png" Id="R7f45dd84e91549c6" /><Relationship Type="http://schemas.openxmlformats.org/officeDocument/2006/relationships/notesSlide" Target="/ppt/notesSlides/notesSlide16.xml" Id="R7b381def974142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f57e8b476be43a6" /><Relationship Type="http://schemas.openxmlformats.org/officeDocument/2006/relationships/image" Target="/ppt/media/image11.png" Id="R1299f5db4cb448a6" /><Relationship Type="http://schemas.openxmlformats.org/officeDocument/2006/relationships/notesSlide" Target="/ppt/notesSlides/notesSlide17.xml" Id="Ra847531a4bc946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4c79f2bacd84f0e" /><Relationship Type="http://schemas.openxmlformats.org/officeDocument/2006/relationships/image" Target="/ppt/media/image12.png" Id="R599f5f486c5e425d" /><Relationship Type="http://schemas.openxmlformats.org/officeDocument/2006/relationships/notesSlide" Target="/ppt/notesSlides/notesSlide18.xml" Id="R799a1689e40649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4f2c1a939614edb" /><Relationship Type="http://schemas.openxmlformats.org/officeDocument/2006/relationships/image" Target="/ppt/media/image13.png" Id="R383fa3f83602455f" /><Relationship Type="http://schemas.openxmlformats.org/officeDocument/2006/relationships/notesSlide" Target="/ppt/notesSlides/notesSlide19.xml" Id="R9c9274f814654c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52319d17bdb411a" /><Relationship Type="http://schemas.openxmlformats.org/officeDocument/2006/relationships/image" Target="/ppt/media/image14.png" Id="Rd235794a56b04e4b" /><Relationship Type="http://schemas.openxmlformats.org/officeDocument/2006/relationships/notesSlide" Target="/ppt/notesSlides/notesSlide20.xml" Id="R55590d92e97e4d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234bd3563934976" /><Relationship Type="http://schemas.openxmlformats.org/officeDocument/2006/relationships/image" Target="/ppt/media/image15.png" Id="R685d278d76df436c" /><Relationship Type="http://schemas.openxmlformats.org/officeDocument/2006/relationships/image" Target="/ppt/media/image16.png" Id="Rfbff26435f3747f9" /><Relationship Type="http://schemas.openxmlformats.org/officeDocument/2006/relationships/notesSlide" Target="/ppt/notesSlides/notesSlide21.xml" Id="R3528da2867cf44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ec7a4c960b846b2" /><Relationship Type="http://schemas.openxmlformats.org/officeDocument/2006/relationships/image" Target="/ppt/media/image17.png" Id="R7a4f331aa48c4574" /><Relationship Type="http://schemas.openxmlformats.org/officeDocument/2006/relationships/notesSlide" Target="/ppt/notesSlides/notesSlide22.xml" Id="R1ecd0db03c464c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9ed94fc52734940" /><Relationship Type="http://schemas.openxmlformats.org/officeDocument/2006/relationships/image" Target="/ppt/media/image18.png" Id="R78cdd110e4a745b7" /><Relationship Type="http://schemas.openxmlformats.org/officeDocument/2006/relationships/notesSlide" Target="/ppt/notesSlides/notesSlide23.xml" Id="R0fd3f0b592a645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3a62ee2f1b064699" /><Relationship Type="http://schemas.openxmlformats.org/officeDocument/2006/relationships/image" Target="/ppt/media/image19.png" Id="R55630cfa61bf4fbf" /><Relationship Type="http://schemas.openxmlformats.org/officeDocument/2006/relationships/notesSlide" Target="/ppt/notesSlides/notesSlide24.xml" Id="Rc71b801cdabb49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aa884450d744ddf" /><Relationship Type="http://schemas.openxmlformats.org/officeDocument/2006/relationships/image" Target="/ppt/media/image20.png" Id="R35aafce071734d37" /><Relationship Type="http://schemas.openxmlformats.org/officeDocument/2006/relationships/notesSlide" Target="/ppt/notesSlides/notesSlide25.xml" Id="Rfdefb018399148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ae19b99dcec4af3" /><Relationship Type="http://schemas.openxmlformats.org/officeDocument/2006/relationships/image" Target="/ppt/media/image21.png" Id="Racaea2db998a4a6f" /><Relationship Type="http://schemas.openxmlformats.org/officeDocument/2006/relationships/image" Target="/ppt/media/image22.png" Id="R9e7e7d4e35f04888" /><Relationship Type="http://schemas.openxmlformats.org/officeDocument/2006/relationships/notesSlide" Target="/ppt/notesSlides/notesSlide26.xml" Id="R462b2691e4c74e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137018808c4145b2" /><Relationship Type="http://schemas.openxmlformats.org/officeDocument/2006/relationships/image" Target="/ppt/media/image23.png" Id="R7d08845b12fd407e" /><Relationship Type="http://schemas.openxmlformats.org/officeDocument/2006/relationships/notesSlide" Target="/ppt/notesSlides/notesSlide27.xml" Id="R14238e6dfa2f45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9c2933440fe425c" /><Relationship Type="http://schemas.openxmlformats.org/officeDocument/2006/relationships/image" Target="/ppt/media/image24.png" Id="R566fbdd967ca42a2" /><Relationship Type="http://schemas.openxmlformats.org/officeDocument/2006/relationships/notesSlide" Target="/ppt/notesSlides/notesSlide28.xml" Id="Rbb92c5d7cf3d4e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4b2cf8470e6d4691" /><Relationship Type="http://schemas.openxmlformats.org/officeDocument/2006/relationships/image" Target="/ppt/media/image25.png" Id="R69183d17366044c2" /><Relationship Type="http://schemas.openxmlformats.org/officeDocument/2006/relationships/notesSlide" Target="/ppt/notesSlides/notesSlide29.xml" Id="R33e3fd0da474465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f1ebff4fcad4e9e" /><Relationship Type="http://schemas.openxmlformats.org/officeDocument/2006/relationships/image" Target="/ppt/media/image26.png" Id="Rbe96ab42c79f4b77" /><Relationship Type="http://schemas.openxmlformats.org/officeDocument/2006/relationships/notesSlide" Target="/ppt/notesSlides/notesSlide30.xml" Id="Rfaffa129d7f44d1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77f51f3ebd440bb" /><Relationship Type="http://schemas.openxmlformats.org/officeDocument/2006/relationships/image" Target="/ppt/media/image27.png" Id="R11eadef61175424e" /><Relationship Type="http://schemas.openxmlformats.org/officeDocument/2006/relationships/image" Target="/ppt/media/image28.png" Id="Rb21e00f096924a13" /><Relationship Type="http://schemas.openxmlformats.org/officeDocument/2006/relationships/notesSlide" Target="/ppt/notesSlides/notesSlide31.xml" Id="R3b1bbf90864049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a57581aa699f4a8f" /><Relationship Type="http://schemas.openxmlformats.org/officeDocument/2006/relationships/image" Target="/ppt/media/image29.png" Id="R6220480dfe9842a9" /><Relationship Type="http://schemas.openxmlformats.org/officeDocument/2006/relationships/notesSlide" Target="/ppt/notesSlides/notesSlide32.xml" Id="Ra94b21da389341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a949734167ca4445" /><Relationship Type="http://schemas.openxmlformats.org/officeDocument/2006/relationships/image" Target="/ppt/media/image30.png" Id="R3a8082eafa4049b3" /><Relationship Type="http://schemas.openxmlformats.org/officeDocument/2006/relationships/notesSlide" Target="/ppt/notesSlides/notesSlide33.xml" Id="R0c69390f5d03445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b7a3ca18e22f4d5f" /><Relationship Type="http://schemas.openxmlformats.org/officeDocument/2006/relationships/image" Target="/ppt/media/image31.png" Id="Rbe859666fd8945f7" /><Relationship Type="http://schemas.openxmlformats.org/officeDocument/2006/relationships/notesSlide" Target="/ppt/notesSlides/notesSlide34.xml" Id="R3c463649a882429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fe16c5d5fc1a4551" /><Relationship Type="http://schemas.openxmlformats.org/officeDocument/2006/relationships/image" Target="/ppt/media/image32.png" Id="Rfaf1dc56681e4387" /><Relationship Type="http://schemas.openxmlformats.org/officeDocument/2006/relationships/notesSlide" Target="/ppt/notesSlides/notesSlide35.xml" Id="Rd575cc4c5f974a3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9594629f8b91434d" /><Relationship Type="http://schemas.openxmlformats.org/officeDocument/2006/relationships/image" Target="/ppt/media/image33.png" Id="Re2af86d074514f43" /><Relationship Type="http://schemas.openxmlformats.org/officeDocument/2006/relationships/image" Target="/ppt/media/image34.png" Id="R1e295ae7e46d42fe" /><Relationship Type="http://schemas.openxmlformats.org/officeDocument/2006/relationships/notesSlide" Target="/ppt/notesSlides/notesSlide36.xml" Id="Rf4adc9c9b3574b6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fcf433841d1f470a" /><Relationship Type="http://schemas.openxmlformats.org/officeDocument/2006/relationships/image" Target="/ppt/media/image35.png" Id="R78151f278e504975" /><Relationship Type="http://schemas.openxmlformats.org/officeDocument/2006/relationships/notesSlide" Target="/ppt/notesSlides/notesSlide37.xml" Id="Rf3eaf57f2ee64d1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86d6cac61c484cee" /><Relationship Type="http://schemas.openxmlformats.org/officeDocument/2006/relationships/image" Target="/ppt/media/image36.png" Id="Rcc15fd6926044d74" /><Relationship Type="http://schemas.openxmlformats.org/officeDocument/2006/relationships/notesSlide" Target="/ppt/notesSlides/notesSlide38.xml" Id="R48c561ea5d8442f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29138b83d15540c5" /><Relationship Type="http://schemas.openxmlformats.org/officeDocument/2006/relationships/image" Target="/ppt/media/image37.png" Id="R521e156e50b8490e" /><Relationship Type="http://schemas.openxmlformats.org/officeDocument/2006/relationships/notesSlide" Target="/ppt/notesSlides/notesSlide39.xml" Id="R007f939aecb5414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8ba83349fb14620" /><Relationship Type="http://schemas.openxmlformats.org/officeDocument/2006/relationships/image" Target="/ppt/media/image38.png" Id="Rebbce5ae57fe497f" /><Relationship Type="http://schemas.openxmlformats.org/officeDocument/2006/relationships/notesSlide" Target="/ppt/notesSlides/notesSlide40.xml" Id="Rf5e32fa12bf44f7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d7bbb30c2c5d45b3" /><Relationship Type="http://schemas.openxmlformats.org/officeDocument/2006/relationships/image" Target="/ppt/media/image39.png" Id="Rfaf25aef3a354dc5" /><Relationship Type="http://schemas.openxmlformats.org/officeDocument/2006/relationships/image" Target="/ppt/media/image40.png" Id="R1b449e9c6b96457c" /><Relationship Type="http://schemas.openxmlformats.org/officeDocument/2006/relationships/notesSlide" Target="/ppt/notesSlides/notesSlide41.xml" Id="R103c239ded6b4e7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127397d1db74324" /><Relationship Type="http://schemas.openxmlformats.org/officeDocument/2006/relationships/image" Target="/ppt/media/image41.png" Id="R52ac7991c58b4ce2" /><Relationship Type="http://schemas.openxmlformats.org/officeDocument/2006/relationships/notesSlide" Target="/ppt/notesSlides/notesSlide42.xml" Id="Rad77ae938d83494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085f290d0bb347dd" /><Relationship Type="http://schemas.openxmlformats.org/officeDocument/2006/relationships/image" Target="/ppt/media/image42.png" Id="R4fc0e6272d9644aa" /><Relationship Type="http://schemas.openxmlformats.org/officeDocument/2006/relationships/notesSlide" Target="/ppt/notesSlides/notesSlide43.xml" Id="Rc0c98a6a961d4a2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fc035e2a18ec4bd3" /><Relationship Type="http://schemas.openxmlformats.org/officeDocument/2006/relationships/image" Target="/ppt/media/image43.png" Id="R565daf2b8e0b47a7" /><Relationship Type="http://schemas.openxmlformats.org/officeDocument/2006/relationships/notesSlide" Target="/ppt/notesSlides/notesSlide44.xml" Id="Rddaafda7832b44a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8d2cd8c4df74d60" /><Relationship Type="http://schemas.openxmlformats.org/officeDocument/2006/relationships/image" Target="/ppt/media/image44.png" Id="Rb23dc0fbed6f4a68" /><Relationship Type="http://schemas.openxmlformats.org/officeDocument/2006/relationships/notesSlide" Target="/ppt/notesSlides/notesSlide45.xml" Id="R477e777ff11949b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9f910fa441e0433f" /><Relationship Type="http://schemas.openxmlformats.org/officeDocument/2006/relationships/image" Target="/ppt/media/image45.png" Id="R6d34fa29946b4996" /><Relationship Type="http://schemas.openxmlformats.org/officeDocument/2006/relationships/notesSlide" Target="/ppt/notesSlides/notesSlide46.xml" Id="Rab84416e04d9441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c0204a8ed3c64607" /><Relationship Type="http://schemas.openxmlformats.org/officeDocument/2006/relationships/notesSlide" Target="/ppt/notesSlides/notesSlide47.xml" Id="R2110705ebb6b4f6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ea30670c7c243e9" /><Relationship Type="http://schemas.openxmlformats.org/officeDocument/2006/relationships/image" Target="/ppt/media/image46.png" Id="R8ccf832861ec4d2d" /><Relationship Type="http://schemas.openxmlformats.org/officeDocument/2006/relationships/notesSlide" Target="/ppt/notesSlides/notesSlide48.xml" Id="R2a1c9a3e848c48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853e160b55964879" /><Relationship Type="http://schemas.openxmlformats.org/officeDocument/2006/relationships/image" Target="/ppt/media/image47.png" Id="Re4c623ea6f1f408b" /><Relationship Type="http://schemas.openxmlformats.org/officeDocument/2006/relationships/notesSlide" Target="/ppt/notesSlides/notesSlide49.xml" Id="Rd3229a94150a461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9f97214ef1d4f45" /><Relationship Type="http://schemas.openxmlformats.org/officeDocument/2006/relationships/notesSlide" Target="/ppt/notesSlides/notesSlide50.xml" Id="Rd7313b2b3d17402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f4e5c7bf6d44499f" /><Relationship Type="http://schemas.openxmlformats.org/officeDocument/2006/relationships/image" Target="/ppt/media/image48.png" Id="Rd27f90874c554e20" /><Relationship Type="http://schemas.openxmlformats.org/officeDocument/2006/relationships/notesSlide" Target="/ppt/notesSlides/notesSlide51.xml" Id="Ree45f198419f4eb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86a1c3249df411b" /><Relationship Type="http://schemas.openxmlformats.org/officeDocument/2006/relationships/notesSlide" Target="/ppt/notesSlides/notesSlide52.xml" Id="R14f441d0b7454ea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cb5a94ddcc93428a" /><Relationship Type="http://schemas.openxmlformats.org/officeDocument/2006/relationships/notesSlide" Target="/ppt/notesSlides/notesSlide53.xml" Id="R17b97daec5bb4b4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E69C6E7B-6019-4532-8DA8-F77EFD3191C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7303012-4CD0-4699-84E3-AB122FF9A1FC}"/>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D836AD75-E202-419A-B433-CA2E40AF61E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A37EF290-3DEC-4BC3-BAFD-87335EBCF6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984322284"/>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e9bf58a37774ef8"/>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84CDABE4-FA5C-4B98-9D8B-CEE5ED241D4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51E52FA3-524A-41D2-890A-6B9A41E9936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69815C04-023B-48D9-BE8B-CF1F11B4C540}"/>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D121F209-F640-4F3B-865D-A254004A649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76114E01-C479-40DD-878F-3CAA2F7DCCC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22ED8362-F7F4-4F26-9315-D8B0255398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240196384"/>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F905B783-E883-4A92-9638-08664ADDCD81}"/>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2FAB14FA-0A17-4A46-9F2A-889883AFA2FC}"/>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37D89E5E-CE92-4E2B-A9CC-49AA995DC698}"/>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CB8F5D82-CBA7-4AF8-9B1A-AC70197F5B46}"/>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9878A741-F4FE-4CC3-B67A-14167DAE48D8}"/>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3ED02D83-DDFF-418F-8F2B-C7FD39ADC33A}"/>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86ADD7EC-4F2D-40A4-A1C7-74A23ECE6B82}"/>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6BEC32E0-C8B6-4C42-BEA5-997E5CA44E10}"/>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8DE8F141-1E1B-44A4-962E-2871E4520C97}"/>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502C850F-270B-4ABE-BA46-692DF85E62D2}"/>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2CCEBD99-246D-4D81-B89A-F9D3792E494D}"/>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6DCF3F69-854D-4C9D-8A22-2D568548CE6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8C83718-C4F0-4010-B772-A9109436D04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2A5E893A-BDBE-434E-BC65-D8A8C181044D}"/>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EA410ACE-022C-4ECB-8A5D-99605B90C9A4}"/>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20D3C934-4AD7-473B-8A30-94C7DB271BC6}"/>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5A513B41-552C-48A2-A9F3-4291E6AAFC14}"/>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33DDB325-DA7E-4227-AD8D-871D629D92B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F33C7809-D903-481C-866D-5013CC3489C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D8BC18D6-3716-453C-BC80-1B3A91A057A3}"/>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8D0F82D9-BC16-4667-A111-320D8575E970}"/>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B468F32-CD22-4E3B-8B31-AE2A117A2A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62346453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DE0C2680-7128-42C3-B9E3-1A229EBFB53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76559EC9-D390-402E-8334-0CA7C7FE74E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5A5C60AF-3C40-445C-A488-CA50115023A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02528F14-235B-4FE7-8C50-23567DBE17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37666025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7C893D90-DF2E-4EA0-AEDE-F39EDA6CD85B}"/>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D9291D3D-F8A4-44FA-ABB3-31DEF08E9C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57EBFBEC-A5F5-47A9-B0A4-95E28EA3CB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9122372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E35BBCD6-36D5-4501-A00F-634D47481941}"/>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81D76ED9-41CE-4AB3-9D81-5A759A80EE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7F55669D-BFFD-4261-9B2A-2462E6F876C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32470CAA-963E-4AD9-8B49-682B7C2F255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7E058877-6761-40A4-B294-C87188B121C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23B49B75-068D-477C-9630-3F4182AC267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476F2A50-F9C8-4B04-8751-7CE39D88CD2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C8EDCC5C-66EB-4343-8D1E-E2C543CFBFB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F7B66861-0A26-4EB2-8110-ADF86D171B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23460463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B734DBAC-CA2A-495B-AC1D-5C094D603D0E}"/>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67060097-EF7A-43F0-956F-93C44DD880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87976103-3F36-4687-9FD7-641FA26A65BE}"/>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F45F2FEA-DD34-4844-8DAA-E4B90879A18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0828F9C6-F4B2-4A43-BCB4-A44F3E690498}"/>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1AB8C041-F751-4508-BF2D-88CC860AB92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4156E455-769E-4321-B319-02092770810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B146F13B-0A01-4CFC-9C33-1ADA7EFCFF0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71A21372-286D-49DD-AAD5-A61DF734A8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2584800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AA3EEF1D-F845-4C74-8F23-01818B81F5E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11407EA4-5424-4270-8A24-FD4CDC31C3F0}"/>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1A9FDE76-B052-46A3-BAF8-6167B77ED2E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A0684A70-C2E2-4681-8B79-B707A37D96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16870878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41046efcb0c24ed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BB95745F-190A-4A67-8CE4-1FD6EF12BE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10537092"/>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06dbdd048801443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741EE412-D006-4029-82C4-31F816DB8C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90466031"/>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50aae3dd810e4e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1CAEEACA-BAD3-40AF-AEEC-917AD9711D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9218445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b76c55cb134946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FC8BBCD2-46A1-4CE8-9A5C-14581087CB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023291561"/>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216f1757f3464c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F9697B61-8B31-42FF-B05A-8E11F6F99E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2179054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8024b2af0a0e43b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ACC29306-78B1-409F-856E-86D529BC40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8034572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0B375E66-1AF2-49FE-90E2-08BE4F50C7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dd89e78258514e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1E2E65DA-D243-46C6-9D88-A300EE18701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8A883AA6-F7B6-431F-8F6C-F7D350325C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F57C8B76-D5B4-4330-9ADE-2306C14EA2B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5B1518AB-22C6-4248-8EA4-1229E028C79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EC2157C6-A444-451D-8F8D-A9ED5DA1C104}"/>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FF0FE41E-036F-42B8-AFA7-B3E68ABFF7B1}"/>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B0F09FDC-9815-4850-AD38-4812975608AF}"/>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6F984A39-FECC-4AB5-B02B-4454B6C9F3C8}"/>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052F911F-CA78-4116-958E-82A486757189}"/>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F32B5C02-E871-4736-AB68-93548AC6D47A}"/>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417438B0-BD71-437B-A854-571C29D8EFCA}"/>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17465F3E-F455-41BC-B4E4-E278E083CF76}"/>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AB80F933-49BA-4B0E-A334-354EEAD8727C}"/>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AAF6011F-D989-4F8F-A656-726E9BC128C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F2173B0A-212B-45E7-BCD6-E6586BD200D3}"/>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48D9963B-3CE8-484F-9987-98C1D981FF13}"/>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196D6EFE-0911-4D8B-B3F8-6608F8D15BE6}"/>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BADB2199-F782-409E-87B1-961D9E0006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97095798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42342E5E-558A-4372-978C-D701890F81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98e5b766a07d44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29D74F0C-26AC-4B43-A043-5C2F3A6647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8FDF793D-C450-4E79-AA86-065FEAE4CA3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100" name="11-text-2">
            <a:extLst xmlns:a="http://schemas.openxmlformats.org/drawingml/2006/main">
              <a:ext uri="{FF2B5EF4-FFF2-40B4-BE49-F238E27FC236}">
                <a16:creationId xmlns:a16="http://schemas.microsoft.com/office/drawing/2014/main" id="{065CA42A-929A-460A-9301-94C5D4607D9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01" name="11-text-3">
            <a:extLst xmlns:a="http://schemas.openxmlformats.org/drawingml/2006/main">
              <a:ext uri="{FF2B5EF4-FFF2-40B4-BE49-F238E27FC236}">
                <a16:creationId xmlns:a16="http://schemas.microsoft.com/office/drawing/2014/main" id="{4D4805B8-A280-4A86-88C3-A2351EEC8D8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7f45dd84e91549c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20C0DF93-774D-40FD-8787-51EAC5AD28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511838316"/>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8900277A-CC78-40C3-9E04-F2723EB880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1299f5db4cb448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5D5001B7-24C5-4A14-A6AC-F55E971E9C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529212F3-D11C-4B51-8A4C-6902518787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CA672FDB-670F-401E-818E-525A32E76F7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81235C43-225F-4DFD-AEF1-DDBC379BBFBE}"/>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AC8A6F35-07EC-41BC-80B3-F8301F6573CD}"/>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A8429D90-0447-4F1C-ADB4-6FBCFC4AD73A}"/>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74D2A1B1-13A9-40FD-9F9A-3EAB21013F3F}"/>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C815F394-3CF6-449E-8518-C7EAF7BA2134}"/>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A5812F35-4ECE-4136-8919-379639DF9893}"/>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E2E42E0A-5F2A-49C5-8E74-D3BC84600C19}"/>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C5759EE8-00E1-4A18-B2BF-25212D2636D1}"/>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08FDCBAB-154F-4E57-B4BB-3DAAA5E705A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0BF23BFC-DDC5-4341-BB5F-B71FEF740BFD}"/>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F42CF6CD-7F32-4563-80BA-2CD46D1C5273}"/>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8FCE9F5D-BC23-406A-9A8A-8AA9770C2857}"/>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D295956C-3418-49F8-A3ED-2E500C332B6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3C1E2413-2798-4334-8D3D-4548349426D8}"/>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703E66B1-85FB-484E-BD01-4876F601C6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945412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3CE76467-7E9E-4E6A-9CDB-412B59163B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599f5f486c5e42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D159FA3A-400B-49C8-B79E-4E7FE10040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1128E2F1-3393-4099-B1C3-EC8AB885AE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3C89B64E-B712-4F9F-84C4-E0ED978DB42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8031DC37-1243-453C-9929-77336FC00A3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96F4D453-1168-4D61-A75C-2608ADE5564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3FDF0523-5C93-40D2-A960-C4564B444D7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DE70DD4D-7345-4CA8-AF56-DC2425A6EE2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E5AACF5F-97FE-4BD1-8F9F-A34BCC2FB205}"/>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69DD7CE9-C7A2-4768-B710-B40269BDE7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13626478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725E48F0-84A5-4DC6-90F0-223CA11B6A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383fa3f8360245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68218688-01AF-44E3-8797-122FBEF2AE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AD3B546F-009F-4E0E-9289-9447BC08C4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9DB9CAD0-2BEF-4BA0-8167-7617BC11722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32FD665B-6048-431D-8EBD-B2F1DECA62B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F16B0268-F42B-4EF8-B3CF-381C4D85F55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40CC61C4-1A2A-46D8-BC5E-E0A9015F64B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F4375E8C-C096-41B3-96AA-C9117F74D5A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828E3C6D-DBCC-4282-ADE3-007D2A61A64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B245C976-148A-4421-98DD-E4AEF878510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CC559CDE-B273-4ACD-8B58-136BC161832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564BE069-78B1-4F59-9017-DF8B637990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887614536"/>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D03F3443-B08B-45C4-8F75-226A5519DB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d235794a56b04e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779BB3F9-8461-4649-B57B-16AD87771F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070453F7-21A1-41D5-B28C-60A2DB72B4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CD5E6E7D-3444-4DA4-B16D-2CDB4E2F53C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2D168355-2625-46EC-9201-8233CD21236D}"/>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66BCC7D2-8C79-4FDE-B0B9-74AC08F202FA}"/>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51F8865E-DD65-40B3-9D77-C542D5C82A48}"/>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8F700736-543D-4837-A1FC-29D02B46145D}"/>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82616277-368E-4948-931D-B258ECDC0AAA}"/>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7C802C27-9A8E-4DDA-8C0A-D4DFB6E219FA}"/>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D24BFA9B-A356-4DF1-88EF-32C5BFC2F0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81053615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23F7ED43-852A-4863-85E2-EEBA9558CD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685d278d76df436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6716E8EC-5332-4472-A196-022092E7CC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71EDC825-9500-4D16-92CC-ABE6FE35446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DBA4E5E7-40A4-42E9-8298-A4904CD3E11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C1108464-3462-4C12-A185-11D2A0E2903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fbff26435f3747f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77625120-8E99-46E2-957B-9AF428B388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599131272"/>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D69FA910-7A5D-4783-91DF-DCD391E6A4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7a4f331aa48c45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FFF7EC65-2E7C-4608-BCEA-8CC54B85D6A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C4DD3956-8F6F-4A5A-BCA4-12721A4D5A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51EFA47A-37B4-445F-9496-A979A77238F0}"/>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AED16F97-5D4F-4E82-AC69-AA3A798C1797}"/>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26952AE9-D3D8-4B0F-B112-8125D8199FE7}"/>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1623F8EB-57F1-481A-BCF5-9821F5E49E43}"/>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F733AA41-6499-4D82-B6C1-3B6520BC8CCD}"/>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B054E813-D046-4335-AD17-BF01364B1832}"/>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8A8BF796-8E43-43E4-9917-D7D481FC26C9}"/>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AE528820-B734-4CE9-A271-54C4631DEBF2}"/>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D2B8A6CB-8860-4B14-A561-BBC78D95BEA9}"/>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8D26234A-90FC-4FCF-9D81-E46384974AE6}"/>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08C2BD27-A1C2-4F02-87D1-B108F4ED7EBF}"/>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00D39B10-A0C7-466A-844E-61D97A043255}"/>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26948A65-5213-43BB-8EDA-75F5DF58CFA4}"/>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9DA5163D-59E8-4786-96B7-75F219FF2B3C}"/>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98F0B32F-76F5-4E8D-AD12-3A5C498C4167}"/>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D497AF35-AFE1-46B3-B352-B5F5A2EF2CC4}"/>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64EC39B5-0FD6-449E-A90A-6BC9936C766D}"/>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A24FD292-4242-461E-BE11-F86D15ED6E18}"/>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84E67D9E-2589-4490-B432-AA101967AB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20762705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87FCEE77-CF3C-4A6C-B432-C7A40C5960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78cdd110e4a745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EC6DF280-7A8F-462B-8ACE-72CB8E57CF4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0A4A2C67-5C08-4EAA-842B-F17633129A5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F8FB42B8-8659-4167-8AA7-EE75FDBE67B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E172D17D-314D-435B-8BB6-73DF37C5B17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46CBADCF-FD2A-449F-9EE3-E6AA94C5ECA1}"/>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08F33951-953E-4B82-99A3-1F930919D94D}"/>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AB886074-5247-4C44-AB90-F08849941F79}"/>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25A7CC54-3FFC-4B08-9DF5-1F114EC14E66}"/>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4AE46034-12D4-48BC-9D4C-D3E3F4B6F5BB}"/>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F7CC60CD-D096-4D01-940D-F8AD5DE446FF}"/>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23B55F6E-6CD9-48CE-B1F7-499B0E6F6568}"/>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877281FB-EFEA-4E33-86CC-3AE2744C83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69701702"/>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B4C22504-741A-425E-8236-F2F3E26793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55630cfa61bf4fb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E01C014D-59AA-4BEE-810F-CC828F94C56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CDBC1D99-6320-4056-9265-5AF198FA87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B6F15B53-F14A-40D0-B869-ABF48611F2E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33A74F93-7947-40B8-966D-6C1C882D5D5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496FB949-1726-4C34-9310-0EBD951387F0}"/>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5928D436-7C29-4B8B-8DCA-6B520D78A703}"/>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3FA88990-70DA-49A9-BBA3-53C82BE12A2E}"/>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2E2129BE-D414-4502-9197-25E9DD29F22F}"/>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A3951F73-B115-45AE-BC9A-D2D7666E1DAD}"/>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D33D4AA4-0BA9-42FB-BB1D-27B7E5A91153}"/>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5724F2B4-9175-400F-836D-547FCA75F30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20270DCB-F306-4362-9AE0-880B32C5EB8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896EA562-4C8E-4C2F-839D-D41E0BC337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662640122"/>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CFC13FD8-B46D-4F3A-90CD-AE7F082106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35aafce071734d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1D2F1848-348E-4809-BACA-A7BF5CB994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B1758D89-F0AA-4824-AFF9-73884655E6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3D3D6E97-62CE-4349-A4B9-E454CEB2995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132BB2C3-B416-47BF-89AB-A17201D4D3D5}"/>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D419A2C8-F12B-4255-BCA8-C2F86D8B1FCB}"/>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66BB473A-F3AB-45EE-A058-C8E6597016ED}"/>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5CB5B102-22BD-45B2-8694-39FF60F9666A}"/>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D12EA9E8-D5AC-488A-9464-418563346F22}"/>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312D4AFF-1067-4656-B499-E3D83A810DDD}"/>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9211F378-ECF5-4B0B-A217-2AB11646847D}"/>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3AF55300-500A-4D90-B38A-D67D6B56D591}"/>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3EE8AE6B-3656-44F1-9C95-FFA490AB096F}"/>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AA9F4117-FAB0-437D-9173-FCBE59E4832C}"/>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6D868B4E-1C1C-4AAE-94A7-39A214CC9F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277280095"/>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D233ACCE-5D9E-4B01-AD72-4A37C39CBFE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acaea2db998a4a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24546825-C7B5-45B8-95E1-B38FDFB0378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442CFE80-1D38-4F23-B444-40A502E011E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17667EFB-375B-4285-A893-A4A326F90A1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2006A4EA-B06C-4F3F-9F5D-973FF0E2E4B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9e7e7d4e35f0488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8ED5D651-2104-4291-82FD-5D4D61FDD2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005975269"/>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EE0F5680-590E-44ED-90C9-A144763F74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7d08845b12fd40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29DA3A50-8918-48D2-92FD-AFF55F4995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6E2FBA79-0BB7-499D-B541-3861655E0C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16C9DFD3-D8B2-4E69-91D1-473F06F54AC3}"/>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4B272B9E-E05D-4BD8-A43A-7F2E4094AC02}"/>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4F3BC6C8-41D8-4241-926A-AEB6E240F10B}"/>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92BD362F-019C-4CFC-BEC5-18A1CA764D1B}"/>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735FE671-3F55-4C77-B3C2-1129B2CECB3A}"/>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0B8DB53A-C31C-4263-81A9-811A5F90895D}"/>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54F58CEB-CA6E-43A9-9A19-D224DCE90021}"/>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00F3B9F6-C793-4D11-9352-5D7760F0F607}"/>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1A2D90AD-80DF-4C6B-A686-EECA97E2D97D}"/>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88DA78D7-A96A-4D1A-9C80-518C8BD5D4D8}"/>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91ADCF95-03D0-462F-916F-444677AB8893}"/>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C708DA99-FAFD-4D8B-891B-182874DE04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22847485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33037479-45C1-4405-9CA1-30E5F66B8B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566fbdd967ca42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B965615A-F2F9-480E-9BED-937B58F640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AA6B095A-7615-41CC-95CA-05AC6BEFC4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5CBEF173-B045-4123-A933-009F57F8C7C1}"/>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298B6F2B-06B6-4B55-8551-8BB2B2CBAF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610530111"/>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A227EC41-218E-4CC0-9715-43DEFC628F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69183d17366044c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67078864-FBEA-427A-9A17-6C5D00BE91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23776406-6C58-4FCA-B8EB-5289A53FDE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FD3E0260-300E-4DB5-9421-FDBC2F3890A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B5E4D1AB-195F-4F04-98F4-41F31CF1564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46A76C35-AD55-41D1-9B71-22D2BB65D3B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647FA3F5-D319-4C34-B923-3B963C034B0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DE1770DA-F9E7-4B53-8F51-80F7CC8B861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BC6D778D-79B5-45C4-ABE8-A811545B4B1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49C16567-BBF5-4BED-993A-0FDFFC63700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07B2AC40-961F-4C87-9994-C10F6DE0726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1CC5A546-0CD6-4816-A1E8-57585F3C8E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57811185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FEF36198-3DD1-4D7D-AE9B-BBB11588E0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be96ab42c79f4b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237569D4-418C-40F1-9C5F-DFB75D24876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6BFD083E-6E83-4279-8A9D-55525ACE9DE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D007C687-D89F-4EB2-B858-B5D83820F94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99D87D75-633E-45C4-8DD0-59D553AF237E}"/>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884A3995-459E-468F-894E-CC3271023684}"/>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6DF4B36A-729B-495B-81F4-CB0AFB182A6B}"/>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CF728503-749E-40BC-A1FA-CB38EC1A78B5}"/>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4BA00CA6-68D6-47E7-843F-B890DD700D9D}"/>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5206F350-4855-4010-AE87-C70E2113311E}"/>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C481AA8B-D76D-45DF-9C0C-3B25FC8BA4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83872449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39201C36-647E-4EDB-85CD-42B53F69C1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11eadef6117542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06AADF0D-6A55-4402-9C2C-335441F73F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532A68FC-90CD-4E27-9F3B-572F45A9B7E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62705D38-79B0-4B2E-BD7E-2C93F69BC89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2043023D-FBA1-4D42-9165-E833F0F3582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b21e00f096924a1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7F72325F-EFFF-48CC-ABED-240CED49EB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19689727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F39F95AE-5974-458B-8125-EADBDD7C7D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6220480dfe9842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346D9719-B1D2-4348-A025-90D46D3E51B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7D3D9A57-9E42-48B8-842B-D67EF2137D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921DD076-0BBE-4A8D-8B1A-848DE22EC474}"/>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1218C37E-BF30-482F-84C4-C3DE3BB92FA8}"/>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012A70DF-0CBF-4FA4-ADFB-4A557C790496}"/>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5ADCC95F-4200-405C-8123-E4CB5047069D}"/>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522D4243-7A7F-48F6-837B-D874B479A199}"/>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107870FF-42E9-4DC9-82A9-311D5DAE974A}"/>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C7B3E02F-B0BA-4BF7-9D37-FBFAD6B8528C}"/>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5B922414-2F2E-47CF-B9D5-245537162972}"/>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9B63F499-8105-4BE4-ABBB-85B31DED9505}"/>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3F4A7FA9-0C5C-434E-A8C8-9CA0D4C1E516}"/>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E1579952-7D01-4644-93CF-970B5CF1BCA6}"/>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599B19DE-3006-4271-B1DB-59497A4CBCEF}"/>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BB30DFA8-D49E-42A8-A889-9C6A20988722}"/>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DE627B15-6E19-424A-9D5E-3445F17E8255}"/>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643BBFA9-99E4-446D-A6B3-5A7604FB582D}"/>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E6E611A5-72D6-41AA-9AC7-B3D4983A33F8}"/>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8945C059-0651-4A3F-AFC2-BC82A939DF9D}"/>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9AE0C44E-0A17-497F-91E0-BDE16106046D}"/>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EC22E972-1EA8-4448-8528-0387E959B1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81123716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9F87929E-2BCD-4E1A-8EEC-E4B6D3046B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3a8082eafa4049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340D63EA-ADA3-491B-9C1F-B81ED2169C1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A92279E5-14C5-40C1-9077-10D8FB7774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DD19037E-9D99-4A81-9CAD-503DAA0A29A8}"/>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B029A294-C110-41C3-9E4F-1B920AD871D8}"/>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62F342D2-77B8-4EB6-B3BB-FC334EA9E576}"/>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B66BE2C6-C59C-42AC-A80C-EE4DD6874CBC}"/>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BCA2F853-4247-4D84-BF0A-E8E790852EEC}"/>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2603D520-568B-4D8D-AAD9-372C3BEA9E6C}"/>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DBC3CB33-55F8-4AF1-BDB8-7BCB33377DE2}"/>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DB1ADBE0-CC9C-4A85-ABDE-FC78C268B0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957275512"/>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2AD41FC4-0886-44FA-8438-8BF279A0FC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be859666fd8945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ECB40C09-82ED-4B6D-8B4F-B1577A507C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B35004AA-5769-4D20-8F72-310F2EC008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A3B618E7-AF47-4DA1-A3C1-A281DD858C3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3059166F-DC51-4B04-A09E-FB60570D1A6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FBF59706-A7D0-49AF-ABFF-C76B3D43610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03BEC15D-36D9-48E3-893A-BE8B457BE3E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25953C39-D9B2-4813-A862-E886DFEEB1E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8B27C8C9-F4AD-45C7-97F4-F790B4BDDEC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D11C90DB-3683-4612-8F45-4213C4C7DB5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386B1EEE-854D-48CC-97BB-DA4DF29C3DE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B60F7815-A0FD-413F-B19F-78303A0150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14475345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D0D9A603-94EF-4187-8989-D237E0DA55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faf1dc56681e43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26902026-7849-48C9-AEEA-09F5EE5BF85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E99B505A-043A-4CB6-8788-17EE655D68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53F3A3E4-F3F6-4247-94BA-E9713A27364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7367E0A1-8515-44E8-BF54-CC82FB777658}"/>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91FF6A0A-2669-4BF9-908E-0E7A13CFE37D}"/>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0127F0F2-0979-4961-BEC2-4BD77DADFEB2}"/>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0BAE5346-DCB8-4518-B6BE-F343541DA740}"/>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FE489DCB-7AB9-4B1B-BA75-17A34ABA6034}"/>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D896EE71-F680-439C-BD19-5ACCAEA79B65}"/>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818D2E6A-8D42-406C-8083-4AC7EF45B559}"/>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265AF623-4BFC-4918-996A-1ACDD3277539}"/>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B6D51984-EF3F-4B96-B0B3-0AABC7D61FCD}"/>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71637680-CA20-42D3-8209-34E1D7A47BF7}"/>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2510868C-7332-4A65-829D-497C292DF814}"/>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0F7CB1CF-1510-49C5-B523-B761053A863C}"/>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5B287800-64D0-4236-B745-3730C18D7390}"/>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96E6BB3B-CE09-4AC8-B5B2-029986A8D03E}"/>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0FACF29F-AF9A-49C9-9AF5-B0E89663FC7F}"/>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40943A45-50C5-4FC2-8362-989581DB4B75}"/>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330E146B-4149-4F38-8FC9-02B2504415FD}"/>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95BA7C7F-7001-49C7-8CE7-FC55B90AC4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55060609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C0859787-1A34-4CD9-9E80-A7A1D80937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e2af86d074514f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64D316BA-AE50-4C13-B87C-B5D5FB185E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5A507C1B-1A03-473D-8CC5-04D7C4AF618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77" name="31-text-2">
            <a:extLst xmlns:a="http://schemas.openxmlformats.org/drawingml/2006/main">
              <a:ext uri="{FF2B5EF4-FFF2-40B4-BE49-F238E27FC236}">
                <a16:creationId xmlns:a16="http://schemas.microsoft.com/office/drawing/2014/main" id="{F89989E1-BBED-4670-B4B8-AA49456D481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78" name="31-text-3">
            <a:extLst xmlns:a="http://schemas.openxmlformats.org/drawingml/2006/main">
              <a:ext uri="{FF2B5EF4-FFF2-40B4-BE49-F238E27FC236}">
                <a16:creationId xmlns:a16="http://schemas.microsoft.com/office/drawing/2014/main" id="{0B78E623-B9E4-4B89-BA66-E02B3D03A0D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1e295ae7e46d42f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113B059B-111E-449A-8185-82512B694E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16040987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F57FDBF1-FE6E-49A5-8A8A-DFE55C11E8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78151f278e5049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DE5FC092-8E29-4F94-AA0F-F6ED21417EE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D1134576-D26D-4F99-B174-6142161649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C26685E4-CCC7-4650-8808-B3AF4DFC0D1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C35CCCAE-EE8E-4CF4-89B6-40AFCA8BA637}"/>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87" name="32-text-3">
            <a:extLst xmlns:a="http://schemas.openxmlformats.org/drawingml/2006/main">
              <a:ext uri="{FF2B5EF4-FFF2-40B4-BE49-F238E27FC236}">
                <a16:creationId xmlns:a16="http://schemas.microsoft.com/office/drawing/2014/main" id="{E3F65EA5-84C8-4984-B5B8-82E277C96E2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498F7570-1168-47DF-A3F0-47EFF9F08CC7}"/>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89" name="32-shape-5">
            <a:extLst xmlns:a="http://schemas.openxmlformats.org/drawingml/2006/main">
              <a:ext uri="{FF2B5EF4-FFF2-40B4-BE49-F238E27FC236}">
                <a16:creationId xmlns:a16="http://schemas.microsoft.com/office/drawing/2014/main" id="{6BD1EDAC-F3E6-47DC-AD78-C5F1B1544EDE}"/>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49487B26-BA8B-4BD5-B92D-9D3C06629613}"/>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C5224245-3766-42F9-A095-0E0FA275FBFA}"/>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2" name="32-text-8">
            <a:extLst xmlns:a="http://schemas.openxmlformats.org/drawingml/2006/main">
              <a:ext uri="{FF2B5EF4-FFF2-40B4-BE49-F238E27FC236}">
                <a16:creationId xmlns:a16="http://schemas.microsoft.com/office/drawing/2014/main" id="{AE135D17-7D5A-437D-9DB0-31F65BE72393}"/>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D0C2C4B7-878E-451C-882E-529034FA7201}"/>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FD867D6B-3DDA-4ECF-BFCA-6D05EB62C472}"/>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ADAE647E-ECF8-448C-A7D8-B12B802D716F}"/>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26F38A3B-427E-406B-A829-52369AADB0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23111313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975ABBD8-FD3F-4936-A0BB-7330E4CA59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cc15fd6926044d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FBDA4122-601E-4964-8A25-47B140D3DC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E0AC50A6-C58A-422D-B64D-11AC07D4C2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0927DFAF-2CB1-49B6-BD9C-A5D62922CA4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1"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3" name="33-text-3">
            <a:extLst xmlns:a="http://schemas.openxmlformats.org/drawingml/2006/main">
              <a:ext uri="{FF2B5EF4-FFF2-40B4-BE49-F238E27FC236}">
                <a16:creationId xmlns:a16="http://schemas.microsoft.com/office/drawing/2014/main" id="{9AC2F759-E601-4A6A-A2D1-8DEE43D7FF36}"/>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04" name="33-text-4">
            <a:extLst xmlns:a="http://schemas.openxmlformats.org/drawingml/2006/main">
              <a:ext uri="{FF2B5EF4-FFF2-40B4-BE49-F238E27FC236}">
                <a16:creationId xmlns:a16="http://schemas.microsoft.com/office/drawing/2014/main" id="{879EB71B-4B74-472C-8BCB-E7ED992BB2CF}"/>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05" name="narrative-number">
            <a:extLst xmlns:a="http://schemas.openxmlformats.org/drawingml/2006/main">
              <a:ext uri="{FF2B5EF4-FFF2-40B4-BE49-F238E27FC236}">
                <a16:creationId xmlns:a16="http://schemas.microsoft.com/office/drawing/2014/main" id="{040527E1-4CA2-4323-8CA9-9D480C93DE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93731510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48A8D7CE-B5B1-4F7D-A976-71298A7369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521e156e50b849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slide-title">
            <a:extLst xmlns:a="http://schemas.openxmlformats.org/drawingml/2006/main">
              <a:ext uri="{FF2B5EF4-FFF2-40B4-BE49-F238E27FC236}">
                <a16:creationId xmlns:a16="http://schemas.microsoft.com/office/drawing/2014/main" id="{CE031B40-FC9A-4ED9-8C9D-85796632FB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09" name="header-divider">
            <a:extLst xmlns:a="http://schemas.openxmlformats.org/drawingml/2006/main">
              <a:ext uri="{FF2B5EF4-FFF2-40B4-BE49-F238E27FC236}">
                <a16:creationId xmlns:a16="http://schemas.microsoft.com/office/drawing/2014/main" id="{82C6CE68-0872-4D9E-ADA6-1EEA8DB712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0" name="34-text-1">
            <a:extLst xmlns:a="http://schemas.openxmlformats.org/drawingml/2006/main">
              <a:ext uri="{FF2B5EF4-FFF2-40B4-BE49-F238E27FC236}">
                <a16:creationId xmlns:a16="http://schemas.microsoft.com/office/drawing/2014/main" id="{90F53374-325E-4780-8A26-065D62FF7BE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1" name="34-text-2">
            <a:extLst xmlns:a="http://schemas.openxmlformats.org/drawingml/2006/main">
              <a:ext uri="{FF2B5EF4-FFF2-40B4-BE49-F238E27FC236}">
                <a16:creationId xmlns:a16="http://schemas.microsoft.com/office/drawing/2014/main" id="{8819FCC8-1BB4-42DE-BDAE-27CE9EFA8EE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2" name="34-text-3">
            <a:extLst xmlns:a="http://schemas.openxmlformats.org/drawingml/2006/main">
              <a:ext uri="{FF2B5EF4-FFF2-40B4-BE49-F238E27FC236}">
                <a16:creationId xmlns:a16="http://schemas.microsoft.com/office/drawing/2014/main" id="{33E1DA4E-D42E-40A6-8C5C-197FC159C42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3" name="34-text-4">
            <a:extLst xmlns:a="http://schemas.openxmlformats.org/drawingml/2006/main">
              <a:ext uri="{FF2B5EF4-FFF2-40B4-BE49-F238E27FC236}">
                <a16:creationId xmlns:a16="http://schemas.microsoft.com/office/drawing/2014/main" id="{A68B720D-0278-4A9D-8151-15F76DEA9E4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14" name="34-text-5">
            <a:extLst xmlns:a="http://schemas.openxmlformats.org/drawingml/2006/main">
              <a:ext uri="{FF2B5EF4-FFF2-40B4-BE49-F238E27FC236}">
                <a16:creationId xmlns:a16="http://schemas.microsoft.com/office/drawing/2014/main" id="{2AC2F23D-79BE-4A3A-B6E8-B9E52C9E225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15" name="34-text-6">
            <a:extLst xmlns:a="http://schemas.openxmlformats.org/drawingml/2006/main">
              <a:ext uri="{FF2B5EF4-FFF2-40B4-BE49-F238E27FC236}">
                <a16:creationId xmlns:a16="http://schemas.microsoft.com/office/drawing/2014/main" id="{B7D5C3A3-8602-4EEE-8EE5-B134583B2FD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16" name="34-text-7">
            <a:extLst xmlns:a="http://schemas.openxmlformats.org/drawingml/2006/main">
              <a:ext uri="{FF2B5EF4-FFF2-40B4-BE49-F238E27FC236}">
                <a16:creationId xmlns:a16="http://schemas.microsoft.com/office/drawing/2014/main" id="{09D8B8A7-1BD1-4318-B82E-B73C99D789E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17" name="34-text-8">
            <a:extLst xmlns:a="http://schemas.openxmlformats.org/drawingml/2006/main">
              <a:ext uri="{FF2B5EF4-FFF2-40B4-BE49-F238E27FC236}">
                <a16:creationId xmlns:a16="http://schemas.microsoft.com/office/drawing/2014/main" id="{90453CE3-0DEF-49EB-979A-4C842C06375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18" name="34-text-9">
            <a:extLst xmlns:a="http://schemas.openxmlformats.org/drawingml/2006/main">
              <a:ext uri="{FF2B5EF4-FFF2-40B4-BE49-F238E27FC236}">
                <a16:creationId xmlns:a16="http://schemas.microsoft.com/office/drawing/2014/main" id="{C3FBAF00-6AD8-47DF-B1A9-A006E640C0A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19" name="narrative-number">
            <a:extLst xmlns:a="http://schemas.openxmlformats.org/drawingml/2006/main">
              <a:ext uri="{FF2B5EF4-FFF2-40B4-BE49-F238E27FC236}">
                <a16:creationId xmlns:a16="http://schemas.microsoft.com/office/drawing/2014/main" id="{F9ED2ACC-D151-4ADF-8EE6-F625927CF7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035146356"/>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ABDA9DB4-CAD9-4164-9033-FFAA4140D1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ebbce5ae57fe49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slide-title">
            <a:extLst xmlns:a="http://schemas.openxmlformats.org/drawingml/2006/main">
              <a:ext uri="{FF2B5EF4-FFF2-40B4-BE49-F238E27FC236}">
                <a16:creationId xmlns:a16="http://schemas.microsoft.com/office/drawing/2014/main" id="{0C28401E-CC4D-4753-9A8F-C2F0B6CB31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3" name="header-divider">
            <a:extLst xmlns:a="http://schemas.openxmlformats.org/drawingml/2006/main">
              <a:ext uri="{FF2B5EF4-FFF2-40B4-BE49-F238E27FC236}">
                <a16:creationId xmlns:a16="http://schemas.microsoft.com/office/drawing/2014/main" id="{7DDBC328-BE95-45E8-A427-1D80A22711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35-text-1">
            <a:extLst xmlns:a="http://schemas.openxmlformats.org/drawingml/2006/main">
              <a:ext uri="{FF2B5EF4-FFF2-40B4-BE49-F238E27FC236}">
                <a16:creationId xmlns:a16="http://schemas.microsoft.com/office/drawing/2014/main" id="{EC7F70C1-5736-40E1-A57D-64F332BF5AC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5" name="35-text-2">
            <a:extLst xmlns:a="http://schemas.openxmlformats.org/drawingml/2006/main">
              <a:ext uri="{FF2B5EF4-FFF2-40B4-BE49-F238E27FC236}">
                <a16:creationId xmlns:a16="http://schemas.microsoft.com/office/drawing/2014/main" id="{F220471E-7E50-4F62-9B29-947BD3733079}"/>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6" name="35-text-3">
            <a:extLst xmlns:a="http://schemas.openxmlformats.org/drawingml/2006/main">
              <a:ext uri="{FF2B5EF4-FFF2-40B4-BE49-F238E27FC236}">
                <a16:creationId xmlns:a16="http://schemas.microsoft.com/office/drawing/2014/main" id="{3520506E-312A-4B4B-9E5B-83DBF404C7FC}"/>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7" name="35-text-4">
            <a:extLst xmlns:a="http://schemas.openxmlformats.org/drawingml/2006/main">
              <a:ext uri="{FF2B5EF4-FFF2-40B4-BE49-F238E27FC236}">
                <a16:creationId xmlns:a16="http://schemas.microsoft.com/office/drawing/2014/main" id="{43D78103-8A31-461D-8B34-14A4D1998B5E}"/>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28" name="35-text-5">
            <a:extLst xmlns:a="http://schemas.openxmlformats.org/drawingml/2006/main">
              <a:ext uri="{FF2B5EF4-FFF2-40B4-BE49-F238E27FC236}">
                <a16:creationId xmlns:a16="http://schemas.microsoft.com/office/drawing/2014/main" id="{B6DBF9A5-6835-4506-AD53-0181C4EDA5C9}"/>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29" name="35-text-6">
            <a:extLst xmlns:a="http://schemas.openxmlformats.org/drawingml/2006/main">
              <a:ext uri="{FF2B5EF4-FFF2-40B4-BE49-F238E27FC236}">
                <a16:creationId xmlns:a16="http://schemas.microsoft.com/office/drawing/2014/main" id="{0995D154-FA14-4391-8B4B-61F020D1E6F8}"/>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0" name="35-text-7">
            <a:extLst xmlns:a="http://schemas.openxmlformats.org/drawingml/2006/main">
              <a:ext uri="{FF2B5EF4-FFF2-40B4-BE49-F238E27FC236}">
                <a16:creationId xmlns:a16="http://schemas.microsoft.com/office/drawing/2014/main" id="{670C0B56-A04F-4D86-A809-BB29F498E67D}"/>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1" name="35-text-8">
            <a:extLst xmlns:a="http://schemas.openxmlformats.org/drawingml/2006/main">
              <a:ext uri="{FF2B5EF4-FFF2-40B4-BE49-F238E27FC236}">
                <a16:creationId xmlns:a16="http://schemas.microsoft.com/office/drawing/2014/main" id="{A55D5E3F-7F50-4DDD-BC9D-034C99F1A068}"/>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2" name="35-text-9">
            <a:extLst xmlns:a="http://schemas.openxmlformats.org/drawingml/2006/main">
              <a:ext uri="{FF2B5EF4-FFF2-40B4-BE49-F238E27FC236}">
                <a16:creationId xmlns:a16="http://schemas.microsoft.com/office/drawing/2014/main" id="{A538F477-6E9D-4A6E-90E2-DBBFA1504486}"/>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3" name="35-text-10">
            <a:extLst xmlns:a="http://schemas.openxmlformats.org/drawingml/2006/main">
              <a:ext uri="{FF2B5EF4-FFF2-40B4-BE49-F238E27FC236}">
                <a16:creationId xmlns:a16="http://schemas.microsoft.com/office/drawing/2014/main" id="{3953CC27-20C1-42CC-BF93-B213F1C5067B}"/>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4" name="narrative-number">
            <a:extLst xmlns:a="http://schemas.openxmlformats.org/drawingml/2006/main">
              <a:ext uri="{FF2B5EF4-FFF2-40B4-BE49-F238E27FC236}">
                <a16:creationId xmlns:a16="http://schemas.microsoft.com/office/drawing/2014/main" id="{0CB10702-A0BE-4A42-B8E7-0491BAC358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032718210"/>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02F9A3C4-E827-47DB-8BA6-1BC8C315DC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4" name="mini-map"/>
          <p:cNvPicPr>
            <a:picLocks xmlns:a="http://schemas.openxmlformats.org/drawingml/2006/main" noChangeAspect="1"/>
          </p:cNvPicPr>
          <p:nvPr/>
        </p:nvPicPr>
        <p:blipFill>
          <a:blip xmlns:r="http://schemas.openxmlformats.org/officeDocument/2006/relationships" xmlns:a="http://schemas.openxmlformats.org/drawingml/2006/main" r:embed="Rfaf25aef3a354d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header-divider">
            <a:extLst xmlns:a="http://schemas.openxmlformats.org/drawingml/2006/main">
              <a:ext uri="{FF2B5EF4-FFF2-40B4-BE49-F238E27FC236}">
                <a16:creationId xmlns:a16="http://schemas.microsoft.com/office/drawing/2014/main" id="{ABDF45E9-F699-465C-ABC5-973BECC22E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6-text-1">
            <a:extLst xmlns:a="http://schemas.openxmlformats.org/drawingml/2006/main">
              <a:ext uri="{FF2B5EF4-FFF2-40B4-BE49-F238E27FC236}">
                <a16:creationId xmlns:a16="http://schemas.microsoft.com/office/drawing/2014/main" id="{06BA1C0E-80B7-4DD4-AC44-5797CA0C0EE1}"/>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7" name="36-image-2"/>
          <p:cNvPicPr>
            <a:picLocks xmlns:a="http://schemas.openxmlformats.org/drawingml/2006/main" noChangeAspect="1"/>
          </p:cNvPicPr>
          <p:nvPr/>
        </p:nvPicPr>
        <p:blipFill>
          <a:blip xmlns:r="http://schemas.openxmlformats.org/officeDocument/2006/relationships" xmlns:a="http://schemas.openxmlformats.org/drawingml/2006/main" r:embed="R1b449e9c6b96457c"/>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0" name="36-text-3">
            <a:extLst xmlns:a="http://schemas.openxmlformats.org/drawingml/2006/main">
              <a:ext uri="{FF2B5EF4-FFF2-40B4-BE49-F238E27FC236}">
                <a16:creationId xmlns:a16="http://schemas.microsoft.com/office/drawing/2014/main" id="{74135319-90E6-4349-AD8B-3C8A992CD533}"/>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1" name="36-text-4">
            <a:extLst xmlns:a="http://schemas.openxmlformats.org/drawingml/2006/main">
              <a:ext uri="{FF2B5EF4-FFF2-40B4-BE49-F238E27FC236}">
                <a16:creationId xmlns:a16="http://schemas.microsoft.com/office/drawing/2014/main" id="{DF47A56F-AE88-4BE8-8F6E-8E0C853FCBD5}"/>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2" name="narrative-number">
            <a:extLst xmlns:a="http://schemas.openxmlformats.org/drawingml/2006/main">
              <a:ext uri="{FF2B5EF4-FFF2-40B4-BE49-F238E27FC236}">
                <a16:creationId xmlns:a16="http://schemas.microsoft.com/office/drawing/2014/main" id="{5CC6C278-37B0-4E4A-A369-064534C7CA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74393113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80584208-AD51-4BAD-AECA-C88A328AE5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52ac7991c58b4c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5" name="slide-title">
            <a:extLst xmlns:a="http://schemas.openxmlformats.org/drawingml/2006/main">
              <a:ext uri="{FF2B5EF4-FFF2-40B4-BE49-F238E27FC236}">
                <a16:creationId xmlns:a16="http://schemas.microsoft.com/office/drawing/2014/main" id="{FB323ED6-4566-4DA3-BCF5-5301FFF41F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6" name="header-divider">
            <a:extLst xmlns:a="http://schemas.openxmlformats.org/drawingml/2006/main">
              <a:ext uri="{FF2B5EF4-FFF2-40B4-BE49-F238E27FC236}">
                <a16:creationId xmlns:a16="http://schemas.microsoft.com/office/drawing/2014/main" id="{22420EA1-0B2C-40B7-B91E-4ED69A56FF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7" name="37-text-1">
            <a:extLst xmlns:a="http://schemas.openxmlformats.org/drawingml/2006/main">
              <a:ext uri="{FF2B5EF4-FFF2-40B4-BE49-F238E27FC236}">
                <a16:creationId xmlns:a16="http://schemas.microsoft.com/office/drawing/2014/main" id="{685697C8-A66A-4B9E-A142-6E3EE17EA362}"/>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48" name="37-text-2">
            <a:extLst xmlns:a="http://schemas.openxmlformats.org/drawingml/2006/main">
              <a:ext uri="{FF2B5EF4-FFF2-40B4-BE49-F238E27FC236}">
                <a16:creationId xmlns:a16="http://schemas.microsoft.com/office/drawing/2014/main" id="{0446BCD6-3916-4D84-ADC0-6C40000EE4A0}"/>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49" name="37-text-3">
            <a:extLst xmlns:a="http://schemas.openxmlformats.org/drawingml/2006/main">
              <a:ext uri="{FF2B5EF4-FFF2-40B4-BE49-F238E27FC236}">
                <a16:creationId xmlns:a16="http://schemas.microsoft.com/office/drawing/2014/main" id="{86C207B6-87B7-40D9-AA95-9DC90E8113FC}"/>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0" name="37-text-4">
            <a:extLst xmlns:a="http://schemas.openxmlformats.org/drawingml/2006/main">
              <a:ext uri="{FF2B5EF4-FFF2-40B4-BE49-F238E27FC236}">
                <a16:creationId xmlns:a16="http://schemas.microsoft.com/office/drawing/2014/main" id="{D5E12AD4-E012-4164-BFD4-F737B5D17F83}"/>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1" name="37-text-5">
            <a:extLst xmlns:a="http://schemas.openxmlformats.org/drawingml/2006/main">
              <a:ext uri="{FF2B5EF4-FFF2-40B4-BE49-F238E27FC236}">
                <a16:creationId xmlns:a16="http://schemas.microsoft.com/office/drawing/2014/main" id="{A235C2A9-2691-4B21-89FD-87499E68483E}"/>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2" name="37-text-6">
            <a:extLst xmlns:a="http://schemas.openxmlformats.org/drawingml/2006/main">
              <a:ext uri="{FF2B5EF4-FFF2-40B4-BE49-F238E27FC236}">
                <a16:creationId xmlns:a16="http://schemas.microsoft.com/office/drawing/2014/main" id="{60DA3434-9A76-4142-A8EC-3E6A4AE518E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3" name="37-text-7">
            <a:extLst xmlns:a="http://schemas.openxmlformats.org/drawingml/2006/main">
              <a:ext uri="{FF2B5EF4-FFF2-40B4-BE49-F238E27FC236}">
                <a16:creationId xmlns:a16="http://schemas.microsoft.com/office/drawing/2014/main" id="{5E0279FE-DEB6-41DE-ADF3-5B0196559682}"/>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54" name="37-text-8">
            <a:extLst xmlns:a="http://schemas.openxmlformats.org/drawingml/2006/main">
              <a:ext uri="{FF2B5EF4-FFF2-40B4-BE49-F238E27FC236}">
                <a16:creationId xmlns:a16="http://schemas.microsoft.com/office/drawing/2014/main" id="{21253C0D-8EAF-41D1-893F-F09F52C71D63}"/>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5" name="37-text-9">
            <a:extLst xmlns:a="http://schemas.openxmlformats.org/drawingml/2006/main">
              <a:ext uri="{FF2B5EF4-FFF2-40B4-BE49-F238E27FC236}">
                <a16:creationId xmlns:a16="http://schemas.microsoft.com/office/drawing/2014/main" id="{0E9EA727-3585-4804-8EAC-567FA78F7090}"/>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6" name="37-text-10">
            <a:extLst xmlns:a="http://schemas.openxmlformats.org/drawingml/2006/main">
              <a:ext uri="{FF2B5EF4-FFF2-40B4-BE49-F238E27FC236}">
                <a16:creationId xmlns:a16="http://schemas.microsoft.com/office/drawing/2014/main" id="{CCF7E501-4298-451B-8ABB-09210CC04537}"/>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57" name="37-text-11">
            <a:extLst xmlns:a="http://schemas.openxmlformats.org/drawingml/2006/main">
              <a:ext uri="{FF2B5EF4-FFF2-40B4-BE49-F238E27FC236}">
                <a16:creationId xmlns:a16="http://schemas.microsoft.com/office/drawing/2014/main" id="{F4639E5F-3639-4392-B39E-E327B45DEC1E}"/>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58" name="37-line-13">
            <a:extLst xmlns:a="http://schemas.openxmlformats.org/drawingml/2006/main">
              <a:ext uri="{FF2B5EF4-FFF2-40B4-BE49-F238E27FC236}">
                <a16:creationId xmlns:a16="http://schemas.microsoft.com/office/drawing/2014/main" id="{D1CC068C-BC45-431B-8488-70C4CBF7AC34}"/>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59" name="37-line-15">
            <a:extLst xmlns:a="http://schemas.openxmlformats.org/drawingml/2006/main">
              <a:ext uri="{FF2B5EF4-FFF2-40B4-BE49-F238E27FC236}">
                <a16:creationId xmlns:a16="http://schemas.microsoft.com/office/drawing/2014/main" id="{4B31684F-1003-4615-B769-DD3E603D8470}"/>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0" name="37-line-17">
            <a:extLst xmlns:a="http://schemas.openxmlformats.org/drawingml/2006/main">
              <a:ext uri="{FF2B5EF4-FFF2-40B4-BE49-F238E27FC236}">
                <a16:creationId xmlns:a16="http://schemas.microsoft.com/office/drawing/2014/main" id="{6E7F1099-95DE-42E6-89A4-D6B9E32DD4BF}"/>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shape-18">
            <a:extLst xmlns:a="http://schemas.openxmlformats.org/drawingml/2006/main">
              <a:ext uri="{FF2B5EF4-FFF2-40B4-BE49-F238E27FC236}">
                <a16:creationId xmlns:a16="http://schemas.microsoft.com/office/drawing/2014/main" id="{4F7E470F-7F9E-40C3-8EAA-E5F4AFE8E934}"/>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2" name="37-text-19">
            <a:extLst xmlns:a="http://schemas.openxmlformats.org/drawingml/2006/main">
              <a:ext uri="{FF2B5EF4-FFF2-40B4-BE49-F238E27FC236}">
                <a16:creationId xmlns:a16="http://schemas.microsoft.com/office/drawing/2014/main" id="{C193A3B9-D796-4AAA-9901-CCC4A1B90CE4}"/>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3" name="narrative-number">
            <a:extLst xmlns:a="http://schemas.openxmlformats.org/drawingml/2006/main">
              <a:ext uri="{FF2B5EF4-FFF2-40B4-BE49-F238E27FC236}">
                <a16:creationId xmlns:a16="http://schemas.microsoft.com/office/drawing/2014/main" id="{2428E2DC-F197-4E64-86F6-722D93DDF7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01621838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139BC2F9-E726-42F4-A9EA-E0F56973F0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6" name="mini-map"/>
          <p:cNvPicPr>
            <a:picLocks xmlns:a="http://schemas.openxmlformats.org/drawingml/2006/main" noChangeAspect="1"/>
          </p:cNvPicPr>
          <p:nvPr/>
        </p:nvPicPr>
        <p:blipFill>
          <a:blip xmlns:r="http://schemas.openxmlformats.org/officeDocument/2006/relationships" xmlns:a="http://schemas.openxmlformats.org/drawingml/2006/main" r:embed="R4fc0e6272d9644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15EC8760-FDAC-43D9-8B58-B4F5915DF8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7" name="header-divider">
            <a:extLst xmlns:a="http://schemas.openxmlformats.org/drawingml/2006/main">
              <a:ext uri="{FF2B5EF4-FFF2-40B4-BE49-F238E27FC236}">
                <a16:creationId xmlns:a16="http://schemas.microsoft.com/office/drawing/2014/main" id="{3987A2D8-5B5A-4B81-B742-10DEB856F2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8" name="38-text-1">
            <a:extLst xmlns:a="http://schemas.openxmlformats.org/drawingml/2006/main">
              <a:ext uri="{FF2B5EF4-FFF2-40B4-BE49-F238E27FC236}">
                <a16:creationId xmlns:a16="http://schemas.microsoft.com/office/drawing/2014/main" id="{3D2EA663-F677-4D9B-B6D8-E22184542F4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69" name="38-text-2">
            <a:extLst xmlns:a="http://schemas.openxmlformats.org/drawingml/2006/main">
              <a:ext uri="{FF2B5EF4-FFF2-40B4-BE49-F238E27FC236}">
                <a16:creationId xmlns:a16="http://schemas.microsoft.com/office/drawing/2014/main" id="{A90B3C61-5313-4A3B-9668-0934E4AEB23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0" name="38-text-3">
            <a:extLst xmlns:a="http://schemas.openxmlformats.org/drawingml/2006/main">
              <a:ext uri="{FF2B5EF4-FFF2-40B4-BE49-F238E27FC236}">
                <a16:creationId xmlns:a16="http://schemas.microsoft.com/office/drawing/2014/main" id="{556F9880-75E8-498B-96E7-FA663C2AC89C}"/>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1" name="38-text-4">
            <a:extLst xmlns:a="http://schemas.openxmlformats.org/drawingml/2006/main">
              <a:ext uri="{FF2B5EF4-FFF2-40B4-BE49-F238E27FC236}">
                <a16:creationId xmlns:a16="http://schemas.microsoft.com/office/drawing/2014/main" id="{45C1D77F-3B65-4238-8708-92D2A7F6BF2A}"/>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2" name="38-text-5">
            <a:extLst xmlns:a="http://schemas.openxmlformats.org/drawingml/2006/main">
              <a:ext uri="{FF2B5EF4-FFF2-40B4-BE49-F238E27FC236}">
                <a16:creationId xmlns:a16="http://schemas.microsoft.com/office/drawing/2014/main" id="{F81278B2-3512-480A-BFDC-FC32968E9AB1}"/>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3" name="38-text-6">
            <a:extLst xmlns:a="http://schemas.openxmlformats.org/drawingml/2006/main">
              <a:ext uri="{FF2B5EF4-FFF2-40B4-BE49-F238E27FC236}">
                <a16:creationId xmlns:a16="http://schemas.microsoft.com/office/drawing/2014/main" id="{1F900E71-7D33-4537-8D5D-1F4239CD92AE}"/>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74" name="narrative-number">
            <a:extLst xmlns:a="http://schemas.openxmlformats.org/drawingml/2006/main">
              <a:ext uri="{FF2B5EF4-FFF2-40B4-BE49-F238E27FC236}">
                <a16:creationId xmlns:a16="http://schemas.microsoft.com/office/drawing/2014/main" id="{08746ADF-52F4-4D67-93B5-DAC34D28DA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856190174"/>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5" name="!!area-name">
            <a:extLst xmlns:a="http://schemas.openxmlformats.org/drawingml/2006/main">
              <a:ext uri="{FF2B5EF4-FFF2-40B4-BE49-F238E27FC236}">
                <a16:creationId xmlns:a16="http://schemas.microsoft.com/office/drawing/2014/main" id="{1F788B06-97E0-4D5E-A9AE-3F662CE0A5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0" name="mini-map"/>
          <p:cNvPicPr>
            <a:picLocks xmlns:a="http://schemas.openxmlformats.org/drawingml/2006/main" noChangeAspect="1"/>
          </p:cNvPicPr>
          <p:nvPr/>
        </p:nvPicPr>
        <p:blipFill>
          <a:blip xmlns:r="http://schemas.openxmlformats.org/officeDocument/2006/relationships" xmlns:a="http://schemas.openxmlformats.org/drawingml/2006/main" r:embed="R565daf2b8e0b47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7" name="slide-title">
            <a:extLst xmlns:a="http://schemas.openxmlformats.org/drawingml/2006/main">
              <a:ext uri="{FF2B5EF4-FFF2-40B4-BE49-F238E27FC236}">
                <a16:creationId xmlns:a16="http://schemas.microsoft.com/office/drawing/2014/main" id="{B00BDE0C-C40A-4B85-9272-A88A078260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78" name="header-divider">
            <a:extLst xmlns:a="http://schemas.openxmlformats.org/drawingml/2006/main">
              <a:ext uri="{FF2B5EF4-FFF2-40B4-BE49-F238E27FC236}">
                <a16:creationId xmlns:a16="http://schemas.microsoft.com/office/drawing/2014/main" id="{A576BF16-5AC5-482F-AE87-C0E0B6AE5C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9" name="39-text-1">
            <a:extLst xmlns:a="http://schemas.openxmlformats.org/drawingml/2006/main">
              <a:ext uri="{FF2B5EF4-FFF2-40B4-BE49-F238E27FC236}">
                <a16:creationId xmlns:a16="http://schemas.microsoft.com/office/drawing/2014/main" id="{3B1DCC87-4D34-48C6-8DF1-4A47FFF4EDB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0" name="39-text-2">
            <a:extLst xmlns:a="http://schemas.openxmlformats.org/drawingml/2006/main">
              <a:ext uri="{FF2B5EF4-FFF2-40B4-BE49-F238E27FC236}">
                <a16:creationId xmlns:a16="http://schemas.microsoft.com/office/drawing/2014/main" id="{F8E5EEA9-EEE0-4410-B365-30A3189DCA0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1" name="39-text-3">
            <a:extLst xmlns:a="http://schemas.openxmlformats.org/drawingml/2006/main">
              <a:ext uri="{FF2B5EF4-FFF2-40B4-BE49-F238E27FC236}">
                <a16:creationId xmlns:a16="http://schemas.microsoft.com/office/drawing/2014/main" id="{E7CC9B2A-999B-460A-A3F6-025FDF6E431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2" name="39-text-4">
            <a:extLst xmlns:a="http://schemas.openxmlformats.org/drawingml/2006/main">
              <a:ext uri="{FF2B5EF4-FFF2-40B4-BE49-F238E27FC236}">
                <a16:creationId xmlns:a16="http://schemas.microsoft.com/office/drawing/2014/main" id="{022F3997-9B38-470B-8A49-A0F24F8F41F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3" name="39-text-5">
            <a:extLst xmlns:a="http://schemas.openxmlformats.org/drawingml/2006/main">
              <a:ext uri="{FF2B5EF4-FFF2-40B4-BE49-F238E27FC236}">
                <a16:creationId xmlns:a16="http://schemas.microsoft.com/office/drawing/2014/main" id="{16B692A1-AB40-4720-A52C-006065C30FCB}"/>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84" name="39-text-6">
            <a:extLst xmlns:a="http://schemas.openxmlformats.org/drawingml/2006/main">
              <a:ext uri="{FF2B5EF4-FFF2-40B4-BE49-F238E27FC236}">
                <a16:creationId xmlns:a16="http://schemas.microsoft.com/office/drawing/2014/main" id="{86316BA9-2071-4F03-9FB2-4118F38A733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85" name="39-text-7">
            <a:extLst xmlns:a="http://schemas.openxmlformats.org/drawingml/2006/main">
              <a:ext uri="{FF2B5EF4-FFF2-40B4-BE49-F238E27FC236}">
                <a16:creationId xmlns:a16="http://schemas.microsoft.com/office/drawing/2014/main" id="{C08177E9-301C-467C-A22E-6E14969DEE9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6" name="39-text-8">
            <a:extLst xmlns:a="http://schemas.openxmlformats.org/drawingml/2006/main">
              <a:ext uri="{FF2B5EF4-FFF2-40B4-BE49-F238E27FC236}">
                <a16:creationId xmlns:a16="http://schemas.microsoft.com/office/drawing/2014/main" id="{B41BF408-4075-4FBD-8E41-ED94282CC9B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7" name="39-text-9">
            <a:extLst xmlns:a="http://schemas.openxmlformats.org/drawingml/2006/main">
              <a:ext uri="{FF2B5EF4-FFF2-40B4-BE49-F238E27FC236}">
                <a16:creationId xmlns:a16="http://schemas.microsoft.com/office/drawing/2014/main" id="{147788FA-0A57-44FD-B4E8-CD4F6D163C6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88" name="narrative-number">
            <a:extLst xmlns:a="http://schemas.openxmlformats.org/drawingml/2006/main">
              <a:ext uri="{FF2B5EF4-FFF2-40B4-BE49-F238E27FC236}">
                <a16:creationId xmlns:a16="http://schemas.microsoft.com/office/drawing/2014/main" id="{B1C85E4A-49E3-475E-ACC5-D9446384BA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34723277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9" name="!!area-name">
            <a:extLst xmlns:a="http://schemas.openxmlformats.org/drawingml/2006/main">
              <a:ext uri="{FF2B5EF4-FFF2-40B4-BE49-F238E27FC236}">
                <a16:creationId xmlns:a16="http://schemas.microsoft.com/office/drawing/2014/main" id="{37988316-CAF7-4E1A-95D1-12522956ED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98" name="mini-map"/>
          <p:cNvPicPr>
            <a:picLocks xmlns:a="http://schemas.openxmlformats.org/drawingml/2006/main" noChangeAspect="1"/>
          </p:cNvPicPr>
          <p:nvPr/>
        </p:nvPicPr>
        <p:blipFill>
          <a:blip xmlns:r="http://schemas.openxmlformats.org/officeDocument/2006/relationships" xmlns:a="http://schemas.openxmlformats.org/drawingml/2006/main" r:embed="Rb23dc0fbed6f4a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1" name="slide-title">
            <a:extLst xmlns:a="http://schemas.openxmlformats.org/drawingml/2006/main">
              <a:ext uri="{FF2B5EF4-FFF2-40B4-BE49-F238E27FC236}">
                <a16:creationId xmlns:a16="http://schemas.microsoft.com/office/drawing/2014/main" id="{D4B2C593-74CC-4F3C-AAE4-246840DD72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2" name="header-divider">
            <a:extLst xmlns:a="http://schemas.openxmlformats.org/drawingml/2006/main">
              <a:ext uri="{FF2B5EF4-FFF2-40B4-BE49-F238E27FC236}">
                <a16:creationId xmlns:a16="http://schemas.microsoft.com/office/drawing/2014/main" id="{90A12177-DF7D-4643-92E7-32499AB904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40-text-1">
            <a:extLst xmlns:a="http://schemas.openxmlformats.org/drawingml/2006/main">
              <a:ext uri="{FF2B5EF4-FFF2-40B4-BE49-F238E27FC236}">
                <a16:creationId xmlns:a16="http://schemas.microsoft.com/office/drawing/2014/main" id="{B1D26913-E527-4720-9328-08E60DCD468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2"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40-text-3">
            <a:extLst xmlns:a="http://schemas.openxmlformats.org/drawingml/2006/main">
              <a:ext uri="{FF2B5EF4-FFF2-40B4-BE49-F238E27FC236}">
                <a16:creationId xmlns:a16="http://schemas.microsoft.com/office/drawing/2014/main" id="{AFE6EFFA-FED2-463A-97E7-61296465C8A5}"/>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6" name="narrative-number">
            <a:extLst xmlns:a="http://schemas.openxmlformats.org/drawingml/2006/main">
              <a:ext uri="{FF2B5EF4-FFF2-40B4-BE49-F238E27FC236}">
                <a16:creationId xmlns:a16="http://schemas.microsoft.com/office/drawing/2014/main" id="{4EF9F0A2-DF6B-47E4-A6E3-66E8656A0A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57264070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6" name="41-image-1"/>
          <p:cNvPicPr>
            <a:picLocks xmlns:a="http://schemas.openxmlformats.org/drawingml/2006/main" noChangeAspect="1"/>
          </p:cNvPicPr>
          <p:nvPr/>
        </p:nvPicPr>
        <p:blipFill>
          <a:blip xmlns:r="http://schemas.openxmlformats.org/officeDocument/2006/relationships" xmlns:a="http://schemas.openxmlformats.org/drawingml/2006/main" r:embed="R6d34fa29946b499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5F55AF81-FADC-4424-B8A9-6A9D42B03275}"/>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99" name="area-key-1">
            <a:extLst xmlns:a="http://schemas.openxmlformats.org/drawingml/2006/main">
              <a:ext uri="{FF2B5EF4-FFF2-40B4-BE49-F238E27FC236}">
                <a16:creationId xmlns:a16="http://schemas.microsoft.com/office/drawing/2014/main" id="{C6AB3350-41CD-480A-B0C9-6C3DBF1846A4}"/>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0" name="area-key-2">
            <a:extLst xmlns:a="http://schemas.openxmlformats.org/drawingml/2006/main">
              <a:ext uri="{FF2B5EF4-FFF2-40B4-BE49-F238E27FC236}">
                <a16:creationId xmlns:a16="http://schemas.microsoft.com/office/drawing/2014/main" id="{8D41F279-652A-40AE-AE89-D762614DE807}"/>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1" name="area-key-3">
            <a:extLst xmlns:a="http://schemas.openxmlformats.org/drawingml/2006/main">
              <a:ext uri="{FF2B5EF4-FFF2-40B4-BE49-F238E27FC236}">
                <a16:creationId xmlns:a16="http://schemas.microsoft.com/office/drawing/2014/main" id="{BE69CBB8-AF7C-4670-B637-F220BBAF86A4}"/>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2" name="area-key-4">
            <a:extLst xmlns:a="http://schemas.openxmlformats.org/drawingml/2006/main">
              <a:ext uri="{FF2B5EF4-FFF2-40B4-BE49-F238E27FC236}">
                <a16:creationId xmlns:a16="http://schemas.microsoft.com/office/drawing/2014/main" id="{D2799A57-BDB7-4812-AE8F-BCAF338D21FB}"/>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3" name="area-key-5">
            <a:extLst xmlns:a="http://schemas.openxmlformats.org/drawingml/2006/main">
              <a:ext uri="{FF2B5EF4-FFF2-40B4-BE49-F238E27FC236}">
                <a16:creationId xmlns:a16="http://schemas.microsoft.com/office/drawing/2014/main" id="{564928D7-A683-43B3-9AA7-AE797B6B4340}"/>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4" name="area-key-6">
            <a:extLst xmlns:a="http://schemas.openxmlformats.org/drawingml/2006/main">
              <a:ext uri="{FF2B5EF4-FFF2-40B4-BE49-F238E27FC236}">
                <a16:creationId xmlns:a16="http://schemas.microsoft.com/office/drawing/2014/main" id="{0A0CF14E-FD43-4F9C-9D55-2A0C0BF39BC0}"/>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5" name="narrative-number">
            <a:extLst xmlns:a="http://schemas.openxmlformats.org/drawingml/2006/main">
              <a:ext uri="{FF2B5EF4-FFF2-40B4-BE49-F238E27FC236}">
                <a16:creationId xmlns:a16="http://schemas.microsoft.com/office/drawing/2014/main" id="{6AB1BFEA-C405-452A-BC24-86654F42D6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16552261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6" name="section-label">
            <a:extLst xmlns:a="http://schemas.openxmlformats.org/drawingml/2006/main">
              <a:ext uri="{FF2B5EF4-FFF2-40B4-BE49-F238E27FC236}">
                <a16:creationId xmlns:a16="http://schemas.microsoft.com/office/drawing/2014/main" id="{55B4DB81-455A-476E-9D63-31506BBBDB2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7" name="section-rule">
            <a:extLst xmlns:a="http://schemas.openxmlformats.org/drawingml/2006/main">
              <a:ext uri="{FF2B5EF4-FFF2-40B4-BE49-F238E27FC236}">
                <a16:creationId xmlns:a16="http://schemas.microsoft.com/office/drawing/2014/main" id="{4DE59B0F-3EA0-44C6-AF33-C9213367967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8" name="section-title">
            <a:extLst xmlns:a="http://schemas.openxmlformats.org/drawingml/2006/main">
              <a:ext uri="{FF2B5EF4-FFF2-40B4-BE49-F238E27FC236}">
                <a16:creationId xmlns:a16="http://schemas.microsoft.com/office/drawing/2014/main" id="{4F6ADA60-D1FB-448A-9A4F-CDD2F15BFD9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9" name="narrative-number">
            <a:extLst xmlns:a="http://schemas.openxmlformats.org/drawingml/2006/main">
              <a:ext uri="{FF2B5EF4-FFF2-40B4-BE49-F238E27FC236}">
                <a16:creationId xmlns:a16="http://schemas.microsoft.com/office/drawing/2014/main" id="{67917A03-84AA-438F-858C-FA6746738A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318564479"/>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29702C20-DC3E-4B02-88FF-71F95332A5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8ccf832861ec4d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DD1C978D-A6B7-4A7D-A6A5-8C0AA6818B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3" name="header-divider">
            <a:extLst xmlns:a="http://schemas.openxmlformats.org/drawingml/2006/main">
              <a:ext uri="{FF2B5EF4-FFF2-40B4-BE49-F238E27FC236}">
                <a16:creationId xmlns:a16="http://schemas.microsoft.com/office/drawing/2014/main" id="{79ABE90D-3208-43C1-A8C9-225D80EC94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0"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5" name="narrative-number">
            <a:extLst xmlns:a="http://schemas.openxmlformats.org/drawingml/2006/main">
              <a:ext uri="{FF2B5EF4-FFF2-40B4-BE49-F238E27FC236}">
                <a16:creationId xmlns:a16="http://schemas.microsoft.com/office/drawing/2014/main" id="{AAB73781-2C3C-4EEA-94FC-5572A15E3F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045802256"/>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E25A0E08-FC6C-4276-8C11-8C32174958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e4c623ea6f1f40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EF39064E-C812-4E6C-978C-EB8ECB40CA9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19" name="header-divider">
            <a:extLst xmlns:a="http://schemas.openxmlformats.org/drawingml/2006/main">
              <a:ext uri="{FF2B5EF4-FFF2-40B4-BE49-F238E27FC236}">
                <a16:creationId xmlns:a16="http://schemas.microsoft.com/office/drawing/2014/main" id="{AA929BB4-C6F1-428E-A527-4AF8D972E5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BA621001-EDBC-4DED-B132-0C85E871BE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92515219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0D140433-FB7C-4C43-B234-E5E522BB8CAA}"/>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3" name="header-divider">
            <a:extLst xmlns:a="http://schemas.openxmlformats.org/drawingml/2006/main">
              <a:ext uri="{FF2B5EF4-FFF2-40B4-BE49-F238E27FC236}">
                <a16:creationId xmlns:a16="http://schemas.microsoft.com/office/drawing/2014/main" id="{652885DD-AB10-4CF4-9FA4-4782E8C41791}"/>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4" name="45-shape-1">
            <a:extLst xmlns:a="http://schemas.openxmlformats.org/drawingml/2006/main">
              <a:ext uri="{FF2B5EF4-FFF2-40B4-BE49-F238E27FC236}">
                <a16:creationId xmlns:a16="http://schemas.microsoft.com/office/drawing/2014/main" id="{9963C3F9-6C13-4A3D-9094-F6E52D174E36}"/>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5-shape-2">
            <a:extLst xmlns:a="http://schemas.openxmlformats.org/drawingml/2006/main">
              <a:ext uri="{FF2B5EF4-FFF2-40B4-BE49-F238E27FC236}">
                <a16:creationId xmlns:a16="http://schemas.microsoft.com/office/drawing/2014/main" id="{637F3B2C-CA42-4BE6-8D7C-C76119DAF655}"/>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6" name="45-text-3">
            <a:extLst xmlns:a="http://schemas.openxmlformats.org/drawingml/2006/main">
              <a:ext uri="{FF2B5EF4-FFF2-40B4-BE49-F238E27FC236}">
                <a16:creationId xmlns:a16="http://schemas.microsoft.com/office/drawing/2014/main" id="{8CD0402B-37F1-4C1A-A369-7C0C3301D2FE}"/>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7" name="45-text-4">
            <a:extLst xmlns:a="http://schemas.openxmlformats.org/drawingml/2006/main">
              <a:ext uri="{FF2B5EF4-FFF2-40B4-BE49-F238E27FC236}">
                <a16:creationId xmlns:a16="http://schemas.microsoft.com/office/drawing/2014/main" id="{C9C34E7A-0A8F-44A3-AF3F-276AB5F17ACE}"/>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28" name="45-shape-5">
            <a:extLst xmlns:a="http://schemas.openxmlformats.org/drawingml/2006/main">
              <a:ext uri="{FF2B5EF4-FFF2-40B4-BE49-F238E27FC236}">
                <a16:creationId xmlns:a16="http://schemas.microsoft.com/office/drawing/2014/main" id="{59CBACEB-DD91-4487-B40E-741777775230}"/>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9" name="45-shape-6">
            <a:extLst xmlns:a="http://schemas.openxmlformats.org/drawingml/2006/main">
              <a:ext uri="{FF2B5EF4-FFF2-40B4-BE49-F238E27FC236}">
                <a16:creationId xmlns:a16="http://schemas.microsoft.com/office/drawing/2014/main" id="{7C9BF2DD-8A1A-4511-886C-5824917BAD1D}"/>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0" name="45-text-7">
            <a:extLst xmlns:a="http://schemas.openxmlformats.org/drawingml/2006/main">
              <a:ext uri="{FF2B5EF4-FFF2-40B4-BE49-F238E27FC236}">
                <a16:creationId xmlns:a16="http://schemas.microsoft.com/office/drawing/2014/main" id="{04839FCD-0A8A-4348-BFAA-17E875D0C93F}"/>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1" name="45-text-8">
            <a:extLst xmlns:a="http://schemas.openxmlformats.org/drawingml/2006/main">
              <a:ext uri="{FF2B5EF4-FFF2-40B4-BE49-F238E27FC236}">
                <a16:creationId xmlns:a16="http://schemas.microsoft.com/office/drawing/2014/main" id="{0F461C3C-7B4D-4BF1-AE02-E2C6CC7FDF3E}"/>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2" name="45-shape-9">
            <a:extLst xmlns:a="http://schemas.openxmlformats.org/drawingml/2006/main">
              <a:ext uri="{FF2B5EF4-FFF2-40B4-BE49-F238E27FC236}">
                <a16:creationId xmlns:a16="http://schemas.microsoft.com/office/drawing/2014/main" id="{DE9E2B41-ED8A-46B6-99F2-84DA0DC1842B}"/>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3" name="45-shape-10">
            <a:extLst xmlns:a="http://schemas.openxmlformats.org/drawingml/2006/main">
              <a:ext uri="{FF2B5EF4-FFF2-40B4-BE49-F238E27FC236}">
                <a16:creationId xmlns:a16="http://schemas.microsoft.com/office/drawing/2014/main" id="{2113C82F-F1A3-49C0-B6EB-BB3ABB6AEB2C}"/>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4" name="45-text-11">
            <a:extLst xmlns:a="http://schemas.openxmlformats.org/drawingml/2006/main">
              <a:ext uri="{FF2B5EF4-FFF2-40B4-BE49-F238E27FC236}">
                <a16:creationId xmlns:a16="http://schemas.microsoft.com/office/drawing/2014/main" id="{453B5377-08C5-4382-BFD1-E6D0F34A370E}"/>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5" name="45-text-12">
            <a:extLst xmlns:a="http://schemas.openxmlformats.org/drawingml/2006/main">
              <a:ext uri="{FF2B5EF4-FFF2-40B4-BE49-F238E27FC236}">
                <a16:creationId xmlns:a16="http://schemas.microsoft.com/office/drawing/2014/main" id="{6F6B94BD-F71E-4AE4-9F91-117E0F6E2A1C}"/>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6" name="45-shape-13">
            <a:extLst xmlns:a="http://schemas.openxmlformats.org/drawingml/2006/main">
              <a:ext uri="{FF2B5EF4-FFF2-40B4-BE49-F238E27FC236}">
                <a16:creationId xmlns:a16="http://schemas.microsoft.com/office/drawing/2014/main" id="{33374A73-A06E-4B5B-9311-8C23625F852B}"/>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14">
            <a:extLst xmlns:a="http://schemas.openxmlformats.org/drawingml/2006/main">
              <a:ext uri="{FF2B5EF4-FFF2-40B4-BE49-F238E27FC236}">
                <a16:creationId xmlns:a16="http://schemas.microsoft.com/office/drawing/2014/main" id="{CB7A6489-CBB2-432D-8C2B-99303B7B7D95}"/>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8" name="45-text-15">
            <a:extLst xmlns:a="http://schemas.openxmlformats.org/drawingml/2006/main">
              <a:ext uri="{FF2B5EF4-FFF2-40B4-BE49-F238E27FC236}">
                <a16:creationId xmlns:a16="http://schemas.microsoft.com/office/drawing/2014/main" id="{69BF6DDD-35C4-47D4-BD61-A4DB0CA5207C}"/>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39" name="45-text-16">
            <a:extLst xmlns:a="http://schemas.openxmlformats.org/drawingml/2006/main">
              <a:ext uri="{FF2B5EF4-FFF2-40B4-BE49-F238E27FC236}">
                <a16:creationId xmlns:a16="http://schemas.microsoft.com/office/drawing/2014/main" id="{6B14F1B0-6D2E-4082-AF16-8C12B7831740}"/>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0" name="45-shape-17">
            <a:extLst xmlns:a="http://schemas.openxmlformats.org/drawingml/2006/main">
              <a:ext uri="{FF2B5EF4-FFF2-40B4-BE49-F238E27FC236}">
                <a16:creationId xmlns:a16="http://schemas.microsoft.com/office/drawing/2014/main" id="{EBA79EE4-62F6-410A-A283-F2B059FEE776}"/>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18">
            <a:extLst xmlns:a="http://schemas.openxmlformats.org/drawingml/2006/main">
              <a:ext uri="{FF2B5EF4-FFF2-40B4-BE49-F238E27FC236}">
                <a16:creationId xmlns:a16="http://schemas.microsoft.com/office/drawing/2014/main" id="{EE6580EA-EFB5-4F66-88CF-AF591F41F1DA}"/>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2" name="45-text-19">
            <a:extLst xmlns:a="http://schemas.openxmlformats.org/drawingml/2006/main">
              <a:ext uri="{FF2B5EF4-FFF2-40B4-BE49-F238E27FC236}">
                <a16:creationId xmlns:a16="http://schemas.microsoft.com/office/drawing/2014/main" id="{5FD4E6FD-BF6A-4B51-8476-5A328A2D375A}"/>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3" name="45-text-20">
            <a:extLst xmlns:a="http://schemas.openxmlformats.org/drawingml/2006/main">
              <a:ext uri="{FF2B5EF4-FFF2-40B4-BE49-F238E27FC236}">
                <a16:creationId xmlns:a16="http://schemas.microsoft.com/office/drawing/2014/main" id="{993E5711-4266-422D-84AC-74E47C939C53}"/>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4" name="45-shape-21">
            <a:extLst xmlns:a="http://schemas.openxmlformats.org/drawingml/2006/main">
              <a:ext uri="{FF2B5EF4-FFF2-40B4-BE49-F238E27FC236}">
                <a16:creationId xmlns:a16="http://schemas.microsoft.com/office/drawing/2014/main" id="{3ED95BBF-A4C4-4CC6-B6B8-4E183FF622AF}"/>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22">
            <a:extLst xmlns:a="http://schemas.openxmlformats.org/drawingml/2006/main">
              <a:ext uri="{FF2B5EF4-FFF2-40B4-BE49-F238E27FC236}">
                <a16:creationId xmlns:a16="http://schemas.microsoft.com/office/drawing/2014/main" id="{9F247BC2-CF9E-491F-824A-40A6E8AE178B}"/>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6" name="45-text-23">
            <a:extLst xmlns:a="http://schemas.openxmlformats.org/drawingml/2006/main">
              <a:ext uri="{FF2B5EF4-FFF2-40B4-BE49-F238E27FC236}">
                <a16:creationId xmlns:a16="http://schemas.microsoft.com/office/drawing/2014/main" id="{12F88EDC-0BCB-44FB-8F77-4BBE9B63FADA}"/>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7" name="45-text-24">
            <a:extLst xmlns:a="http://schemas.openxmlformats.org/drawingml/2006/main">
              <a:ext uri="{FF2B5EF4-FFF2-40B4-BE49-F238E27FC236}">
                <a16:creationId xmlns:a16="http://schemas.microsoft.com/office/drawing/2014/main" id="{25F8E376-E6E2-4BBB-909D-A1AC191A823B}"/>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48" name="narrative-number">
            <a:extLst xmlns:a="http://schemas.openxmlformats.org/drawingml/2006/main">
              <a:ext uri="{FF2B5EF4-FFF2-40B4-BE49-F238E27FC236}">
                <a16:creationId xmlns:a16="http://schemas.microsoft.com/office/drawing/2014/main" id="{503BED26-6235-4873-80E8-E3B49AC2DE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43679454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9338B114-1F33-4B5B-AFD0-64591A5876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7" name="mini-map"/>
          <p:cNvPicPr>
            <a:picLocks xmlns:a="http://schemas.openxmlformats.org/drawingml/2006/main" noChangeAspect="1"/>
          </p:cNvPicPr>
          <p:nvPr/>
        </p:nvPicPr>
        <p:blipFill>
          <a:blip xmlns:r="http://schemas.openxmlformats.org/officeDocument/2006/relationships" xmlns:a="http://schemas.openxmlformats.org/drawingml/2006/main" r:embed="Rd27f90874c554e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9C7C2081-14FC-435B-A128-94408F4D4A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2" name="header-divider">
            <a:extLst xmlns:a="http://schemas.openxmlformats.org/drawingml/2006/main">
              <a:ext uri="{FF2B5EF4-FFF2-40B4-BE49-F238E27FC236}">
                <a16:creationId xmlns:a16="http://schemas.microsoft.com/office/drawing/2014/main" id="{17F76AD8-4AD2-4FA2-8538-9D178F6711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46-shape-1">
            <a:extLst xmlns:a="http://schemas.openxmlformats.org/drawingml/2006/main">
              <a:ext uri="{FF2B5EF4-FFF2-40B4-BE49-F238E27FC236}">
                <a16:creationId xmlns:a16="http://schemas.microsoft.com/office/drawing/2014/main" id="{8C4A7B90-1790-4C52-AA82-EADBB3C4813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4" name="46-text-2">
            <a:extLst xmlns:a="http://schemas.openxmlformats.org/drawingml/2006/main">
              <a:ext uri="{FF2B5EF4-FFF2-40B4-BE49-F238E27FC236}">
                <a16:creationId xmlns:a16="http://schemas.microsoft.com/office/drawing/2014/main" id="{EBECFCEA-ED87-4A11-9C6D-3413D3CED7A2}"/>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5" name="46-text-3">
            <a:extLst xmlns:a="http://schemas.openxmlformats.org/drawingml/2006/main">
              <a:ext uri="{FF2B5EF4-FFF2-40B4-BE49-F238E27FC236}">
                <a16:creationId xmlns:a16="http://schemas.microsoft.com/office/drawing/2014/main" id="{4841F04C-5922-4432-9F4B-1B1043761A82}"/>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6" name="46-shape-4">
            <a:extLst xmlns:a="http://schemas.openxmlformats.org/drawingml/2006/main">
              <a:ext uri="{FF2B5EF4-FFF2-40B4-BE49-F238E27FC236}">
                <a16:creationId xmlns:a16="http://schemas.microsoft.com/office/drawing/2014/main" id="{940CA697-6F9F-4F3C-BEBF-988F27AB0755}"/>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7" name="46-text-5">
            <a:extLst xmlns:a="http://schemas.openxmlformats.org/drawingml/2006/main">
              <a:ext uri="{FF2B5EF4-FFF2-40B4-BE49-F238E27FC236}">
                <a16:creationId xmlns:a16="http://schemas.microsoft.com/office/drawing/2014/main" id="{23B8508B-9770-436D-9DA9-D597C5225132}"/>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58" name="46-text-6">
            <a:extLst xmlns:a="http://schemas.openxmlformats.org/drawingml/2006/main">
              <a:ext uri="{FF2B5EF4-FFF2-40B4-BE49-F238E27FC236}">
                <a16:creationId xmlns:a16="http://schemas.microsoft.com/office/drawing/2014/main" id="{92A78029-551B-4773-84CA-15E86A4DA383}"/>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59" name="46-shape-7">
            <a:extLst xmlns:a="http://schemas.openxmlformats.org/drawingml/2006/main">
              <a:ext uri="{FF2B5EF4-FFF2-40B4-BE49-F238E27FC236}">
                <a16:creationId xmlns:a16="http://schemas.microsoft.com/office/drawing/2014/main" id="{6EFF717B-B7F8-42AA-9C17-6CBFF0E23D74}"/>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8">
            <a:extLst xmlns:a="http://schemas.openxmlformats.org/drawingml/2006/main">
              <a:ext uri="{FF2B5EF4-FFF2-40B4-BE49-F238E27FC236}">
                <a16:creationId xmlns:a16="http://schemas.microsoft.com/office/drawing/2014/main" id="{A3330976-A6DF-41C1-8C2E-6FA4E7E0BBD5}"/>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1" name="46-text-9">
            <a:extLst xmlns:a="http://schemas.openxmlformats.org/drawingml/2006/main">
              <a:ext uri="{FF2B5EF4-FFF2-40B4-BE49-F238E27FC236}">
                <a16:creationId xmlns:a16="http://schemas.microsoft.com/office/drawing/2014/main" id="{85D07BFF-EC41-4C14-B26E-879DCB146FC6}"/>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2" name="46-shape-10">
            <a:extLst xmlns:a="http://schemas.openxmlformats.org/drawingml/2006/main">
              <a:ext uri="{FF2B5EF4-FFF2-40B4-BE49-F238E27FC236}">
                <a16:creationId xmlns:a16="http://schemas.microsoft.com/office/drawing/2014/main" id="{6141F5C4-F5C5-42AF-B49D-560754B6A5C2}"/>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11">
            <a:extLst xmlns:a="http://schemas.openxmlformats.org/drawingml/2006/main">
              <a:ext uri="{FF2B5EF4-FFF2-40B4-BE49-F238E27FC236}">
                <a16:creationId xmlns:a16="http://schemas.microsoft.com/office/drawing/2014/main" id="{D2A533D2-5722-4107-9862-1071055CC333}"/>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4" name="46-text-12">
            <a:extLst xmlns:a="http://schemas.openxmlformats.org/drawingml/2006/main">
              <a:ext uri="{FF2B5EF4-FFF2-40B4-BE49-F238E27FC236}">
                <a16:creationId xmlns:a16="http://schemas.microsoft.com/office/drawing/2014/main" id="{8B7929E7-A313-451F-97E6-FC4899A4D1AD}"/>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5" name="narrative-number">
            <a:extLst xmlns:a="http://schemas.openxmlformats.org/drawingml/2006/main">
              <a:ext uri="{FF2B5EF4-FFF2-40B4-BE49-F238E27FC236}">
                <a16:creationId xmlns:a16="http://schemas.microsoft.com/office/drawing/2014/main" id="{60C4F9C8-9E1D-446A-B476-4D295BF3C8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99080099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6" name="47-text-1">
            <a:extLst xmlns:a="http://schemas.openxmlformats.org/drawingml/2006/main">
              <a:ext uri="{FF2B5EF4-FFF2-40B4-BE49-F238E27FC236}">
                <a16:creationId xmlns:a16="http://schemas.microsoft.com/office/drawing/2014/main" id="{F0078F1B-1DA7-42A9-9303-664842BDA3BF}"/>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7" name="47-text-2">
            <a:extLst xmlns:a="http://schemas.openxmlformats.org/drawingml/2006/main">
              <a:ext uri="{FF2B5EF4-FFF2-40B4-BE49-F238E27FC236}">
                <a16:creationId xmlns:a16="http://schemas.microsoft.com/office/drawing/2014/main" id="{B0EE51FE-D031-4E45-A677-F205DC5067A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68" name="47-text-3">
            <a:extLst xmlns:a="http://schemas.openxmlformats.org/drawingml/2006/main">
              <a:ext uri="{FF2B5EF4-FFF2-40B4-BE49-F238E27FC236}">
                <a16:creationId xmlns:a16="http://schemas.microsoft.com/office/drawing/2014/main" id="{E2892851-4BBF-452F-94E3-1E428EF59111}"/>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69" name="narrative-number">
            <a:extLst xmlns:a="http://schemas.openxmlformats.org/drawingml/2006/main">
              <a:ext uri="{FF2B5EF4-FFF2-40B4-BE49-F238E27FC236}">
                <a16:creationId xmlns:a16="http://schemas.microsoft.com/office/drawing/2014/main" id="{9D69FCE4-F706-4CA1-BF05-42494B825A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54810236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slide-title">
            <a:extLst xmlns:a="http://schemas.openxmlformats.org/drawingml/2006/main">
              <a:ext uri="{FF2B5EF4-FFF2-40B4-BE49-F238E27FC236}">
                <a16:creationId xmlns:a16="http://schemas.microsoft.com/office/drawing/2014/main" id="{51A3A888-CEAE-4EBF-9F40-60162D0AA32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1" name="header-divider">
            <a:extLst xmlns:a="http://schemas.openxmlformats.org/drawingml/2006/main">
              <a:ext uri="{FF2B5EF4-FFF2-40B4-BE49-F238E27FC236}">
                <a16:creationId xmlns:a16="http://schemas.microsoft.com/office/drawing/2014/main" id="{DFE1AC87-652B-4515-A338-8AD10913E02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2" name="48-text-1">
            <a:extLst xmlns:a="http://schemas.openxmlformats.org/drawingml/2006/main">
              <a:ext uri="{FF2B5EF4-FFF2-40B4-BE49-F238E27FC236}">
                <a16:creationId xmlns:a16="http://schemas.microsoft.com/office/drawing/2014/main" id="{33F9411B-DE00-4187-8409-DA0703CE66A9}"/>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3" name="48-text-2">
            <a:extLst xmlns:a="http://schemas.openxmlformats.org/drawingml/2006/main">
              <a:ext uri="{FF2B5EF4-FFF2-40B4-BE49-F238E27FC236}">
                <a16:creationId xmlns:a16="http://schemas.microsoft.com/office/drawing/2014/main" id="{FC172111-5B1E-4A6A-B7F3-1F6D19547649}"/>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4" name="48-text-3">
            <a:extLst xmlns:a="http://schemas.openxmlformats.org/drawingml/2006/main">
              <a:ext uri="{FF2B5EF4-FFF2-40B4-BE49-F238E27FC236}">
                <a16:creationId xmlns:a16="http://schemas.microsoft.com/office/drawing/2014/main" id="{48E2D647-C106-4139-9F8E-DF3EBAFD931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5" name="48-text-4">
            <a:extLst xmlns:a="http://schemas.openxmlformats.org/drawingml/2006/main">
              <a:ext uri="{FF2B5EF4-FFF2-40B4-BE49-F238E27FC236}">
                <a16:creationId xmlns:a16="http://schemas.microsoft.com/office/drawing/2014/main" id="{DA8E598B-3F9E-48A0-A9EF-212A3D077DD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6" name="48-text-5">
            <a:extLst xmlns:a="http://schemas.openxmlformats.org/drawingml/2006/main">
              <a:ext uri="{FF2B5EF4-FFF2-40B4-BE49-F238E27FC236}">
                <a16:creationId xmlns:a16="http://schemas.microsoft.com/office/drawing/2014/main" id="{DAA9EED6-F8F0-4EE8-AAA6-6F724B02F59A}"/>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7" name="48-text-6">
            <a:extLst xmlns:a="http://schemas.openxmlformats.org/drawingml/2006/main">
              <a:ext uri="{FF2B5EF4-FFF2-40B4-BE49-F238E27FC236}">
                <a16:creationId xmlns:a16="http://schemas.microsoft.com/office/drawing/2014/main" id="{46270193-09DD-473A-B738-3AF8DDB8C64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78" name="48-text-7">
            <a:extLst xmlns:a="http://schemas.openxmlformats.org/drawingml/2006/main">
              <a:ext uri="{FF2B5EF4-FFF2-40B4-BE49-F238E27FC236}">
                <a16:creationId xmlns:a16="http://schemas.microsoft.com/office/drawing/2014/main" id="{3BDB4D69-8DF0-4CD3-B25A-AF104E9975A7}"/>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79" name="48-text-8">
            <a:extLst xmlns:a="http://schemas.openxmlformats.org/drawingml/2006/main">
              <a:ext uri="{FF2B5EF4-FFF2-40B4-BE49-F238E27FC236}">
                <a16:creationId xmlns:a16="http://schemas.microsoft.com/office/drawing/2014/main" id="{5EDFDEE8-2487-47EA-B5E2-A49247C29C25}"/>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0" name="48-text-9">
            <a:extLst xmlns:a="http://schemas.openxmlformats.org/drawingml/2006/main">
              <a:ext uri="{FF2B5EF4-FFF2-40B4-BE49-F238E27FC236}">
                <a16:creationId xmlns:a16="http://schemas.microsoft.com/office/drawing/2014/main" id="{DD34DD57-F04C-4758-8A02-F2F477DF13CC}"/>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1" name="48-text-10">
            <a:extLst xmlns:a="http://schemas.openxmlformats.org/drawingml/2006/main">
              <a:ext uri="{FF2B5EF4-FFF2-40B4-BE49-F238E27FC236}">
                <a16:creationId xmlns:a16="http://schemas.microsoft.com/office/drawing/2014/main" id="{AE8F3CED-CF0C-4E6B-9BA7-773D1EAB63AB}"/>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2" name="48-text-11">
            <a:extLst xmlns:a="http://schemas.openxmlformats.org/drawingml/2006/main">
              <a:ext uri="{FF2B5EF4-FFF2-40B4-BE49-F238E27FC236}">
                <a16:creationId xmlns:a16="http://schemas.microsoft.com/office/drawing/2014/main" id="{56151CF6-83AF-4911-B703-FF52ED3CBD9F}"/>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3" name="48-text-12">
            <a:extLst xmlns:a="http://schemas.openxmlformats.org/drawingml/2006/main">
              <a:ext uri="{FF2B5EF4-FFF2-40B4-BE49-F238E27FC236}">
                <a16:creationId xmlns:a16="http://schemas.microsoft.com/office/drawing/2014/main" id="{B4BFE9F7-B526-41A7-B520-83588EFEF0D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4" name="narrative-number">
            <a:extLst xmlns:a="http://schemas.openxmlformats.org/drawingml/2006/main">
              <a:ext uri="{FF2B5EF4-FFF2-40B4-BE49-F238E27FC236}">
                <a16:creationId xmlns:a16="http://schemas.microsoft.com/office/drawing/2014/main" id="{F67054E0-BBE3-46C2-B127-538F394842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852937929"/>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2026-09-16T23:51:00.6330000Z</dcterms:created>
  <dcterms:modified xsi:type="dcterms:W3CDTF">2026-09-16T23:51:00.6330000Z</dcterms:modified>
</coreProperties>
</file>