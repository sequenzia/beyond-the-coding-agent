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6c5d475b0d4371" /><Relationship Type="http://schemas.openxmlformats.org/officeDocument/2006/relationships/extended-properties" Target="/docProps/app.xml" Id="R27a3b9e87d4b49e7" /><Relationship Type="http://schemas.openxmlformats.org/officeDocument/2006/relationships/officeDocument" Target="/ppt/presentation.xml" Id="Ra73b28720a6d4331"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08c35d1e3db84362"/>
    <p:sldMasterId xmlns:r="http://schemas.openxmlformats.org/officeDocument/2006/relationships" id="2147483650" r:id="R4fc2f485ec05443c"/>
  </p:sldMasterIdLst>
  <p:notesMasterIdLst>
    <p:notesMasterId xmlns:r="http://schemas.openxmlformats.org/officeDocument/2006/relationships" r:id="R419d4172d5cd4dce"/>
  </p:notesMasterIdLst>
  <p:sldIdLst>
    <p:sldId xmlns:r="http://schemas.openxmlformats.org/officeDocument/2006/relationships" id="256" r:id="Rbe6493b4b0484733"/>
    <p:sldId xmlns:r="http://schemas.openxmlformats.org/officeDocument/2006/relationships" id="257" r:id="R1ab4cf24c5744aa2"/>
    <p:sldId xmlns:r="http://schemas.openxmlformats.org/officeDocument/2006/relationships" id="258" r:id="Rd5297e2afe6c494a"/>
    <p:sldId xmlns:r="http://schemas.openxmlformats.org/officeDocument/2006/relationships" id="259" r:id="Rf1b6947910fe430c"/>
    <p:sldId xmlns:r="http://schemas.openxmlformats.org/officeDocument/2006/relationships" id="260" r:id="R63c3a318c63342aa"/>
    <p:sldId xmlns:r="http://schemas.openxmlformats.org/officeDocument/2006/relationships" id="261" r:id="Rf66662d5a47e482a"/>
    <p:sldId xmlns:r="http://schemas.openxmlformats.org/officeDocument/2006/relationships" id="262" r:id="R6e658807f2e447fc"/>
    <p:sldId xmlns:r="http://schemas.openxmlformats.org/officeDocument/2006/relationships" id="263" r:id="Rf8b50cbaff1943a8"/>
    <p:sldId xmlns:r="http://schemas.openxmlformats.org/officeDocument/2006/relationships" id="264" r:id="R71ee711c429f4fca"/>
    <p:sldId xmlns:r="http://schemas.openxmlformats.org/officeDocument/2006/relationships" id="265" r:id="Ra5982d27fe4349cb"/>
    <p:sldId xmlns:r="http://schemas.openxmlformats.org/officeDocument/2006/relationships" id="266" r:id="R4bedd793204e4834"/>
    <p:sldId xmlns:r="http://schemas.openxmlformats.org/officeDocument/2006/relationships" id="267" r:id="Rf8debe9fe5e74f30"/>
    <p:sldId xmlns:r="http://schemas.openxmlformats.org/officeDocument/2006/relationships" id="268" r:id="R771428895d7e46fe"/>
    <p:sldId xmlns:r="http://schemas.openxmlformats.org/officeDocument/2006/relationships" id="269" r:id="Raa040c864a1747fc"/>
    <p:sldId xmlns:r="http://schemas.openxmlformats.org/officeDocument/2006/relationships" id="270" r:id="R3464f872c53640c9"/>
    <p:sldId xmlns:r="http://schemas.openxmlformats.org/officeDocument/2006/relationships" id="271" r:id="R30d3616c70124f42"/>
    <p:sldId xmlns:r="http://schemas.openxmlformats.org/officeDocument/2006/relationships" id="272" r:id="R8bc25d4049d94d12"/>
    <p:sldId xmlns:r="http://schemas.openxmlformats.org/officeDocument/2006/relationships" id="273" r:id="R4512b58c75644e3d"/>
    <p:sldId xmlns:r="http://schemas.openxmlformats.org/officeDocument/2006/relationships" id="274" r:id="Rf2581bc8fd2f4386"/>
    <p:sldId xmlns:r="http://schemas.openxmlformats.org/officeDocument/2006/relationships" id="275" r:id="R6faffc4e03c4465e"/>
    <p:sldId xmlns:r="http://schemas.openxmlformats.org/officeDocument/2006/relationships" id="276" r:id="R654c3ecc05a74984"/>
    <p:sldId xmlns:r="http://schemas.openxmlformats.org/officeDocument/2006/relationships" id="277" r:id="R219d6642488e4722"/>
    <p:sldId xmlns:r="http://schemas.openxmlformats.org/officeDocument/2006/relationships" id="278" r:id="R8e78181f49124808"/>
    <p:sldId xmlns:r="http://schemas.openxmlformats.org/officeDocument/2006/relationships" id="279" r:id="R83355e4f51ba4dd9"/>
    <p:sldId xmlns:r="http://schemas.openxmlformats.org/officeDocument/2006/relationships" id="280" r:id="R8934d74da1494a3f"/>
    <p:sldId xmlns:r="http://schemas.openxmlformats.org/officeDocument/2006/relationships" id="281" r:id="R8a87f2125f804034"/>
    <p:sldId xmlns:r="http://schemas.openxmlformats.org/officeDocument/2006/relationships" id="282" r:id="R8c083f61454c40d6"/>
    <p:sldId xmlns:r="http://schemas.openxmlformats.org/officeDocument/2006/relationships" id="283" r:id="Rf8e000fa511744cb"/>
    <p:sldId xmlns:r="http://schemas.openxmlformats.org/officeDocument/2006/relationships" id="284" r:id="Rcc28c61a33a545eb"/>
    <p:sldId xmlns:r="http://schemas.openxmlformats.org/officeDocument/2006/relationships" id="285" r:id="Rfcbc349fc1614c2f"/>
    <p:sldId xmlns:r="http://schemas.openxmlformats.org/officeDocument/2006/relationships" id="286" r:id="Rad183b969aff465c"/>
    <p:sldId xmlns:r="http://schemas.openxmlformats.org/officeDocument/2006/relationships" id="287" r:id="R991b871655e54157"/>
    <p:sldId xmlns:r="http://schemas.openxmlformats.org/officeDocument/2006/relationships" id="288" r:id="R7f5c870677ae47e2"/>
    <p:sldId xmlns:r="http://schemas.openxmlformats.org/officeDocument/2006/relationships" id="289" r:id="Rf9e0a7a6bf834643"/>
    <p:sldId xmlns:r="http://schemas.openxmlformats.org/officeDocument/2006/relationships" id="290" r:id="R4a069004033f42c3"/>
    <p:sldId xmlns:r="http://schemas.openxmlformats.org/officeDocument/2006/relationships" id="291" r:id="Rf1cbacdea7954982"/>
    <p:sldId xmlns:r="http://schemas.openxmlformats.org/officeDocument/2006/relationships" id="292" r:id="R792d8363cac04436"/>
    <p:sldId xmlns:r="http://schemas.openxmlformats.org/officeDocument/2006/relationships" id="293" r:id="R9c85226de28d4286"/>
    <p:sldId xmlns:r="http://schemas.openxmlformats.org/officeDocument/2006/relationships" id="294" r:id="Rfe01782e737d40d8"/>
    <p:sldId xmlns:r="http://schemas.openxmlformats.org/officeDocument/2006/relationships" id="295" r:id="R1f6bc3352cee4a93"/>
    <p:sldId xmlns:r="http://schemas.openxmlformats.org/officeDocument/2006/relationships" id="296" r:id="Raf790111a26d464d"/>
    <p:sldId xmlns:r="http://schemas.openxmlformats.org/officeDocument/2006/relationships" id="297" r:id="R27a016fb54de443f"/>
    <p:sldId xmlns:r="http://schemas.openxmlformats.org/officeDocument/2006/relationships" id="298" r:id="Ra8d0906f2de641c2"/>
    <p:sldId xmlns:r="http://schemas.openxmlformats.org/officeDocument/2006/relationships" id="299" r:id="Rc0c78a26973e44d7"/>
    <p:sldId xmlns:r="http://schemas.openxmlformats.org/officeDocument/2006/relationships" id="300" r:id="R2eeec035ef894fff"/>
    <p:sldId xmlns:r="http://schemas.openxmlformats.org/officeDocument/2006/relationships" id="301" r:id="R47ac51734344401d"/>
    <p:sldId xmlns:r="http://schemas.openxmlformats.org/officeDocument/2006/relationships" id="302" r:id="Re5ad798a703847ab"/>
    <p:sldId xmlns:r="http://schemas.openxmlformats.org/officeDocument/2006/relationships" id="303" r:id="R4e207fea3f84423b"/>
    <p:sldId xmlns:r="http://schemas.openxmlformats.org/officeDocument/2006/relationships" id="304" r:id="R19a783103cfc4985"/>
    <p:sldId xmlns:r="http://schemas.openxmlformats.org/officeDocument/2006/relationships" id="305" r:id="Reb4f5aac90bc4842"/>
    <p:sldId xmlns:r="http://schemas.openxmlformats.org/officeDocument/2006/relationships" id="306" r:id="R1c9c090634494205"/>
    <p:sldId xmlns:r="http://schemas.openxmlformats.org/officeDocument/2006/relationships" id="307" r:id="R515c370024bf4d94"/>
    <p:sldId xmlns:r="http://schemas.openxmlformats.org/officeDocument/2006/relationships" id="308" r:id="R429afd727a9c4c2e"/>
    <p:sldId xmlns:r="http://schemas.openxmlformats.org/officeDocument/2006/relationships" id="309" r:id="Rec371f240020486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f66bbd8a8441ca" /><Relationship Type="http://schemas.openxmlformats.org/officeDocument/2006/relationships/slideMaster" Target="/ppt/slideMasters/slideMaster1.xml" Id="R08c35d1e3db84362" /><Relationship Type="http://schemas.openxmlformats.org/officeDocument/2006/relationships/slideMaster" Target="/ppt/slideMasters/slideMaster2.xml" Id="R4fc2f485ec05443c" /><Relationship Type="http://schemas.openxmlformats.org/officeDocument/2006/relationships/notesMaster" Target="/ppt/notesMasters/notesMaster1.xml" Id="R419d4172d5cd4dce" /><Relationship Type="http://schemas.openxmlformats.org/officeDocument/2006/relationships/presProps" Target="/ppt/presProps.xml" Id="R31fc7d218b07465d" /><Relationship Type="http://schemas.openxmlformats.org/officeDocument/2006/relationships/tableStyles" Target="/ppt/tableStyles.xml" Id="R66aac89b1ad74487" /><Relationship Type="http://schemas.openxmlformats.org/officeDocument/2006/relationships/slide" Target="/ppt/slides/slide1.xml" Id="Rbe6493b4b0484733" /><Relationship Type="http://schemas.openxmlformats.org/officeDocument/2006/relationships/slide" Target="/ppt/slides/slide2.xml" Id="R1ab4cf24c5744aa2" /><Relationship Type="http://schemas.openxmlformats.org/officeDocument/2006/relationships/slide" Target="/ppt/slides/slide3.xml" Id="Rd5297e2afe6c494a" /><Relationship Type="http://schemas.openxmlformats.org/officeDocument/2006/relationships/slide" Target="/ppt/slides/slide4.xml" Id="Rf1b6947910fe430c" /><Relationship Type="http://schemas.openxmlformats.org/officeDocument/2006/relationships/slide" Target="/ppt/slides/slide5.xml" Id="R63c3a318c63342aa" /><Relationship Type="http://schemas.openxmlformats.org/officeDocument/2006/relationships/slide" Target="/ppt/slides/slide6.xml" Id="Rf66662d5a47e482a" /><Relationship Type="http://schemas.openxmlformats.org/officeDocument/2006/relationships/slide" Target="/ppt/slides/slide7.xml" Id="R6e658807f2e447fc" /><Relationship Type="http://schemas.openxmlformats.org/officeDocument/2006/relationships/slide" Target="/ppt/slides/slide8.xml" Id="Rf8b50cbaff1943a8" /><Relationship Type="http://schemas.openxmlformats.org/officeDocument/2006/relationships/slide" Target="/ppt/slides/slide9.xml" Id="R71ee711c429f4fca" /><Relationship Type="http://schemas.openxmlformats.org/officeDocument/2006/relationships/slide" Target="/ppt/slides/slide10.xml" Id="Ra5982d27fe4349cb" /><Relationship Type="http://schemas.openxmlformats.org/officeDocument/2006/relationships/slide" Target="/ppt/slides/slide11.xml" Id="R4bedd793204e4834" /><Relationship Type="http://schemas.openxmlformats.org/officeDocument/2006/relationships/slide" Target="/ppt/slides/slide12.xml" Id="Rf8debe9fe5e74f30" /><Relationship Type="http://schemas.openxmlformats.org/officeDocument/2006/relationships/slide" Target="/ppt/slides/slide13.xml" Id="R771428895d7e46fe" /><Relationship Type="http://schemas.openxmlformats.org/officeDocument/2006/relationships/slide" Target="/ppt/slides/slide14.xml" Id="Raa040c864a1747fc" /><Relationship Type="http://schemas.openxmlformats.org/officeDocument/2006/relationships/slide" Target="/ppt/slides/slide15.xml" Id="R3464f872c53640c9" /><Relationship Type="http://schemas.openxmlformats.org/officeDocument/2006/relationships/slide" Target="/ppt/slides/slide16.xml" Id="R30d3616c70124f42" /><Relationship Type="http://schemas.openxmlformats.org/officeDocument/2006/relationships/slide" Target="/ppt/slides/slide17.xml" Id="R8bc25d4049d94d12" /><Relationship Type="http://schemas.openxmlformats.org/officeDocument/2006/relationships/slide" Target="/ppt/slides/slide18.xml" Id="R4512b58c75644e3d" /><Relationship Type="http://schemas.openxmlformats.org/officeDocument/2006/relationships/slide" Target="/ppt/slides/slide19.xml" Id="Rf2581bc8fd2f4386" /><Relationship Type="http://schemas.openxmlformats.org/officeDocument/2006/relationships/slide" Target="/ppt/slides/slide20.xml" Id="R6faffc4e03c4465e" /><Relationship Type="http://schemas.openxmlformats.org/officeDocument/2006/relationships/slide" Target="/ppt/slides/slide21.xml" Id="R654c3ecc05a74984" /><Relationship Type="http://schemas.openxmlformats.org/officeDocument/2006/relationships/slide" Target="/ppt/slides/slide22.xml" Id="R219d6642488e4722" /><Relationship Type="http://schemas.openxmlformats.org/officeDocument/2006/relationships/slide" Target="/ppt/slides/slide23.xml" Id="R8e78181f49124808" /><Relationship Type="http://schemas.openxmlformats.org/officeDocument/2006/relationships/slide" Target="/ppt/slides/slide24.xml" Id="R83355e4f51ba4dd9" /><Relationship Type="http://schemas.openxmlformats.org/officeDocument/2006/relationships/slide" Target="/ppt/slides/slide25.xml" Id="R8934d74da1494a3f" /><Relationship Type="http://schemas.openxmlformats.org/officeDocument/2006/relationships/slide" Target="/ppt/slides/slide26.xml" Id="R8a87f2125f804034" /><Relationship Type="http://schemas.openxmlformats.org/officeDocument/2006/relationships/slide" Target="/ppt/slides/slide27.xml" Id="R8c083f61454c40d6" /><Relationship Type="http://schemas.openxmlformats.org/officeDocument/2006/relationships/slide" Target="/ppt/slides/slide28.xml" Id="Rf8e000fa511744cb" /><Relationship Type="http://schemas.openxmlformats.org/officeDocument/2006/relationships/slide" Target="/ppt/slides/slide29.xml" Id="Rcc28c61a33a545eb" /><Relationship Type="http://schemas.openxmlformats.org/officeDocument/2006/relationships/slide" Target="/ppt/slides/slide30.xml" Id="Rfcbc349fc1614c2f" /><Relationship Type="http://schemas.openxmlformats.org/officeDocument/2006/relationships/slide" Target="/ppt/slides/slide31.xml" Id="Rad183b969aff465c" /><Relationship Type="http://schemas.openxmlformats.org/officeDocument/2006/relationships/slide" Target="/ppt/slides/slide32.xml" Id="R991b871655e54157" /><Relationship Type="http://schemas.openxmlformats.org/officeDocument/2006/relationships/slide" Target="/ppt/slides/slide33.xml" Id="R7f5c870677ae47e2" /><Relationship Type="http://schemas.openxmlformats.org/officeDocument/2006/relationships/slide" Target="/ppt/slides/slide34.xml" Id="Rf9e0a7a6bf834643" /><Relationship Type="http://schemas.openxmlformats.org/officeDocument/2006/relationships/slide" Target="/ppt/slides/slide35.xml" Id="R4a069004033f42c3" /><Relationship Type="http://schemas.openxmlformats.org/officeDocument/2006/relationships/slide" Target="/ppt/slides/slide36.xml" Id="Rf1cbacdea7954982" /><Relationship Type="http://schemas.openxmlformats.org/officeDocument/2006/relationships/slide" Target="/ppt/slides/slide37.xml" Id="R792d8363cac04436" /><Relationship Type="http://schemas.openxmlformats.org/officeDocument/2006/relationships/slide" Target="/ppt/slides/slide38.xml" Id="R9c85226de28d4286" /><Relationship Type="http://schemas.openxmlformats.org/officeDocument/2006/relationships/slide" Target="/ppt/slides/slide39.xml" Id="Rfe01782e737d40d8" /><Relationship Type="http://schemas.openxmlformats.org/officeDocument/2006/relationships/slide" Target="/ppt/slides/slide40.xml" Id="R1f6bc3352cee4a93" /><Relationship Type="http://schemas.openxmlformats.org/officeDocument/2006/relationships/slide" Target="/ppt/slides/slide41.xml" Id="Raf790111a26d464d" /><Relationship Type="http://schemas.openxmlformats.org/officeDocument/2006/relationships/slide" Target="/ppt/slides/slide42.xml" Id="R27a016fb54de443f" /><Relationship Type="http://schemas.openxmlformats.org/officeDocument/2006/relationships/slide" Target="/ppt/slides/slide43.xml" Id="Ra8d0906f2de641c2" /><Relationship Type="http://schemas.openxmlformats.org/officeDocument/2006/relationships/slide" Target="/ppt/slides/slide44.xml" Id="Rc0c78a26973e44d7" /><Relationship Type="http://schemas.openxmlformats.org/officeDocument/2006/relationships/slide" Target="/ppt/slides/slide45.xml" Id="R2eeec035ef894fff" /><Relationship Type="http://schemas.openxmlformats.org/officeDocument/2006/relationships/slide" Target="/ppt/slides/slide46.xml" Id="R47ac51734344401d" /><Relationship Type="http://schemas.openxmlformats.org/officeDocument/2006/relationships/slide" Target="/ppt/slides/slide47.xml" Id="Re5ad798a703847ab" /><Relationship Type="http://schemas.openxmlformats.org/officeDocument/2006/relationships/slide" Target="/ppt/slides/slide48.xml" Id="R4e207fea3f84423b" /><Relationship Type="http://schemas.openxmlformats.org/officeDocument/2006/relationships/slide" Target="/ppt/slides/slide49.xml" Id="R19a783103cfc4985" /><Relationship Type="http://schemas.openxmlformats.org/officeDocument/2006/relationships/slide" Target="/ppt/slides/slide50.xml" Id="Reb4f5aac90bc4842" /><Relationship Type="http://schemas.openxmlformats.org/officeDocument/2006/relationships/slide" Target="/ppt/slides/slide51.xml" Id="R1c9c090634494205" /><Relationship Type="http://schemas.openxmlformats.org/officeDocument/2006/relationships/slide" Target="/ppt/slides/slide52.xml" Id="R515c370024bf4d94" /><Relationship Type="http://schemas.openxmlformats.org/officeDocument/2006/relationships/slide" Target="/ppt/slides/slide53.xml" Id="R429afd727a9c4c2e" /><Relationship Type="http://schemas.openxmlformats.org/officeDocument/2006/relationships/slide" Target="/ppt/slides/slide54.xml" Id="Rec371f24002048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2dd4561e0b242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60eedfe36046a3" /><Relationship Type="http://schemas.openxmlformats.org/officeDocument/2006/relationships/notesMaster" Target="/ppt/notesMasters/notesMaster1.xml" Id="R16f995bdfcb74a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01075546f04316" /><Relationship Type="http://schemas.openxmlformats.org/officeDocument/2006/relationships/notesMaster" Target="/ppt/notesMasters/notesMaster1.xml" Id="R8338465928bc49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76b6e526f94237" /><Relationship Type="http://schemas.openxmlformats.org/officeDocument/2006/relationships/notesMaster" Target="/ppt/notesMasters/notesMaster1.xml" Id="Rf28ed163bc144e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7921acce194903" /><Relationship Type="http://schemas.openxmlformats.org/officeDocument/2006/relationships/notesMaster" Target="/ppt/notesMasters/notesMaster1.xml" Id="R36c199f1ed1447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c466a0432b4c66" /><Relationship Type="http://schemas.openxmlformats.org/officeDocument/2006/relationships/notesMaster" Target="/ppt/notesMasters/notesMaster1.xml" Id="Rc36c62f3cc1245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3d35007c93411b" /><Relationship Type="http://schemas.openxmlformats.org/officeDocument/2006/relationships/notesMaster" Target="/ppt/notesMasters/notesMaster1.xml" Id="R733e47a9079f45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7804d44a464e58" /><Relationship Type="http://schemas.openxmlformats.org/officeDocument/2006/relationships/notesMaster" Target="/ppt/notesMasters/notesMaster1.xml" Id="R8c189d6fc28840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5e7bcf39c41d9" /><Relationship Type="http://schemas.openxmlformats.org/officeDocument/2006/relationships/notesMaster" Target="/ppt/notesMasters/notesMaster1.xml" Id="R6a43862b705c48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446d6ff65949a9" /><Relationship Type="http://schemas.openxmlformats.org/officeDocument/2006/relationships/notesMaster" Target="/ppt/notesMasters/notesMaster1.xml" Id="R92b5c11c298544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295a1ca585492b" /><Relationship Type="http://schemas.openxmlformats.org/officeDocument/2006/relationships/notesMaster" Target="/ppt/notesMasters/notesMaster1.xml" Id="R453a1a6179e34b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d0ac3a5df24570" /><Relationship Type="http://schemas.openxmlformats.org/officeDocument/2006/relationships/notesMaster" Target="/ppt/notesMasters/notesMaster1.xml" Id="Rc79f3cb998664a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1235e1def14d1d" /><Relationship Type="http://schemas.openxmlformats.org/officeDocument/2006/relationships/notesMaster" Target="/ppt/notesMasters/notesMaster1.xml" Id="R677dd262930a46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d71275ffa5480f" /><Relationship Type="http://schemas.openxmlformats.org/officeDocument/2006/relationships/notesMaster" Target="/ppt/notesMasters/notesMaster1.xml" Id="R0bbb531e58f04a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dd38c626fb416f" /><Relationship Type="http://schemas.openxmlformats.org/officeDocument/2006/relationships/notesMaster" Target="/ppt/notesMasters/notesMaster1.xml" Id="R0d8af6a33c4d48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092f511ccc41c5" /><Relationship Type="http://schemas.openxmlformats.org/officeDocument/2006/relationships/notesMaster" Target="/ppt/notesMasters/notesMaster1.xml" Id="Rc8fcdf4fa2ca41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bbda0152f7410b" /><Relationship Type="http://schemas.openxmlformats.org/officeDocument/2006/relationships/notesMaster" Target="/ppt/notesMasters/notesMaster1.xml" Id="R836a6dbfe5734f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ca4ddabd1447f0" /><Relationship Type="http://schemas.openxmlformats.org/officeDocument/2006/relationships/notesMaster" Target="/ppt/notesMasters/notesMaster1.xml" Id="R0ff3fbeb8df94b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c5b1cf22e84fd2" /><Relationship Type="http://schemas.openxmlformats.org/officeDocument/2006/relationships/notesMaster" Target="/ppt/notesMasters/notesMaster1.xml" Id="R42608ee3185347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e883ee3ee34d5a" /><Relationship Type="http://schemas.openxmlformats.org/officeDocument/2006/relationships/notesMaster" Target="/ppt/notesMasters/notesMaster1.xml" Id="Ref8272c3ba3f499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666b4b09af4b9e" /><Relationship Type="http://schemas.openxmlformats.org/officeDocument/2006/relationships/notesMaster" Target="/ppt/notesMasters/notesMaster1.xml" Id="Rb8d1b1ee13ce4cd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691c32f60444bb" /><Relationship Type="http://schemas.openxmlformats.org/officeDocument/2006/relationships/notesMaster" Target="/ppt/notesMasters/notesMaster1.xml" Id="R279a50d95ece4e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d67df15cb74c8c" /><Relationship Type="http://schemas.openxmlformats.org/officeDocument/2006/relationships/notesMaster" Target="/ppt/notesMasters/notesMaster1.xml" Id="R5d9f0d0db05940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e6e76823c742f7" /><Relationship Type="http://schemas.openxmlformats.org/officeDocument/2006/relationships/notesMaster" Target="/ppt/notesMasters/notesMaster1.xml" Id="R46e0aa6c22d54a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b68b1556cf4d83" /><Relationship Type="http://schemas.openxmlformats.org/officeDocument/2006/relationships/notesMaster" Target="/ppt/notesMasters/notesMaster1.xml" Id="R218fd141c1064b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f9efbc2c5f84561" /><Relationship Type="http://schemas.openxmlformats.org/officeDocument/2006/relationships/notesMaster" Target="/ppt/notesMasters/notesMaster1.xml" Id="Rda5d38f256e74e5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8489812b3e24e0e" /><Relationship Type="http://schemas.openxmlformats.org/officeDocument/2006/relationships/notesMaster" Target="/ppt/notesMasters/notesMaster1.xml" Id="Rdc3bdf0cb4ae419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f1e4a92554240bb" /><Relationship Type="http://schemas.openxmlformats.org/officeDocument/2006/relationships/notesMaster" Target="/ppt/notesMasters/notesMaster1.xml" Id="R36f098079bad4de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55c85678774697" /><Relationship Type="http://schemas.openxmlformats.org/officeDocument/2006/relationships/notesMaster" Target="/ppt/notesMasters/notesMaster1.xml" Id="R53c46263af6449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1b13bd71e5d44e7" /><Relationship Type="http://schemas.openxmlformats.org/officeDocument/2006/relationships/notesMaster" Target="/ppt/notesMasters/notesMaster1.xml" Id="Rcb1acaa6c8db4a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bb06cc225bd44a3" /><Relationship Type="http://schemas.openxmlformats.org/officeDocument/2006/relationships/notesMaster" Target="/ppt/notesMasters/notesMaster1.xml" Id="R1072f8cd1c554f9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bfff86a1ed41db" /><Relationship Type="http://schemas.openxmlformats.org/officeDocument/2006/relationships/notesMaster" Target="/ppt/notesMasters/notesMaster1.xml" Id="Ra3425ca4f98a48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0407016fd145ab" /><Relationship Type="http://schemas.openxmlformats.org/officeDocument/2006/relationships/notesMaster" Target="/ppt/notesMasters/notesMaster1.xml" Id="Rc1f01db20eea48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ef243a3326f4619" /><Relationship Type="http://schemas.openxmlformats.org/officeDocument/2006/relationships/notesMaster" Target="/ppt/notesMasters/notesMaster1.xml" Id="R22beaa7b876c4d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f6b4fcb03d54bac" /><Relationship Type="http://schemas.openxmlformats.org/officeDocument/2006/relationships/notesMaster" Target="/ppt/notesMasters/notesMaster1.xml" Id="R2920feeb11704d6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7118d39899646ff" /><Relationship Type="http://schemas.openxmlformats.org/officeDocument/2006/relationships/notesMaster" Target="/ppt/notesMasters/notesMaster1.xml" Id="Re2472d019e3545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f7af4ec106346d1" /><Relationship Type="http://schemas.openxmlformats.org/officeDocument/2006/relationships/notesMaster" Target="/ppt/notesMasters/notesMaster1.xml" Id="R987ea24e9bb54cd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04598793de4dec" /><Relationship Type="http://schemas.openxmlformats.org/officeDocument/2006/relationships/notesMaster" Target="/ppt/notesMasters/notesMaster1.xml" Id="R05f91f81e0da4a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8a615661d8b413a" /><Relationship Type="http://schemas.openxmlformats.org/officeDocument/2006/relationships/notesMaster" Target="/ppt/notesMasters/notesMaster1.xml" Id="Rf965ce027c6d4db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771390a9dea441a" /><Relationship Type="http://schemas.openxmlformats.org/officeDocument/2006/relationships/notesMaster" Target="/ppt/notesMasters/notesMaster1.xml" Id="R01004d284bed40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8e84c69b13d4e17" /><Relationship Type="http://schemas.openxmlformats.org/officeDocument/2006/relationships/notesMaster" Target="/ppt/notesMasters/notesMaster1.xml" Id="Rddad949ba7de4dd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d888bd83a75423b" /><Relationship Type="http://schemas.openxmlformats.org/officeDocument/2006/relationships/notesMaster" Target="/ppt/notesMasters/notesMaster1.xml" Id="Rb2dd44d66f9a415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3caea86b4f3463c" /><Relationship Type="http://schemas.openxmlformats.org/officeDocument/2006/relationships/notesMaster" Target="/ppt/notesMasters/notesMaster1.xml" Id="R4d2ec93d75ac451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d1a8609f39a47c5" /><Relationship Type="http://schemas.openxmlformats.org/officeDocument/2006/relationships/notesMaster" Target="/ppt/notesMasters/notesMaster1.xml" Id="R7e41bbb526a2420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050ec843ad14c5e" /><Relationship Type="http://schemas.openxmlformats.org/officeDocument/2006/relationships/notesMaster" Target="/ppt/notesMasters/notesMaster1.xml" Id="Rab8477f5ee0e4bd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0dc04c86210455b" /><Relationship Type="http://schemas.openxmlformats.org/officeDocument/2006/relationships/notesMaster" Target="/ppt/notesMasters/notesMaster1.xml" Id="Rcde16baf87da4cb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0cf7a0538ef437e" /><Relationship Type="http://schemas.openxmlformats.org/officeDocument/2006/relationships/notesMaster" Target="/ppt/notesMasters/notesMaster1.xml" Id="R70345dc486a7441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fd91548c18b4f8c" /><Relationship Type="http://schemas.openxmlformats.org/officeDocument/2006/relationships/notesMaster" Target="/ppt/notesMasters/notesMaster1.xml" Id="R9093fa667702449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314c393bfba4717" /><Relationship Type="http://schemas.openxmlformats.org/officeDocument/2006/relationships/notesMaster" Target="/ppt/notesMasters/notesMaster1.xml" Id="R42c5908641be45d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0140695762c4986" /><Relationship Type="http://schemas.openxmlformats.org/officeDocument/2006/relationships/notesMaster" Target="/ppt/notesMasters/notesMaster1.xml" Id="Rb5199b60e9a34ce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6aa9dbc90454fb0" /><Relationship Type="http://schemas.openxmlformats.org/officeDocument/2006/relationships/notesMaster" Target="/ppt/notesMasters/notesMaster1.xml" Id="Rde7daca9feb8445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670d38371534478" /><Relationship Type="http://schemas.openxmlformats.org/officeDocument/2006/relationships/notesMaster" Target="/ppt/notesMasters/notesMaster1.xml" Id="Re7c4107a55f4416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e4f801a054e4ab6" /><Relationship Type="http://schemas.openxmlformats.org/officeDocument/2006/relationships/notesMaster" Target="/ppt/notesMasters/notesMaster1.xml" Id="Rdb6d761b9fc84a0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303d4ab46cf4b7c" /><Relationship Type="http://schemas.openxmlformats.org/officeDocument/2006/relationships/notesMaster" Target="/ppt/notesMasters/notesMaster1.xml" Id="Ra474f7b2305946a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a1034eedbba401b" /><Relationship Type="http://schemas.openxmlformats.org/officeDocument/2006/relationships/notesMaster" Target="/ppt/notesMasters/notesMaster1.xml" Id="Rb72ace0ffa584b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cf87c5705b4b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829b0c9e38340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6fe676183cf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8EDDA89C-0DEF-4B2D-B8E8-5742B381721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2e1cf51a6e4a18" /><Relationship Type="http://schemas.openxmlformats.org/officeDocument/2006/relationships/slideLayout" Target="/ppt/slideLayouts/slideLayout1.xml" Id="R2e1d10bf825943a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2ea29f9886b4e01" /><Relationship Type="http://schemas.openxmlformats.org/officeDocument/2006/relationships/slideLayout" Target="/ppt/slideLayouts/slideLayout2.xml" Id="R79c7d03a750c4321" /><Relationship Type="http://schemas.openxmlformats.org/officeDocument/2006/relationships/slideLayout" Target="/ppt/slideLayouts/slideLayout3.xml" Id="R993f4bac2d5341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d10bf825943a4"/>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9c7d03a750c4321"/>
    <p:sldLayoutId xmlns:r="http://schemas.openxmlformats.org/officeDocument/2006/relationships" id="2147483652" r:id="R993f4bac2d534167"/>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7709e2d87324909" /><Relationship Type="http://schemas.openxmlformats.org/officeDocument/2006/relationships/notesSlide" Target="/ppt/notesSlides/notesSlide1.xml" Id="R67bb6bacadbf4d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b92b42d45b4492b" /><Relationship Type="http://schemas.openxmlformats.org/officeDocument/2006/relationships/image" Target="/ppt/media/image.png" Id="Rec4110b4a0d749b6" /><Relationship Type="http://schemas.openxmlformats.org/officeDocument/2006/relationships/notesSlide" Target="/ppt/notesSlides/notesSlide2.xml" Id="Rf24f7b2fec234f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63f5a5ca62a4c63" /><Relationship Type="http://schemas.openxmlformats.org/officeDocument/2006/relationships/notesSlide" Target="/ppt/notesSlides/notesSlide3.xml" Id="R189d3e89817740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406b8162b8a4b68" /><Relationship Type="http://schemas.openxmlformats.org/officeDocument/2006/relationships/notesSlide" Target="/ppt/notesSlides/notesSlide4.xml" Id="Rde5fc296e7f547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4c48a7fdc6642c3" /><Relationship Type="http://schemas.openxmlformats.org/officeDocument/2006/relationships/notesSlide" Target="/ppt/notesSlides/notesSlide5.xml" Id="R48c66c80ceb648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be82952f3684417" /><Relationship Type="http://schemas.openxmlformats.org/officeDocument/2006/relationships/notesSlide" Target="/ppt/notesSlides/notesSlide6.xml" Id="Rd98d499f187943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e64707540ab4c5c" /><Relationship Type="http://schemas.openxmlformats.org/officeDocument/2006/relationships/notesSlide" Target="/ppt/notesSlides/notesSlide7.xml" Id="R0b4a5ba2e93444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cfce825e46345ec" /><Relationship Type="http://schemas.openxmlformats.org/officeDocument/2006/relationships/notesSlide" Target="/ppt/notesSlides/notesSlide8.xml" Id="R3a83b83aa9284b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5e2ec76ccfd4fef" /><Relationship Type="http://schemas.openxmlformats.org/officeDocument/2006/relationships/notesSlide" Target="/ppt/notesSlides/notesSlide9.xml" Id="R74b20026ab494b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10307dc81954ba3" /><Relationship Type="http://schemas.openxmlformats.org/officeDocument/2006/relationships/image" Target="/ppt/media/image2.png" Id="R9028af006501449f" /><Relationship Type="http://schemas.openxmlformats.org/officeDocument/2006/relationships/notesSlide" Target="/ppt/notesSlides/notesSlide10.xml" Id="R13f10527bb8b4d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8afd6ffdcb043a3" /><Relationship Type="http://schemas.openxmlformats.org/officeDocument/2006/relationships/image" Target="/ppt/media/image3.png" Id="Rc807e13e19fd43d7" /><Relationship Type="http://schemas.openxmlformats.org/officeDocument/2006/relationships/notesSlide" Target="/ppt/notesSlides/notesSlide11.xml" Id="Rda55e3780f264a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2758f2d2873461d" /><Relationship Type="http://schemas.openxmlformats.org/officeDocument/2006/relationships/image" Target="/ppt/media/image4.png" Id="R36e8003ce4424f34" /><Relationship Type="http://schemas.openxmlformats.org/officeDocument/2006/relationships/notesSlide" Target="/ppt/notesSlides/notesSlide12.xml" Id="R2127af3e965d4d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318a313cda44b34" /><Relationship Type="http://schemas.openxmlformats.org/officeDocument/2006/relationships/image" Target="/ppt/media/image5.png" Id="R8deb857cb4c34d27" /><Relationship Type="http://schemas.openxmlformats.org/officeDocument/2006/relationships/notesSlide" Target="/ppt/notesSlides/notesSlide13.xml" Id="R000d183d64d541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0b562853c754a4a" /><Relationship Type="http://schemas.openxmlformats.org/officeDocument/2006/relationships/image" Target="/ppt/media/image6.png" Id="R5fc6661209974d12" /><Relationship Type="http://schemas.openxmlformats.org/officeDocument/2006/relationships/notesSlide" Target="/ppt/notesSlides/notesSlide14.xml" Id="R9e64d5c8718046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87e2b12dbb84017" /><Relationship Type="http://schemas.openxmlformats.org/officeDocument/2006/relationships/image" Target="/ppt/media/image7.png" Id="R4d6788b1692248dc" /><Relationship Type="http://schemas.openxmlformats.org/officeDocument/2006/relationships/notesSlide" Target="/ppt/notesSlides/notesSlide15.xml" Id="R86602a57309844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1cd1a3e231a407f" /><Relationship Type="http://schemas.openxmlformats.org/officeDocument/2006/relationships/image" Target="/ppt/media/image8.png" Id="R5c808f594cab4fea" /><Relationship Type="http://schemas.openxmlformats.org/officeDocument/2006/relationships/notesSlide" Target="/ppt/notesSlides/notesSlide16.xml" Id="R860869b7a8d847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60db07954ea4b1e" /><Relationship Type="http://schemas.openxmlformats.org/officeDocument/2006/relationships/image" Target="/ppt/media/image9.png" Id="Rd47a386ef1684230" /><Relationship Type="http://schemas.openxmlformats.org/officeDocument/2006/relationships/image" Target="/ppt/media/image10.png" Id="Recd73002936b4c3a" /><Relationship Type="http://schemas.openxmlformats.org/officeDocument/2006/relationships/notesSlide" Target="/ppt/notesSlides/notesSlide17.xml" Id="R577ff1989d3d41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5e61f2a2d594d9f" /><Relationship Type="http://schemas.openxmlformats.org/officeDocument/2006/relationships/image" Target="/ppt/media/image11.png" Id="R64cb2a7720d34c25" /><Relationship Type="http://schemas.openxmlformats.org/officeDocument/2006/relationships/notesSlide" Target="/ppt/notesSlides/notesSlide18.xml" Id="R2e83dc62a26843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67bc5d361b124cb6" /><Relationship Type="http://schemas.openxmlformats.org/officeDocument/2006/relationships/image" Target="/ppt/media/image12.png" Id="R64f32d5282af4ca2" /><Relationship Type="http://schemas.openxmlformats.org/officeDocument/2006/relationships/notesSlide" Target="/ppt/notesSlides/notesSlide19.xml" Id="R781327ab50ab43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3e345292497417f" /><Relationship Type="http://schemas.openxmlformats.org/officeDocument/2006/relationships/image" Target="/ppt/media/image13.png" Id="Rea8b38d5cb4344cf" /><Relationship Type="http://schemas.openxmlformats.org/officeDocument/2006/relationships/notesSlide" Target="/ppt/notesSlides/notesSlide20.xml" Id="R81f768dc2ab348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ffb6712dc034fa7" /><Relationship Type="http://schemas.openxmlformats.org/officeDocument/2006/relationships/image" Target="/ppt/media/image14.png" Id="Rafa808b9b13d4c7b" /><Relationship Type="http://schemas.openxmlformats.org/officeDocument/2006/relationships/notesSlide" Target="/ppt/notesSlides/notesSlide21.xml" Id="R199dd62be95341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03821c5fda454e4e" /><Relationship Type="http://schemas.openxmlformats.org/officeDocument/2006/relationships/image" Target="/ppt/media/image15.png" Id="Rf8748f4484544ab7" /><Relationship Type="http://schemas.openxmlformats.org/officeDocument/2006/relationships/image" Target="/ppt/media/image16.png" Id="R16371fbf00774dae" /><Relationship Type="http://schemas.openxmlformats.org/officeDocument/2006/relationships/notesSlide" Target="/ppt/notesSlides/notesSlide22.xml" Id="R73b1efe0168040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9a9c3ad46f04fd5" /><Relationship Type="http://schemas.openxmlformats.org/officeDocument/2006/relationships/image" Target="/ppt/media/image17.png" Id="R72b22c2b61854586" /><Relationship Type="http://schemas.openxmlformats.org/officeDocument/2006/relationships/notesSlide" Target="/ppt/notesSlides/notesSlide23.xml" Id="Rbf6f79f3c8d5478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bbd357e571d4fcc" /><Relationship Type="http://schemas.openxmlformats.org/officeDocument/2006/relationships/image" Target="/ppt/media/image18.png" Id="Rfefcb6b445944e87" /><Relationship Type="http://schemas.openxmlformats.org/officeDocument/2006/relationships/notesSlide" Target="/ppt/notesSlides/notesSlide24.xml" Id="Rfc2a746184ff4a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be75f15e52e74ab6" /><Relationship Type="http://schemas.openxmlformats.org/officeDocument/2006/relationships/image" Target="/ppt/media/image19.png" Id="Rdb81e942b82147e8" /><Relationship Type="http://schemas.openxmlformats.org/officeDocument/2006/relationships/notesSlide" Target="/ppt/notesSlides/notesSlide25.xml" Id="Rc0fbba3ad54e41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41af842734c491a" /><Relationship Type="http://schemas.openxmlformats.org/officeDocument/2006/relationships/image" Target="/ppt/media/image20.png" Id="R3678b8f44753462b" /><Relationship Type="http://schemas.openxmlformats.org/officeDocument/2006/relationships/notesSlide" Target="/ppt/notesSlides/notesSlide26.xml" Id="R8d76c02611384a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c126c473ed754ac9" /><Relationship Type="http://schemas.openxmlformats.org/officeDocument/2006/relationships/image" Target="/ppt/media/image21.png" Id="Rb0f764a241604348" /><Relationship Type="http://schemas.openxmlformats.org/officeDocument/2006/relationships/image" Target="/ppt/media/image22.png" Id="Rddf9edad417d4d95" /><Relationship Type="http://schemas.openxmlformats.org/officeDocument/2006/relationships/notesSlide" Target="/ppt/notesSlides/notesSlide27.xml" Id="Rbb801759938e44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b626aed2f8d428c" /><Relationship Type="http://schemas.openxmlformats.org/officeDocument/2006/relationships/image" Target="/ppt/media/image23.png" Id="R8cd62f7d2278483a" /><Relationship Type="http://schemas.openxmlformats.org/officeDocument/2006/relationships/notesSlide" Target="/ppt/notesSlides/notesSlide28.xml" Id="Rce81e0a0b8b1457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2f428a2f1d34fc6" /><Relationship Type="http://schemas.openxmlformats.org/officeDocument/2006/relationships/image" Target="/ppt/media/image24.png" Id="R6c34c029347b44a5" /><Relationship Type="http://schemas.openxmlformats.org/officeDocument/2006/relationships/notesSlide" Target="/ppt/notesSlides/notesSlide29.xml" Id="Rab9819133348468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c9ad0062825b4c9a" /><Relationship Type="http://schemas.openxmlformats.org/officeDocument/2006/relationships/image" Target="/ppt/media/image25.png" Id="R8e039845481a42b7" /><Relationship Type="http://schemas.openxmlformats.org/officeDocument/2006/relationships/notesSlide" Target="/ppt/notesSlides/notesSlide30.xml" Id="R127f5ba568654f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642edadfc47248a9" /><Relationship Type="http://schemas.openxmlformats.org/officeDocument/2006/relationships/image" Target="/ppt/media/image26.png" Id="R0744d6f5f20f4b88" /><Relationship Type="http://schemas.openxmlformats.org/officeDocument/2006/relationships/notesSlide" Target="/ppt/notesSlides/notesSlide31.xml" Id="Racf25dba243645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19b5c94e3ea4b5c" /><Relationship Type="http://schemas.openxmlformats.org/officeDocument/2006/relationships/image" Target="/ppt/media/image27.png" Id="R7a9d01a0c9f74c06" /><Relationship Type="http://schemas.openxmlformats.org/officeDocument/2006/relationships/image" Target="/ppt/media/image28.png" Id="R864f3ffbf24f48c2" /><Relationship Type="http://schemas.openxmlformats.org/officeDocument/2006/relationships/notesSlide" Target="/ppt/notesSlides/notesSlide32.xml" Id="R9b9cb22a68024ff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8a52c781ae244d94" /><Relationship Type="http://schemas.openxmlformats.org/officeDocument/2006/relationships/image" Target="/ppt/media/image29.png" Id="R6e6cd11f95984afd" /><Relationship Type="http://schemas.openxmlformats.org/officeDocument/2006/relationships/notesSlide" Target="/ppt/notesSlides/notesSlide33.xml" Id="Rf8a58c4fcc9f41c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a2382c50774f4e81" /><Relationship Type="http://schemas.openxmlformats.org/officeDocument/2006/relationships/image" Target="/ppt/media/image30.png" Id="Rc2bfc46473374d22" /><Relationship Type="http://schemas.openxmlformats.org/officeDocument/2006/relationships/notesSlide" Target="/ppt/notesSlides/notesSlide34.xml" Id="R36e0011187f348c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3752d0daada6404f" /><Relationship Type="http://schemas.openxmlformats.org/officeDocument/2006/relationships/image" Target="/ppt/media/image31.png" Id="R5e451be792424ab1" /><Relationship Type="http://schemas.openxmlformats.org/officeDocument/2006/relationships/notesSlide" Target="/ppt/notesSlides/notesSlide35.xml" Id="Rc92f8786c6fc4d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fc2e63fc35e7457c" /><Relationship Type="http://schemas.openxmlformats.org/officeDocument/2006/relationships/image" Target="/ppt/media/image32.png" Id="Rb98bbe6db162479d" /><Relationship Type="http://schemas.openxmlformats.org/officeDocument/2006/relationships/notesSlide" Target="/ppt/notesSlides/notesSlide36.xml" Id="R40519b4d0cf84cf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a9f2194b31e4599" /><Relationship Type="http://schemas.openxmlformats.org/officeDocument/2006/relationships/image" Target="/ppt/media/image33.png" Id="Rbbbd15281fec4cc9" /><Relationship Type="http://schemas.openxmlformats.org/officeDocument/2006/relationships/image" Target="/ppt/media/image34.png" Id="Rb91aaf1253eb4da7" /><Relationship Type="http://schemas.openxmlformats.org/officeDocument/2006/relationships/notesSlide" Target="/ppt/notesSlides/notesSlide37.xml" Id="R4a98e214743a4e0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040e7e094ffc4438" /><Relationship Type="http://schemas.openxmlformats.org/officeDocument/2006/relationships/image" Target="/ppt/media/image35.png" Id="R79c7b106df8c4101" /><Relationship Type="http://schemas.openxmlformats.org/officeDocument/2006/relationships/notesSlide" Target="/ppt/notesSlides/notesSlide38.xml" Id="Rcf5b92eeaf37481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85a885970ea4297" /><Relationship Type="http://schemas.openxmlformats.org/officeDocument/2006/relationships/image" Target="/ppt/media/image36.png" Id="R17ac442a4a1c47a1" /><Relationship Type="http://schemas.openxmlformats.org/officeDocument/2006/relationships/notesSlide" Target="/ppt/notesSlides/notesSlide39.xml" Id="R00d973185e954b6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c0ac88ecb6764009" /><Relationship Type="http://schemas.openxmlformats.org/officeDocument/2006/relationships/image" Target="/ppt/media/image37.png" Id="R4a74bba1670a4d8b" /><Relationship Type="http://schemas.openxmlformats.org/officeDocument/2006/relationships/notesSlide" Target="/ppt/notesSlides/notesSlide40.xml" Id="R98cd12bed7e947a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fa62e098addc44e8" /><Relationship Type="http://schemas.openxmlformats.org/officeDocument/2006/relationships/image" Target="/ppt/media/image38.png" Id="R4072e8dfecb240df" /><Relationship Type="http://schemas.openxmlformats.org/officeDocument/2006/relationships/notesSlide" Target="/ppt/notesSlides/notesSlide41.xml" Id="R81f5cae8240b4e7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573b8b518b9843c2" /><Relationship Type="http://schemas.openxmlformats.org/officeDocument/2006/relationships/image" Target="/ppt/media/image39.png" Id="Rff4e6361b5f848e8" /><Relationship Type="http://schemas.openxmlformats.org/officeDocument/2006/relationships/image" Target="/ppt/media/image40.png" Id="R02549da3be2b4603" /><Relationship Type="http://schemas.openxmlformats.org/officeDocument/2006/relationships/notesSlide" Target="/ppt/notesSlides/notesSlide42.xml" Id="R605553054e9a42f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2314b34a70db47dc" /><Relationship Type="http://schemas.openxmlformats.org/officeDocument/2006/relationships/image" Target="/ppt/media/image41.png" Id="R77d3fee5680f44e7" /><Relationship Type="http://schemas.openxmlformats.org/officeDocument/2006/relationships/notesSlide" Target="/ppt/notesSlides/notesSlide43.xml" Id="Ra13347f3aaf047e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e6653fe96bf24460" /><Relationship Type="http://schemas.openxmlformats.org/officeDocument/2006/relationships/image" Target="/ppt/media/image42.png" Id="R2d9219b0a0b14753" /><Relationship Type="http://schemas.openxmlformats.org/officeDocument/2006/relationships/notesSlide" Target="/ppt/notesSlides/notesSlide44.xml" Id="R0c21ba4de42f46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14729c2ee371465a" /><Relationship Type="http://schemas.openxmlformats.org/officeDocument/2006/relationships/image" Target="/ppt/media/image43.png" Id="Rdfc35ace16cf4f8e" /><Relationship Type="http://schemas.openxmlformats.org/officeDocument/2006/relationships/notesSlide" Target="/ppt/notesSlides/notesSlide45.xml" Id="R6ef64488fc924d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1bbc5f139dc24980" /><Relationship Type="http://schemas.openxmlformats.org/officeDocument/2006/relationships/image" Target="/ppt/media/image44.png" Id="R3ce5d53083094f76" /><Relationship Type="http://schemas.openxmlformats.org/officeDocument/2006/relationships/notesSlide" Target="/ppt/notesSlides/notesSlide46.xml" Id="R92809e5835df4d9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86cc2a411244528" /><Relationship Type="http://schemas.openxmlformats.org/officeDocument/2006/relationships/image" Target="/ppt/media/image45.png" Id="R3784ecec44e846a2" /><Relationship Type="http://schemas.openxmlformats.org/officeDocument/2006/relationships/notesSlide" Target="/ppt/notesSlides/notesSlide47.xml" Id="R7b3b5301e7324da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3abe103139454c15" /><Relationship Type="http://schemas.openxmlformats.org/officeDocument/2006/relationships/notesSlide" Target="/ppt/notesSlides/notesSlide48.xml" Id="R638b541f6f7f417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a4d246cee6624cab" /><Relationship Type="http://schemas.openxmlformats.org/officeDocument/2006/relationships/image" Target="/ppt/media/image46.png" Id="Rc53077a2e64f4f96" /><Relationship Type="http://schemas.openxmlformats.org/officeDocument/2006/relationships/notesSlide" Target="/ppt/notesSlides/notesSlide49.xml" Id="R8fe0fd30dd964bc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f8533a8b64f74e24" /><Relationship Type="http://schemas.openxmlformats.org/officeDocument/2006/relationships/image" Target="/ppt/media/image47.png" Id="R9114d823fe154600" /><Relationship Type="http://schemas.openxmlformats.org/officeDocument/2006/relationships/notesSlide" Target="/ppt/notesSlides/notesSlide50.xml" Id="R1148937017a548d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c8d31ddb79a34b5f" /><Relationship Type="http://schemas.openxmlformats.org/officeDocument/2006/relationships/notesSlide" Target="/ppt/notesSlides/notesSlide51.xml" Id="Rd5c5912966c443b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c625927fa3e41a1" /><Relationship Type="http://schemas.openxmlformats.org/officeDocument/2006/relationships/image" Target="/ppt/media/image48.png" Id="Re3cbb3ec119e413b" /><Relationship Type="http://schemas.openxmlformats.org/officeDocument/2006/relationships/notesSlide" Target="/ppt/notesSlides/notesSlide52.xml" Id="R34196abfdfc44cd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fddb69c11fcc4994" /><Relationship Type="http://schemas.openxmlformats.org/officeDocument/2006/relationships/notesSlide" Target="/ppt/notesSlides/notesSlide53.xml" Id="Rfb5ea49e410f435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6bd137c46b554717" /><Relationship Type="http://schemas.openxmlformats.org/officeDocument/2006/relationships/notesSlide" Target="/ppt/notesSlides/notesSlide54.xml" Id="R53b9009f5dad43ac"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5314089-4437-4D73-B6DE-5CE6F16AFBA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3935F674-79AC-40DE-88E2-FD6D191D4275}"/>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E583DB2D-BC78-4663-BC22-3989D8DF7CB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3726ADF3-2DD5-4FE5-B0E8-AE0FAE074B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883246824"/>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ec4110b4a0d749b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787F3AC7-3F14-40C5-91FD-165B87B9121E}"/>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0588D5AF-ACFF-4469-96C3-1AEC4E06B552}"/>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090461AB-0E10-41CD-80B1-5D49920203BF}"/>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F128C8FF-0760-4531-B20A-A21D5298890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39BF47CA-C11A-4841-BE8D-1DD0B605EFDB}"/>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2BB675BB-F9F8-439E-97E1-870603837F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4211006043"/>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1303FF99-DADB-4887-8598-8B7B7CC7B66F}"/>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F8068B24-4F89-4E4F-8CA6-5B556760850C}"/>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38476010-0D64-4D59-92AF-3CB678F633EB}"/>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0787B0B9-3588-46B0-931F-C63DC9D9C4E9}"/>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84FA0C38-3F07-417D-BF8F-0923AB45FC7C}"/>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322133C4-C3DE-43B7-BC90-4DDCEE967ED3}"/>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0D09E886-B6C9-4C8E-9B4C-084E576E8048}"/>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2D7CF82E-0813-439E-B703-DC155A48FFF2}"/>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7F2F1830-031E-472E-9D7F-A9F31FDB8E14}"/>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DF45FE4B-AA18-4BE4-9024-51A02041466A}"/>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A139D8E6-0E60-4CD5-996E-39A547D02F68}"/>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01151EF3-20DA-4251-A6B4-3100E87FE844}"/>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AF58467-8514-4866-AF1A-2563D8DC55F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51ECBFE3-2A9C-471E-8CE3-7965C3826334}"/>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E2EFDA12-FF0B-4788-B9FF-8D9B474B5DF4}"/>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85936108-725A-43B6-A7E5-E988F01589B3}"/>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8C2CBD3F-F627-45DA-8338-7860D624713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A3D16CF7-55D1-499A-B3BC-3D748DDF67ED}"/>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39C704E8-FB14-4A63-A5A1-AA7B3E54C2AB}"/>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67393314-0543-4821-BF24-01CFBFB57F95}"/>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E8BF6C42-CCFB-475F-8C92-455693E95A20}"/>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607FA5E3-45EB-467A-8F56-08B1C825D7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88656886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3ABABF2F-41EA-4349-B6F5-1E600AC488E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CD71404A-0F56-466B-B745-BD7F38C104F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EFA0E0C9-56C1-4F86-BD78-81DE7C4E55D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BD2DF408-BFE9-4680-A774-379CC00E43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88970447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C80A04AA-A0C4-4770-8B4E-C2B73A4104C4}"/>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F8C32ECF-6D4E-4BAA-B6C7-FA7A106BE6C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FA13564E-1979-4812-B3A5-D1CF0B9A7F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008353061"/>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63AF6B4F-7C3A-4E87-9F35-AF8C85EF35B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0C6B279C-38BC-49DC-8BE6-FD657B1CBBF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FCF73BA2-FAD8-407F-8FB9-08763C5F8D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901327882"/>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6F17174B-B06B-4F1D-BDED-9CF7FB3441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068273897"/>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74186A73-547E-4CFE-8968-6E276BEB7660}"/>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AD4A8C0D-24E9-4290-9F40-8D99E43B71D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2B932941-3C51-4072-9FB9-905D7D35C16D}"/>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B6B67C9B-F1FE-4128-B4F7-78CD4A97A9A4}"/>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D9518956-8F80-409E-947F-DEB41EBD4B5F}"/>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F0D678B5-F9F9-4404-83E6-E920EA35D5C4}"/>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56C616C3-C0B2-4249-BBA5-12134EFAB6A9}"/>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1E82C60F-BDAF-4BB1-B2B4-03CEB8314B8C}"/>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36B83D7F-C36A-4196-BC58-D4F2990828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68634053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22AF90CF-2919-4601-8231-690B2D1B0C9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3B436CC4-4D6E-4FF3-95CD-9CBF9247A2E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738B8B9C-0BDA-4EC2-89C2-8F85C86546E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FEA2852E-670B-4A88-A6BD-128F9A55F6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29623753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9028af00650144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07CE02BC-3722-4668-96FC-750205DE78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65682091"/>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c807e13e19fd43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1D99B87E-17BA-41A7-A5AD-6E8C7F94ED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2719738"/>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36e8003ce4424f3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6693949B-5F2B-4C79-A288-38479B9A4D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42006363"/>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8deb857cb4c34d2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AEAC92DA-B360-4398-BC6E-00D174753A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97057680"/>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5fc6661209974d1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1FD2DD27-ED6E-4DC8-9725-1813A82DF3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7168155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4d6788b1692248d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6CA6FC4D-FB6D-41CB-B69D-CF9DB1EEEE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6839092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1255E033-BA97-4543-B950-64E5E2F31E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2" name="mini-map"/>
          <p:cNvPicPr>
            <a:picLocks xmlns:a="http://schemas.openxmlformats.org/drawingml/2006/main" noChangeAspect="1"/>
          </p:cNvPicPr>
          <p:nvPr/>
        </p:nvPicPr>
        <p:blipFill>
          <a:blip xmlns:r="http://schemas.openxmlformats.org/officeDocument/2006/relationships" xmlns:a="http://schemas.openxmlformats.org/drawingml/2006/main" r:embed="R5c808f594cab4f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slide-title">
            <a:extLst xmlns:a="http://schemas.openxmlformats.org/drawingml/2006/main">
              <a:ext uri="{FF2B5EF4-FFF2-40B4-BE49-F238E27FC236}">
                <a16:creationId xmlns:a16="http://schemas.microsoft.com/office/drawing/2014/main" id="{D8D2C2A7-6841-413F-BF26-B8C3F6DF46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4" name="header-divider">
            <a:extLst xmlns:a="http://schemas.openxmlformats.org/drawingml/2006/main">
              <a:ext uri="{FF2B5EF4-FFF2-40B4-BE49-F238E27FC236}">
                <a16:creationId xmlns:a16="http://schemas.microsoft.com/office/drawing/2014/main" id="{51A7FC8A-14A2-496A-9920-56CB17C236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5" name="10-text-1">
            <a:extLst xmlns:a="http://schemas.openxmlformats.org/drawingml/2006/main">
              <a:ext uri="{FF2B5EF4-FFF2-40B4-BE49-F238E27FC236}">
                <a16:creationId xmlns:a16="http://schemas.microsoft.com/office/drawing/2014/main" id="{24C07EE7-4920-4E8E-ADB8-3B834B47840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76" name="10-text-2">
            <a:extLst xmlns:a="http://schemas.openxmlformats.org/drawingml/2006/main">
              <a:ext uri="{FF2B5EF4-FFF2-40B4-BE49-F238E27FC236}">
                <a16:creationId xmlns:a16="http://schemas.microsoft.com/office/drawing/2014/main" id="{FF17E493-BD1E-4832-A2B5-D0AD8F35D34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77" name="10-text-3">
            <a:extLst xmlns:a="http://schemas.openxmlformats.org/drawingml/2006/main">
              <a:ext uri="{FF2B5EF4-FFF2-40B4-BE49-F238E27FC236}">
                <a16:creationId xmlns:a16="http://schemas.microsoft.com/office/drawing/2014/main" id="{A2D9CD39-14F7-42B3-B946-EF9699AB145A}"/>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8" name="10-text-4">
            <a:extLst xmlns:a="http://schemas.openxmlformats.org/drawingml/2006/main">
              <a:ext uri="{FF2B5EF4-FFF2-40B4-BE49-F238E27FC236}">
                <a16:creationId xmlns:a16="http://schemas.microsoft.com/office/drawing/2014/main" id="{0FF70A1C-C786-4E37-981A-795B81902B4F}"/>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79" name="10-text-5">
            <a:extLst xmlns:a="http://schemas.openxmlformats.org/drawingml/2006/main">
              <a:ext uri="{FF2B5EF4-FFF2-40B4-BE49-F238E27FC236}">
                <a16:creationId xmlns:a16="http://schemas.microsoft.com/office/drawing/2014/main" id="{5782A158-9B0A-40ED-BA94-6AA637FD54F6}"/>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0" name="10-text-6">
            <a:extLst xmlns:a="http://schemas.openxmlformats.org/drawingml/2006/main">
              <a:ext uri="{FF2B5EF4-FFF2-40B4-BE49-F238E27FC236}">
                <a16:creationId xmlns:a16="http://schemas.microsoft.com/office/drawing/2014/main" id="{3E5FC224-D1C2-41FD-AC9C-113C003F801E}"/>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1" name="10-text-7">
            <a:extLst xmlns:a="http://schemas.openxmlformats.org/drawingml/2006/main">
              <a:ext uri="{FF2B5EF4-FFF2-40B4-BE49-F238E27FC236}">
                <a16:creationId xmlns:a16="http://schemas.microsoft.com/office/drawing/2014/main" id="{40E952A4-CA83-4A67-B82C-9804F590A609}"/>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2" name="10-text-8">
            <a:extLst xmlns:a="http://schemas.openxmlformats.org/drawingml/2006/main">
              <a:ext uri="{FF2B5EF4-FFF2-40B4-BE49-F238E27FC236}">
                <a16:creationId xmlns:a16="http://schemas.microsoft.com/office/drawing/2014/main" id="{DD089F42-7E5D-498E-B574-3B263AB92D04}"/>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3" name="10-text-9">
            <a:extLst xmlns:a="http://schemas.openxmlformats.org/drawingml/2006/main">
              <a:ext uri="{FF2B5EF4-FFF2-40B4-BE49-F238E27FC236}">
                <a16:creationId xmlns:a16="http://schemas.microsoft.com/office/drawing/2014/main" id="{BFA5024A-B7A7-46CF-833C-BE72329BA08B}"/>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4" name="10-text-10">
            <a:extLst xmlns:a="http://schemas.openxmlformats.org/drawingml/2006/main">
              <a:ext uri="{FF2B5EF4-FFF2-40B4-BE49-F238E27FC236}">
                <a16:creationId xmlns:a16="http://schemas.microsoft.com/office/drawing/2014/main" id="{33DCE9FD-907C-4612-A5DD-E3F62F14B2DB}"/>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85" name="10-text-11">
            <a:extLst xmlns:a="http://schemas.openxmlformats.org/drawingml/2006/main">
              <a:ext uri="{FF2B5EF4-FFF2-40B4-BE49-F238E27FC236}">
                <a16:creationId xmlns:a16="http://schemas.microsoft.com/office/drawing/2014/main" id="{43E08BA0-6404-4E86-8913-E9790E1A744C}"/>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86" name="10-text-12">
            <a:extLst xmlns:a="http://schemas.openxmlformats.org/drawingml/2006/main">
              <a:ext uri="{FF2B5EF4-FFF2-40B4-BE49-F238E27FC236}">
                <a16:creationId xmlns:a16="http://schemas.microsoft.com/office/drawing/2014/main" id="{D603D8AF-CBB4-4086-9742-27ECBA7340B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87" name="10-text-13">
            <a:extLst xmlns:a="http://schemas.openxmlformats.org/drawingml/2006/main">
              <a:ext uri="{FF2B5EF4-FFF2-40B4-BE49-F238E27FC236}">
                <a16:creationId xmlns:a16="http://schemas.microsoft.com/office/drawing/2014/main" id="{A5AA808F-A891-4EBB-9A9E-48B3DABEF0F8}"/>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88" name="10-text-14">
            <a:extLst xmlns:a="http://schemas.openxmlformats.org/drawingml/2006/main">
              <a:ext uri="{FF2B5EF4-FFF2-40B4-BE49-F238E27FC236}">
                <a16:creationId xmlns:a16="http://schemas.microsoft.com/office/drawing/2014/main" id="{9B55618C-F367-4DD1-9D5C-575404A41C5B}"/>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89" name="10-text-15">
            <a:extLst xmlns:a="http://schemas.openxmlformats.org/drawingml/2006/main">
              <a:ext uri="{FF2B5EF4-FFF2-40B4-BE49-F238E27FC236}">
                <a16:creationId xmlns:a16="http://schemas.microsoft.com/office/drawing/2014/main" id="{944F4DF2-9093-4BD3-AC74-4A3DBC5B1E67}"/>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0" name="narrative-number">
            <a:extLst xmlns:a="http://schemas.openxmlformats.org/drawingml/2006/main">
              <a:ext uri="{FF2B5EF4-FFF2-40B4-BE49-F238E27FC236}">
                <a16:creationId xmlns:a16="http://schemas.microsoft.com/office/drawing/2014/main" id="{EC5D64CC-5484-4D87-950F-FC7A4B97B7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80732718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1" name="!!area-name">
            <a:extLst xmlns:a="http://schemas.openxmlformats.org/drawingml/2006/main">
              <a:ext uri="{FF2B5EF4-FFF2-40B4-BE49-F238E27FC236}">
                <a16:creationId xmlns:a16="http://schemas.microsoft.com/office/drawing/2014/main" id="{39081674-2E08-4C8C-A2A0-33053F6A8B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d47a386ef16842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3" name="header-divider">
            <a:extLst xmlns:a="http://schemas.openxmlformats.org/drawingml/2006/main">
              <a:ext uri="{FF2B5EF4-FFF2-40B4-BE49-F238E27FC236}">
                <a16:creationId xmlns:a16="http://schemas.microsoft.com/office/drawing/2014/main" id="{B3487CEB-F7D2-4E91-A73D-D985904BC1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4" name="11-text-1">
            <a:extLst xmlns:a="http://schemas.openxmlformats.org/drawingml/2006/main">
              <a:ext uri="{FF2B5EF4-FFF2-40B4-BE49-F238E27FC236}">
                <a16:creationId xmlns:a16="http://schemas.microsoft.com/office/drawing/2014/main" id="{02B42FF6-7523-4C40-B4D8-74804AE0986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95" name="11-text-2">
            <a:extLst xmlns:a="http://schemas.openxmlformats.org/drawingml/2006/main">
              <a:ext uri="{FF2B5EF4-FFF2-40B4-BE49-F238E27FC236}">
                <a16:creationId xmlns:a16="http://schemas.microsoft.com/office/drawing/2014/main" id="{C0F6C78A-724A-4C8D-A2CF-FCBD19CB73C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96" name="11-text-3">
            <a:extLst xmlns:a="http://schemas.openxmlformats.org/drawingml/2006/main">
              <a:ext uri="{FF2B5EF4-FFF2-40B4-BE49-F238E27FC236}">
                <a16:creationId xmlns:a16="http://schemas.microsoft.com/office/drawing/2014/main" id="{93EB269F-2EBA-4610-B227-06832D75928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05" name="11-image-4"/>
          <p:cNvPicPr>
            <a:picLocks xmlns:a="http://schemas.openxmlformats.org/drawingml/2006/main" noChangeAspect="1"/>
          </p:cNvPicPr>
          <p:nvPr/>
        </p:nvPicPr>
        <p:blipFill>
          <a:blip xmlns:r="http://schemas.openxmlformats.org/officeDocument/2006/relationships" xmlns:a="http://schemas.openxmlformats.org/drawingml/2006/main" r:embed="Recd73002936b4c3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98" name="narrative-number">
            <a:extLst xmlns:a="http://schemas.openxmlformats.org/drawingml/2006/main">
              <a:ext uri="{FF2B5EF4-FFF2-40B4-BE49-F238E27FC236}">
                <a16:creationId xmlns:a16="http://schemas.microsoft.com/office/drawing/2014/main" id="{56069AEC-0384-47BC-A32D-5A00912A1B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20942939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988F9B84-4706-4CA4-9CAA-F735009D10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0" name="mini-map"/>
          <p:cNvPicPr>
            <a:picLocks xmlns:a="http://schemas.openxmlformats.org/drawingml/2006/main" noChangeAspect="1"/>
          </p:cNvPicPr>
          <p:nvPr/>
        </p:nvPicPr>
        <p:blipFill>
          <a:blip xmlns:r="http://schemas.openxmlformats.org/officeDocument/2006/relationships" xmlns:a="http://schemas.openxmlformats.org/drawingml/2006/main" r:embed="R64cb2a7720d34c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F488E1A1-39A4-40B4-8BF4-CAF10A8DFA7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2" name="header-divider">
            <a:extLst xmlns:a="http://schemas.openxmlformats.org/drawingml/2006/main">
              <a:ext uri="{FF2B5EF4-FFF2-40B4-BE49-F238E27FC236}">
                <a16:creationId xmlns:a16="http://schemas.microsoft.com/office/drawing/2014/main" id="{457B6640-9DA7-4509-BD2F-8BD396F25C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DE10F3B3-9613-4CBD-B1F4-F45D51F6B62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4" name="12-text-2">
            <a:extLst xmlns:a="http://schemas.openxmlformats.org/drawingml/2006/main">
              <a:ext uri="{FF2B5EF4-FFF2-40B4-BE49-F238E27FC236}">
                <a16:creationId xmlns:a16="http://schemas.microsoft.com/office/drawing/2014/main" id="{36585309-6278-470F-8664-203F8840736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5" name="12-text-3">
            <a:extLst xmlns:a="http://schemas.openxmlformats.org/drawingml/2006/main">
              <a:ext uri="{FF2B5EF4-FFF2-40B4-BE49-F238E27FC236}">
                <a16:creationId xmlns:a16="http://schemas.microsoft.com/office/drawing/2014/main" id="{EEFB49D8-FD61-4175-9AA2-EF7F44376406}"/>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6" name="12-text-4">
            <a:extLst xmlns:a="http://schemas.openxmlformats.org/drawingml/2006/main">
              <a:ext uri="{FF2B5EF4-FFF2-40B4-BE49-F238E27FC236}">
                <a16:creationId xmlns:a16="http://schemas.microsoft.com/office/drawing/2014/main" id="{7EBA79B9-6837-4954-8C49-76EC376556DD}"/>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7" name="12-text-5">
            <a:extLst xmlns:a="http://schemas.openxmlformats.org/drawingml/2006/main">
              <a:ext uri="{FF2B5EF4-FFF2-40B4-BE49-F238E27FC236}">
                <a16:creationId xmlns:a16="http://schemas.microsoft.com/office/drawing/2014/main" id="{E891A4BF-462F-4649-A7DC-5A68EABE5E7E}"/>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08" name="12-text-6">
            <a:extLst xmlns:a="http://schemas.openxmlformats.org/drawingml/2006/main">
              <a:ext uri="{FF2B5EF4-FFF2-40B4-BE49-F238E27FC236}">
                <a16:creationId xmlns:a16="http://schemas.microsoft.com/office/drawing/2014/main" id="{A8640339-8F61-4B4D-B6D8-4C0FD301575D}"/>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09" name="12-line-8">
            <a:extLst xmlns:a="http://schemas.openxmlformats.org/drawingml/2006/main">
              <a:ext uri="{FF2B5EF4-FFF2-40B4-BE49-F238E27FC236}">
                <a16:creationId xmlns:a16="http://schemas.microsoft.com/office/drawing/2014/main" id="{99166A31-B1BE-4EEC-9476-AECF18A0AFC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0" name="12-line-10">
            <a:extLst xmlns:a="http://schemas.openxmlformats.org/drawingml/2006/main">
              <a:ext uri="{FF2B5EF4-FFF2-40B4-BE49-F238E27FC236}">
                <a16:creationId xmlns:a16="http://schemas.microsoft.com/office/drawing/2014/main" id="{8CEED676-2A6D-4854-A6CC-64E2938027EA}"/>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1" name="12-text-11">
            <a:extLst xmlns:a="http://schemas.openxmlformats.org/drawingml/2006/main">
              <a:ext uri="{FF2B5EF4-FFF2-40B4-BE49-F238E27FC236}">
                <a16:creationId xmlns:a16="http://schemas.microsoft.com/office/drawing/2014/main" id="{3D681D24-A45D-4680-B8B7-4A90FE6F8537}"/>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2" name="12-text-12">
            <a:extLst xmlns:a="http://schemas.openxmlformats.org/drawingml/2006/main">
              <a:ext uri="{FF2B5EF4-FFF2-40B4-BE49-F238E27FC236}">
                <a16:creationId xmlns:a16="http://schemas.microsoft.com/office/drawing/2014/main" id="{DD943D77-C19F-491A-8D36-A7350FCA021F}"/>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113" name="12-text-13">
            <a:extLst xmlns:a="http://schemas.openxmlformats.org/drawingml/2006/main">
              <a:ext uri="{FF2B5EF4-FFF2-40B4-BE49-F238E27FC236}">
                <a16:creationId xmlns:a16="http://schemas.microsoft.com/office/drawing/2014/main" id="{3D161D7B-097F-4582-8AF6-70663354D5A6}"/>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4" name="12-text-14">
            <a:extLst xmlns:a="http://schemas.openxmlformats.org/drawingml/2006/main">
              <a:ext uri="{FF2B5EF4-FFF2-40B4-BE49-F238E27FC236}">
                <a16:creationId xmlns:a16="http://schemas.microsoft.com/office/drawing/2014/main" id="{1F2228F5-9CD0-41DA-8C0E-6246F31D4394}"/>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115" name="12-text-15">
            <a:extLst xmlns:a="http://schemas.openxmlformats.org/drawingml/2006/main">
              <a:ext uri="{FF2B5EF4-FFF2-40B4-BE49-F238E27FC236}">
                <a16:creationId xmlns:a16="http://schemas.microsoft.com/office/drawing/2014/main" id="{A8E69FCE-035A-4460-944F-F8630C9F7669}"/>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6" name="12-text-16">
            <a:extLst xmlns:a="http://schemas.openxmlformats.org/drawingml/2006/main">
              <a:ext uri="{FF2B5EF4-FFF2-40B4-BE49-F238E27FC236}">
                <a16:creationId xmlns:a16="http://schemas.microsoft.com/office/drawing/2014/main" id="{D022E7D8-6888-4E3C-822C-A03C67DABD89}"/>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117" name="12-text-17">
            <a:extLst xmlns:a="http://schemas.openxmlformats.org/drawingml/2006/main">
              <a:ext uri="{FF2B5EF4-FFF2-40B4-BE49-F238E27FC236}">
                <a16:creationId xmlns:a16="http://schemas.microsoft.com/office/drawing/2014/main" id="{515D3369-9C5B-48D0-8EF4-9D36E0649523}"/>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118" name="narrative-number">
            <a:extLst xmlns:a="http://schemas.openxmlformats.org/drawingml/2006/main">
              <a:ext uri="{FF2B5EF4-FFF2-40B4-BE49-F238E27FC236}">
                <a16:creationId xmlns:a16="http://schemas.microsoft.com/office/drawing/2014/main" id="{6073AE71-86B6-4B0D-9CA3-5DE0659949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96265064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9" name="!!area-name">
            <a:extLst xmlns:a="http://schemas.openxmlformats.org/drawingml/2006/main">
              <a:ext uri="{FF2B5EF4-FFF2-40B4-BE49-F238E27FC236}">
                <a16:creationId xmlns:a16="http://schemas.microsoft.com/office/drawing/2014/main" id="{E68D5BED-C2A0-46A2-8871-93801978FB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64f32d5282af4c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1" name="slide-title">
            <a:extLst xmlns:a="http://schemas.openxmlformats.org/drawingml/2006/main">
              <a:ext uri="{FF2B5EF4-FFF2-40B4-BE49-F238E27FC236}">
                <a16:creationId xmlns:a16="http://schemas.microsoft.com/office/drawing/2014/main" id="{D584E9A2-91D4-4DD0-8B32-24407BF4BC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2" name="header-divider">
            <a:extLst xmlns:a="http://schemas.openxmlformats.org/drawingml/2006/main">
              <a:ext uri="{FF2B5EF4-FFF2-40B4-BE49-F238E27FC236}">
                <a16:creationId xmlns:a16="http://schemas.microsoft.com/office/drawing/2014/main" id="{867B9F45-97F9-4A56-BEA4-DAC32DD8FE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3" name="13-text-1">
            <a:extLst xmlns:a="http://schemas.openxmlformats.org/drawingml/2006/main">
              <a:ext uri="{FF2B5EF4-FFF2-40B4-BE49-F238E27FC236}">
                <a16:creationId xmlns:a16="http://schemas.microsoft.com/office/drawing/2014/main" id="{6128CA73-B44A-4F22-A413-62FA88A09ED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24" name="13-text-2">
            <a:extLst xmlns:a="http://schemas.openxmlformats.org/drawingml/2006/main">
              <a:ext uri="{FF2B5EF4-FFF2-40B4-BE49-F238E27FC236}">
                <a16:creationId xmlns:a16="http://schemas.microsoft.com/office/drawing/2014/main" id="{614BDFC1-ED27-4D4E-8BC6-DE090E06C6C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25" name="13-text-3">
            <a:extLst xmlns:a="http://schemas.openxmlformats.org/drawingml/2006/main">
              <a:ext uri="{FF2B5EF4-FFF2-40B4-BE49-F238E27FC236}">
                <a16:creationId xmlns:a16="http://schemas.microsoft.com/office/drawing/2014/main" id="{833D2CB0-208B-4FEB-AAEF-7E12D433F82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26" name="13-text-4">
            <a:extLst xmlns:a="http://schemas.openxmlformats.org/drawingml/2006/main">
              <a:ext uri="{FF2B5EF4-FFF2-40B4-BE49-F238E27FC236}">
                <a16:creationId xmlns:a16="http://schemas.microsoft.com/office/drawing/2014/main" id="{B6A7E40B-482B-4B49-B6E6-9C57A3513A9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27" name="13-text-5">
            <a:extLst xmlns:a="http://schemas.openxmlformats.org/drawingml/2006/main">
              <a:ext uri="{FF2B5EF4-FFF2-40B4-BE49-F238E27FC236}">
                <a16:creationId xmlns:a16="http://schemas.microsoft.com/office/drawing/2014/main" id="{4F873560-2300-436E-AAEE-1B868D0971C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28" name="13-text-6">
            <a:extLst xmlns:a="http://schemas.openxmlformats.org/drawingml/2006/main">
              <a:ext uri="{FF2B5EF4-FFF2-40B4-BE49-F238E27FC236}">
                <a16:creationId xmlns:a16="http://schemas.microsoft.com/office/drawing/2014/main" id="{B6E64125-E42A-43A8-9A86-774480C7318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29" name="narrative-number">
            <a:extLst xmlns:a="http://schemas.openxmlformats.org/drawingml/2006/main">
              <a:ext uri="{FF2B5EF4-FFF2-40B4-BE49-F238E27FC236}">
                <a16:creationId xmlns:a16="http://schemas.microsoft.com/office/drawing/2014/main" id="{8571A9AD-0663-495A-9191-D75CDA54DB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70546171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2C03F403-2902-4A5A-967F-7DB86FAE06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4" name="mini-map"/>
          <p:cNvPicPr>
            <a:picLocks xmlns:a="http://schemas.openxmlformats.org/drawingml/2006/main" noChangeAspect="1"/>
          </p:cNvPicPr>
          <p:nvPr/>
        </p:nvPicPr>
        <p:blipFill>
          <a:blip xmlns:r="http://schemas.openxmlformats.org/officeDocument/2006/relationships" xmlns:a="http://schemas.openxmlformats.org/drawingml/2006/main" r:embed="Rea8b38d5cb4344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slide-title">
            <a:extLst xmlns:a="http://schemas.openxmlformats.org/drawingml/2006/main">
              <a:ext uri="{FF2B5EF4-FFF2-40B4-BE49-F238E27FC236}">
                <a16:creationId xmlns:a16="http://schemas.microsoft.com/office/drawing/2014/main" id="{6A415A9A-A4B4-43B4-B180-DDF2C3D16E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3" name="header-divider">
            <a:extLst xmlns:a="http://schemas.openxmlformats.org/drawingml/2006/main">
              <a:ext uri="{FF2B5EF4-FFF2-40B4-BE49-F238E27FC236}">
                <a16:creationId xmlns:a16="http://schemas.microsoft.com/office/drawing/2014/main" id="{F0E7502B-68BF-4DDB-B6D5-F37A11A5A2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4" name="14-text-1">
            <a:extLst xmlns:a="http://schemas.openxmlformats.org/drawingml/2006/main">
              <a:ext uri="{FF2B5EF4-FFF2-40B4-BE49-F238E27FC236}">
                <a16:creationId xmlns:a16="http://schemas.microsoft.com/office/drawing/2014/main" id="{9B34C337-AC79-4226-B648-320C0A7A51E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35" name="14-text-2">
            <a:extLst xmlns:a="http://schemas.openxmlformats.org/drawingml/2006/main">
              <a:ext uri="{FF2B5EF4-FFF2-40B4-BE49-F238E27FC236}">
                <a16:creationId xmlns:a16="http://schemas.microsoft.com/office/drawing/2014/main" id="{3605CC8B-FF09-452A-98FE-7354CB7C987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36" name="14-text-3">
            <a:extLst xmlns:a="http://schemas.openxmlformats.org/drawingml/2006/main">
              <a:ext uri="{FF2B5EF4-FFF2-40B4-BE49-F238E27FC236}">
                <a16:creationId xmlns:a16="http://schemas.microsoft.com/office/drawing/2014/main" id="{C592E861-5E23-46A5-B0D9-E8E0C3CD53E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37" name="14-text-4">
            <a:extLst xmlns:a="http://schemas.openxmlformats.org/drawingml/2006/main">
              <a:ext uri="{FF2B5EF4-FFF2-40B4-BE49-F238E27FC236}">
                <a16:creationId xmlns:a16="http://schemas.microsoft.com/office/drawing/2014/main" id="{98BF26B9-1416-4B6A-B45D-E599925DA66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38" name="14-text-5">
            <a:extLst xmlns:a="http://schemas.openxmlformats.org/drawingml/2006/main">
              <a:ext uri="{FF2B5EF4-FFF2-40B4-BE49-F238E27FC236}">
                <a16:creationId xmlns:a16="http://schemas.microsoft.com/office/drawing/2014/main" id="{D48BC051-7095-477E-AB80-50C75538EAE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39" name="14-text-6">
            <a:extLst xmlns:a="http://schemas.openxmlformats.org/drawingml/2006/main">
              <a:ext uri="{FF2B5EF4-FFF2-40B4-BE49-F238E27FC236}">
                <a16:creationId xmlns:a16="http://schemas.microsoft.com/office/drawing/2014/main" id="{BAADBA30-89C3-4278-BDA8-5785F296467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40" name="14-text-7">
            <a:extLst xmlns:a="http://schemas.openxmlformats.org/drawingml/2006/main">
              <a:ext uri="{FF2B5EF4-FFF2-40B4-BE49-F238E27FC236}">
                <a16:creationId xmlns:a16="http://schemas.microsoft.com/office/drawing/2014/main" id="{7D0CBE9E-B958-485C-90DF-0419B617BCF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1" name="14-text-8">
            <a:extLst xmlns:a="http://schemas.openxmlformats.org/drawingml/2006/main">
              <a:ext uri="{FF2B5EF4-FFF2-40B4-BE49-F238E27FC236}">
                <a16:creationId xmlns:a16="http://schemas.microsoft.com/office/drawing/2014/main" id="{846666ED-91E4-415F-AE9E-E5F1157C8A5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2" name="narrative-number">
            <a:extLst xmlns:a="http://schemas.openxmlformats.org/drawingml/2006/main">
              <a:ext uri="{FF2B5EF4-FFF2-40B4-BE49-F238E27FC236}">
                <a16:creationId xmlns:a16="http://schemas.microsoft.com/office/drawing/2014/main" id="{43074AE8-2B2E-44EA-BBA0-6D8DA91D37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86112928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3" name="!!area-name">
            <a:extLst xmlns:a="http://schemas.openxmlformats.org/drawingml/2006/main">
              <a:ext uri="{FF2B5EF4-FFF2-40B4-BE49-F238E27FC236}">
                <a16:creationId xmlns:a16="http://schemas.microsoft.com/office/drawing/2014/main" id="{BAB95E40-BA75-4A7F-AF66-79DE698285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afa808b9b13d4c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5" name="slide-title">
            <a:extLst xmlns:a="http://schemas.openxmlformats.org/drawingml/2006/main">
              <a:ext uri="{FF2B5EF4-FFF2-40B4-BE49-F238E27FC236}">
                <a16:creationId xmlns:a16="http://schemas.microsoft.com/office/drawing/2014/main" id="{876B8F6F-CCC3-488C-AAB2-3D86C3AC2EE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6" name="header-divider">
            <a:extLst xmlns:a="http://schemas.openxmlformats.org/drawingml/2006/main">
              <a:ext uri="{FF2B5EF4-FFF2-40B4-BE49-F238E27FC236}">
                <a16:creationId xmlns:a16="http://schemas.microsoft.com/office/drawing/2014/main" id="{4AB83F4E-0C2A-482E-8791-87E50825A4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15-text-1">
            <a:extLst xmlns:a="http://schemas.openxmlformats.org/drawingml/2006/main">
              <a:ext uri="{FF2B5EF4-FFF2-40B4-BE49-F238E27FC236}">
                <a16:creationId xmlns:a16="http://schemas.microsoft.com/office/drawing/2014/main" id="{1F9F27AA-952F-426E-A16D-F55C06DC845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48" name="15-text-2">
            <a:extLst xmlns:a="http://schemas.openxmlformats.org/drawingml/2006/main">
              <a:ext uri="{FF2B5EF4-FFF2-40B4-BE49-F238E27FC236}">
                <a16:creationId xmlns:a16="http://schemas.microsoft.com/office/drawing/2014/main" id="{214FB7EC-3BB9-4B99-881B-AFE1F8F53667}"/>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49" name="15-text-3">
            <a:extLst xmlns:a="http://schemas.openxmlformats.org/drawingml/2006/main">
              <a:ext uri="{FF2B5EF4-FFF2-40B4-BE49-F238E27FC236}">
                <a16:creationId xmlns:a16="http://schemas.microsoft.com/office/drawing/2014/main" id="{67E9119B-20D2-4B92-857D-A338B5901A3D}"/>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0" name="15-text-4">
            <a:extLst xmlns:a="http://schemas.openxmlformats.org/drawingml/2006/main">
              <a:ext uri="{FF2B5EF4-FFF2-40B4-BE49-F238E27FC236}">
                <a16:creationId xmlns:a16="http://schemas.microsoft.com/office/drawing/2014/main" id="{CE7A3D21-E6E0-4426-8D38-74254336E7A5}"/>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1" name="15-text-5">
            <a:extLst xmlns:a="http://schemas.openxmlformats.org/drawingml/2006/main">
              <a:ext uri="{FF2B5EF4-FFF2-40B4-BE49-F238E27FC236}">
                <a16:creationId xmlns:a16="http://schemas.microsoft.com/office/drawing/2014/main" id="{FBDDEE81-7A94-45C1-8A01-3CA47E60EC30}"/>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2" name="15-text-6">
            <a:extLst xmlns:a="http://schemas.openxmlformats.org/drawingml/2006/main">
              <a:ext uri="{FF2B5EF4-FFF2-40B4-BE49-F238E27FC236}">
                <a16:creationId xmlns:a16="http://schemas.microsoft.com/office/drawing/2014/main" id="{A3879016-132B-45A6-AC57-DD7F7F0DFD5D}"/>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3" name="15-text-7">
            <a:extLst xmlns:a="http://schemas.openxmlformats.org/drawingml/2006/main">
              <a:ext uri="{FF2B5EF4-FFF2-40B4-BE49-F238E27FC236}">
                <a16:creationId xmlns:a16="http://schemas.microsoft.com/office/drawing/2014/main" id="{42D6D5C4-7FB8-48A4-92A3-DCE5D8E25EAE}"/>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67"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55" name="narrative-number">
            <a:extLst xmlns:a="http://schemas.openxmlformats.org/drawingml/2006/main">
              <a:ext uri="{FF2B5EF4-FFF2-40B4-BE49-F238E27FC236}">
                <a16:creationId xmlns:a16="http://schemas.microsoft.com/office/drawing/2014/main" id="{307C2452-49EE-42E6-B8F9-6E8B77120A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544653029"/>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29A07783-CA26-4143-82CB-D368F6935F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f8748f4484544a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61DD37B9-C6AD-4A5E-BE57-F6CE8F3F88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16-text-1">
            <a:extLst xmlns:a="http://schemas.openxmlformats.org/drawingml/2006/main">
              <a:ext uri="{FF2B5EF4-FFF2-40B4-BE49-F238E27FC236}">
                <a16:creationId xmlns:a16="http://schemas.microsoft.com/office/drawing/2014/main" id="{543CA37F-B06C-4BEA-9331-0D67D7DA7A4D}"/>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0" name="16-text-2">
            <a:extLst xmlns:a="http://schemas.openxmlformats.org/drawingml/2006/main">
              <a:ext uri="{FF2B5EF4-FFF2-40B4-BE49-F238E27FC236}">
                <a16:creationId xmlns:a16="http://schemas.microsoft.com/office/drawing/2014/main" id="{8BFC3BC3-3BAB-4CC2-8A8B-5044C607595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1" name="16-text-3">
            <a:extLst xmlns:a="http://schemas.openxmlformats.org/drawingml/2006/main">
              <a:ext uri="{FF2B5EF4-FFF2-40B4-BE49-F238E27FC236}">
                <a16:creationId xmlns:a16="http://schemas.microsoft.com/office/drawing/2014/main" id="{A2460BD8-4093-4C27-A74D-C7C34BC430B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0" name="16-image-4"/>
          <p:cNvPicPr>
            <a:picLocks xmlns:a="http://schemas.openxmlformats.org/drawingml/2006/main" noChangeAspect="1"/>
          </p:cNvPicPr>
          <p:nvPr/>
        </p:nvPicPr>
        <p:blipFill>
          <a:blip xmlns:r="http://schemas.openxmlformats.org/officeDocument/2006/relationships" xmlns:a="http://schemas.openxmlformats.org/drawingml/2006/main" r:embed="R16371fbf00774da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3" name="narrative-number">
            <a:extLst xmlns:a="http://schemas.openxmlformats.org/drawingml/2006/main">
              <a:ext uri="{FF2B5EF4-FFF2-40B4-BE49-F238E27FC236}">
                <a16:creationId xmlns:a16="http://schemas.microsoft.com/office/drawing/2014/main" id="{F149A106-8406-4102-B270-490BCE662F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57616187"/>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FF7D0833-C05D-4862-92E6-7A6C6570BE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79" name="mini-map"/>
          <p:cNvPicPr>
            <a:picLocks xmlns:a="http://schemas.openxmlformats.org/drawingml/2006/main" noChangeAspect="1"/>
          </p:cNvPicPr>
          <p:nvPr/>
        </p:nvPicPr>
        <p:blipFill>
          <a:blip xmlns:r="http://schemas.openxmlformats.org/officeDocument/2006/relationships" xmlns:a="http://schemas.openxmlformats.org/drawingml/2006/main" r:embed="R72b22c2b6185458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32817C4A-8973-46F2-B0C1-82045BCE8C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67" name="header-divider">
            <a:extLst xmlns:a="http://schemas.openxmlformats.org/drawingml/2006/main">
              <a:ext uri="{FF2B5EF4-FFF2-40B4-BE49-F238E27FC236}">
                <a16:creationId xmlns:a16="http://schemas.microsoft.com/office/drawing/2014/main" id="{7CFAD31B-EB33-427E-B440-CC4A15DF67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7-text-1">
            <a:extLst xmlns:a="http://schemas.openxmlformats.org/drawingml/2006/main">
              <a:ext uri="{FF2B5EF4-FFF2-40B4-BE49-F238E27FC236}">
                <a16:creationId xmlns:a16="http://schemas.microsoft.com/office/drawing/2014/main" id="{7907349E-6144-44C4-B621-9682AB3A2C93}"/>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69" name="17-text-2">
            <a:extLst xmlns:a="http://schemas.openxmlformats.org/drawingml/2006/main">
              <a:ext uri="{FF2B5EF4-FFF2-40B4-BE49-F238E27FC236}">
                <a16:creationId xmlns:a16="http://schemas.microsoft.com/office/drawing/2014/main" id="{A2D76576-F0CC-4C3F-94A4-1071FA66D333}"/>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0" name="17-text-3">
            <a:extLst xmlns:a="http://schemas.openxmlformats.org/drawingml/2006/main">
              <a:ext uri="{FF2B5EF4-FFF2-40B4-BE49-F238E27FC236}">
                <a16:creationId xmlns:a16="http://schemas.microsoft.com/office/drawing/2014/main" id="{24E912CB-5995-40EB-923C-904C2193B7B4}"/>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1" name="17-text-4">
            <a:extLst xmlns:a="http://schemas.openxmlformats.org/drawingml/2006/main">
              <a:ext uri="{FF2B5EF4-FFF2-40B4-BE49-F238E27FC236}">
                <a16:creationId xmlns:a16="http://schemas.microsoft.com/office/drawing/2014/main" id="{124E90BA-3DDB-4F42-A5F6-680ED56D15B6}"/>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2" name="working-context-boundary">
            <a:extLst xmlns:a="http://schemas.openxmlformats.org/drawingml/2006/main">
              <a:ext uri="{FF2B5EF4-FFF2-40B4-BE49-F238E27FC236}">
                <a16:creationId xmlns:a16="http://schemas.microsoft.com/office/drawing/2014/main" id="{44E2646E-684D-40B7-921B-CD2E13513F7A}"/>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3" name="17-text-5">
            <a:extLst xmlns:a="http://schemas.openxmlformats.org/drawingml/2006/main">
              <a:ext uri="{FF2B5EF4-FFF2-40B4-BE49-F238E27FC236}">
                <a16:creationId xmlns:a16="http://schemas.microsoft.com/office/drawing/2014/main" id="{2D263BDE-5832-4945-9D90-6D0C135BC047}"/>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4" name="17-text-6">
            <a:extLst xmlns:a="http://schemas.openxmlformats.org/drawingml/2006/main">
              <a:ext uri="{FF2B5EF4-FFF2-40B4-BE49-F238E27FC236}">
                <a16:creationId xmlns:a16="http://schemas.microsoft.com/office/drawing/2014/main" id="{DCC8C8A6-462A-4F43-9DEC-D44EDA79DF17}"/>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75" name="17-line-8">
            <a:extLst xmlns:a="http://schemas.openxmlformats.org/drawingml/2006/main">
              <a:ext uri="{FF2B5EF4-FFF2-40B4-BE49-F238E27FC236}">
                <a16:creationId xmlns:a16="http://schemas.microsoft.com/office/drawing/2014/main" id="{E45BDD55-D5CD-4DE4-A58E-38CB52065B81}"/>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6" name="17-line-10">
            <a:extLst xmlns:a="http://schemas.openxmlformats.org/drawingml/2006/main">
              <a:ext uri="{FF2B5EF4-FFF2-40B4-BE49-F238E27FC236}">
                <a16:creationId xmlns:a16="http://schemas.microsoft.com/office/drawing/2014/main" id="{99FE86C6-DBB5-403B-B544-0019F52DE3AA}"/>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7" name="narrative-number">
            <a:extLst xmlns:a="http://schemas.openxmlformats.org/drawingml/2006/main">
              <a:ext uri="{FF2B5EF4-FFF2-40B4-BE49-F238E27FC236}">
                <a16:creationId xmlns:a16="http://schemas.microsoft.com/office/drawing/2014/main" id="{2697FE3D-7669-41C7-B5E5-F5F11CB680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806175403"/>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8" name="!!area-name">
            <a:extLst xmlns:a="http://schemas.openxmlformats.org/drawingml/2006/main">
              <a:ext uri="{FF2B5EF4-FFF2-40B4-BE49-F238E27FC236}">
                <a16:creationId xmlns:a16="http://schemas.microsoft.com/office/drawing/2014/main" id="{F8A52035-C901-4760-80C5-7111CBF938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fefcb6b445944e8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0" name="slide-title">
            <a:extLst xmlns:a="http://schemas.openxmlformats.org/drawingml/2006/main">
              <a:ext uri="{FF2B5EF4-FFF2-40B4-BE49-F238E27FC236}">
                <a16:creationId xmlns:a16="http://schemas.microsoft.com/office/drawing/2014/main" id="{E53D0269-380E-4DCA-BB6B-BBA76FE3562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1" name="header-divider">
            <a:extLst xmlns:a="http://schemas.openxmlformats.org/drawingml/2006/main">
              <a:ext uri="{FF2B5EF4-FFF2-40B4-BE49-F238E27FC236}">
                <a16:creationId xmlns:a16="http://schemas.microsoft.com/office/drawing/2014/main" id="{C5B0EAA7-2C9E-4DAB-99B6-D25847B47E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2" name="18-text-1">
            <a:extLst xmlns:a="http://schemas.openxmlformats.org/drawingml/2006/main">
              <a:ext uri="{FF2B5EF4-FFF2-40B4-BE49-F238E27FC236}">
                <a16:creationId xmlns:a16="http://schemas.microsoft.com/office/drawing/2014/main" id="{B8AF9CC2-598D-47CE-89CC-92A0CBB3B0D9}"/>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3" name="18-text-2">
            <a:extLst xmlns:a="http://schemas.openxmlformats.org/drawingml/2006/main">
              <a:ext uri="{FF2B5EF4-FFF2-40B4-BE49-F238E27FC236}">
                <a16:creationId xmlns:a16="http://schemas.microsoft.com/office/drawing/2014/main" id="{158658CA-38D8-4DB7-8244-F6D1D5BE4A45}"/>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4" name="18-text-3">
            <a:extLst xmlns:a="http://schemas.openxmlformats.org/drawingml/2006/main">
              <a:ext uri="{FF2B5EF4-FFF2-40B4-BE49-F238E27FC236}">
                <a16:creationId xmlns:a16="http://schemas.microsoft.com/office/drawing/2014/main" id="{8C5CE918-C6D7-4C18-8143-1504F183886A}"/>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5" name="18-text-4">
            <a:extLst xmlns:a="http://schemas.openxmlformats.org/drawingml/2006/main">
              <a:ext uri="{FF2B5EF4-FFF2-40B4-BE49-F238E27FC236}">
                <a16:creationId xmlns:a16="http://schemas.microsoft.com/office/drawing/2014/main" id="{516A0339-E496-40D7-A598-68BC41838995}"/>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86" name="18-text-5">
            <a:extLst xmlns:a="http://schemas.openxmlformats.org/drawingml/2006/main">
              <a:ext uri="{FF2B5EF4-FFF2-40B4-BE49-F238E27FC236}">
                <a16:creationId xmlns:a16="http://schemas.microsoft.com/office/drawing/2014/main" id="{218B263C-9E66-421A-BCC6-A6BD0FD18F26}"/>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87" name="18-text-6">
            <a:extLst xmlns:a="http://schemas.openxmlformats.org/drawingml/2006/main">
              <a:ext uri="{FF2B5EF4-FFF2-40B4-BE49-F238E27FC236}">
                <a16:creationId xmlns:a16="http://schemas.microsoft.com/office/drawing/2014/main" id="{FB0C9B06-A355-45C5-A503-11E5FD35221E}"/>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88" name="18-line-8">
            <a:extLst xmlns:a="http://schemas.openxmlformats.org/drawingml/2006/main">
              <a:ext uri="{FF2B5EF4-FFF2-40B4-BE49-F238E27FC236}">
                <a16:creationId xmlns:a16="http://schemas.microsoft.com/office/drawing/2014/main" id="{AFFDF871-089B-4AE1-BABB-4BBDB381E1AC}"/>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9" name="18-line-10">
            <a:extLst xmlns:a="http://schemas.openxmlformats.org/drawingml/2006/main">
              <a:ext uri="{FF2B5EF4-FFF2-40B4-BE49-F238E27FC236}">
                <a16:creationId xmlns:a16="http://schemas.microsoft.com/office/drawing/2014/main" id="{ACE3B186-8031-48E7-BEFC-FE63638C4E35}"/>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0" name="18-line-12">
            <a:extLst xmlns:a="http://schemas.openxmlformats.org/drawingml/2006/main">
              <a:ext uri="{FF2B5EF4-FFF2-40B4-BE49-F238E27FC236}">
                <a16:creationId xmlns:a16="http://schemas.microsoft.com/office/drawing/2014/main" id="{2109B619-A40B-4B82-98AA-27562F3C931B}"/>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1" name="18-text-13">
            <a:extLst xmlns:a="http://schemas.openxmlformats.org/drawingml/2006/main">
              <a:ext uri="{FF2B5EF4-FFF2-40B4-BE49-F238E27FC236}">
                <a16:creationId xmlns:a16="http://schemas.microsoft.com/office/drawing/2014/main" id="{41161049-C39D-4DB4-B9BD-C27B880EF086}"/>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2" name="18-text-14">
            <a:extLst xmlns:a="http://schemas.openxmlformats.org/drawingml/2006/main">
              <a:ext uri="{FF2B5EF4-FFF2-40B4-BE49-F238E27FC236}">
                <a16:creationId xmlns:a16="http://schemas.microsoft.com/office/drawing/2014/main" id="{8C59764C-557B-4D85-9C89-4AF2E3A34CB1}"/>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3" name="18-text-15">
            <a:extLst xmlns:a="http://schemas.openxmlformats.org/drawingml/2006/main">
              <a:ext uri="{FF2B5EF4-FFF2-40B4-BE49-F238E27FC236}">
                <a16:creationId xmlns:a16="http://schemas.microsoft.com/office/drawing/2014/main" id="{C4750967-8B55-448C-8C7B-937BF317308F}"/>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4" name="18-text-16">
            <a:extLst xmlns:a="http://schemas.openxmlformats.org/drawingml/2006/main">
              <a:ext uri="{FF2B5EF4-FFF2-40B4-BE49-F238E27FC236}">
                <a16:creationId xmlns:a16="http://schemas.microsoft.com/office/drawing/2014/main" id="{F4582EA0-2320-4AE2-953A-406662F2D72D}"/>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95" name="18-text-17">
            <a:extLst xmlns:a="http://schemas.openxmlformats.org/drawingml/2006/main">
              <a:ext uri="{FF2B5EF4-FFF2-40B4-BE49-F238E27FC236}">
                <a16:creationId xmlns:a16="http://schemas.microsoft.com/office/drawing/2014/main" id="{DE3BAECC-F764-4FDE-B935-06CA0C9A0B0B}"/>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96" name="narrative-number">
            <a:extLst xmlns:a="http://schemas.openxmlformats.org/drawingml/2006/main">
              <a:ext uri="{FF2B5EF4-FFF2-40B4-BE49-F238E27FC236}">
                <a16:creationId xmlns:a16="http://schemas.microsoft.com/office/drawing/2014/main" id="{2B57AAC5-8B42-4685-9F72-3A7AF8B055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713243809"/>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7B35B136-6F92-42CE-9D27-9DB482BE60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db81e942b82147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1F41EFFD-1D0A-4BAE-B848-5F9A9E46303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0" name="header-divider">
            <a:extLst xmlns:a="http://schemas.openxmlformats.org/drawingml/2006/main">
              <a:ext uri="{FF2B5EF4-FFF2-40B4-BE49-F238E27FC236}">
                <a16:creationId xmlns:a16="http://schemas.microsoft.com/office/drawing/2014/main" id="{FB066CD4-135E-4E24-B168-95E8CA91BC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19-text-1">
            <a:extLst xmlns:a="http://schemas.openxmlformats.org/drawingml/2006/main">
              <a:ext uri="{FF2B5EF4-FFF2-40B4-BE49-F238E27FC236}">
                <a16:creationId xmlns:a16="http://schemas.microsoft.com/office/drawing/2014/main" id="{1A14450E-3BD2-4FF3-8824-FF4B8F99CFF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2" name="19-text-2">
            <a:extLst xmlns:a="http://schemas.openxmlformats.org/drawingml/2006/main">
              <a:ext uri="{FF2B5EF4-FFF2-40B4-BE49-F238E27FC236}">
                <a16:creationId xmlns:a16="http://schemas.microsoft.com/office/drawing/2014/main" id="{956F6ECD-9FC3-4695-92D9-7F6EDF4FCBF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3" name="19-text-3">
            <a:extLst xmlns:a="http://schemas.openxmlformats.org/drawingml/2006/main">
              <a:ext uri="{FF2B5EF4-FFF2-40B4-BE49-F238E27FC236}">
                <a16:creationId xmlns:a16="http://schemas.microsoft.com/office/drawing/2014/main" id="{8A59634A-AB2C-4048-A089-7F64AAE958A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4" name="19-text-4">
            <a:extLst xmlns:a="http://schemas.openxmlformats.org/drawingml/2006/main">
              <a:ext uri="{FF2B5EF4-FFF2-40B4-BE49-F238E27FC236}">
                <a16:creationId xmlns:a16="http://schemas.microsoft.com/office/drawing/2014/main" id="{350543D0-619D-41D3-9DA1-1D677ED16AD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05" name="19-text-5">
            <a:extLst xmlns:a="http://schemas.openxmlformats.org/drawingml/2006/main">
              <a:ext uri="{FF2B5EF4-FFF2-40B4-BE49-F238E27FC236}">
                <a16:creationId xmlns:a16="http://schemas.microsoft.com/office/drawing/2014/main" id="{A451F972-4183-48EF-B787-14363254A96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06" name="19-text-6">
            <a:extLst xmlns:a="http://schemas.openxmlformats.org/drawingml/2006/main">
              <a:ext uri="{FF2B5EF4-FFF2-40B4-BE49-F238E27FC236}">
                <a16:creationId xmlns:a16="http://schemas.microsoft.com/office/drawing/2014/main" id="{FBEAD6FF-B149-4C19-AE1A-E4F627F31F9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07" name="19-text-7">
            <a:extLst xmlns:a="http://schemas.openxmlformats.org/drawingml/2006/main">
              <a:ext uri="{FF2B5EF4-FFF2-40B4-BE49-F238E27FC236}">
                <a16:creationId xmlns:a16="http://schemas.microsoft.com/office/drawing/2014/main" id="{7C2F587D-865E-42A8-89BC-97593015595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8">
            <a:extLst xmlns:a="http://schemas.openxmlformats.org/drawingml/2006/main">
              <a:ext uri="{FF2B5EF4-FFF2-40B4-BE49-F238E27FC236}">
                <a16:creationId xmlns:a16="http://schemas.microsoft.com/office/drawing/2014/main" id="{5CCB0FD1-96D3-434A-85C8-0B79E072C7B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C4E7CD42-B56A-4AB8-BEF9-31E02F68D6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8278182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FD2E8F59-57B0-4A8B-A8C9-503220D01E7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27" name="mini-map"/>
          <p:cNvPicPr>
            <a:picLocks xmlns:a="http://schemas.openxmlformats.org/drawingml/2006/main" noChangeAspect="1"/>
          </p:cNvPicPr>
          <p:nvPr/>
        </p:nvPicPr>
        <p:blipFill>
          <a:blip xmlns:r="http://schemas.openxmlformats.org/officeDocument/2006/relationships" xmlns:a="http://schemas.openxmlformats.org/drawingml/2006/main" r:embed="R3678b8f44753462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FECD04E7-B3E0-4D2B-83B6-176DF8E7FE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E7D33594-63BA-431F-AD5D-CB97B0CEF8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0-text-1">
            <a:extLst xmlns:a="http://schemas.openxmlformats.org/drawingml/2006/main">
              <a:ext uri="{FF2B5EF4-FFF2-40B4-BE49-F238E27FC236}">
                <a16:creationId xmlns:a16="http://schemas.microsoft.com/office/drawing/2014/main" id="{B49312DD-3AB2-4703-B3AB-F116084F805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15" name="20-text-2">
            <a:extLst xmlns:a="http://schemas.openxmlformats.org/drawingml/2006/main">
              <a:ext uri="{FF2B5EF4-FFF2-40B4-BE49-F238E27FC236}">
                <a16:creationId xmlns:a16="http://schemas.microsoft.com/office/drawing/2014/main" id="{DCF24A55-0681-4141-AAE6-1DB95D95A111}"/>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16" name="20-text-3">
            <a:extLst xmlns:a="http://schemas.openxmlformats.org/drawingml/2006/main">
              <a:ext uri="{FF2B5EF4-FFF2-40B4-BE49-F238E27FC236}">
                <a16:creationId xmlns:a16="http://schemas.microsoft.com/office/drawing/2014/main" id="{B0FBFD48-D25E-42A4-B9F2-2ED7001DA360}"/>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17" name="20-text-4">
            <a:extLst xmlns:a="http://schemas.openxmlformats.org/drawingml/2006/main">
              <a:ext uri="{FF2B5EF4-FFF2-40B4-BE49-F238E27FC236}">
                <a16:creationId xmlns:a16="http://schemas.microsoft.com/office/drawing/2014/main" id="{606A658A-6B4E-45F4-945B-46992F88CF4B}"/>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18" name="20-text-5">
            <a:extLst xmlns:a="http://schemas.openxmlformats.org/drawingml/2006/main">
              <a:ext uri="{FF2B5EF4-FFF2-40B4-BE49-F238E27FC236}">
                <a16:creationId xmlns:a16="http://schemas.microsoft.com/office/drawing/2014/main" id="{01C86796-323A-4115-BE5E-0EA1EB3651CA}"/>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19" name="20-text-6">
            <a:extLst xmlns:a="http://schemas.openxmlformats.org/drawingml/2006/main">
              <a:ext uri="{FF2B5EF4-FFF2-40B4-BE49-F238E27FC236}">
                <a16:creationId xmlns:a16="http://schemas.microsoft.com/office/drawing/2014/main" id="{8797825E-220D-4677-A69F-951DCA0680A5}"/>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0" name="20-text-7">
            <a:extLst xmlns:a="http://schemas.openxmlformats.org/drawingml/2006/main">
              <a:ext uri="{FF2B5EF4-FFF2-40B4-BE49-F238E27FC236}">
                <a16:creationId xmlns:a16="http://schemas.microsoft.com/office/drawing/2014/main" id="{7CE98AF1-7D00-4BDB-9F57-80708B6FB3F6}"/>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1" name="20-text-8">
            <a:extLst xmlns:a="http://schemas.openxmlformats.org/drawingml/2006/main">
              <a:ext uri="{FF2B5EF4-FFF2-40B4-BE49-F238E27FC236}">
                <a16:creationId xmlns:a16="http://schemas.microsoft.com/office/drawing/2014/main" id="{24719AFF-1911-494F-841B-72B1197BCBAD}"/>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2" name="20-text-9">
            <a:extLst xmlns:a="http://schemas.openxmlformats.org/drawingml/2006/main">
              <a:ext uri="{FF2B5EF4-FFF2-40B4-BE49-F238E27FC236}">
                <a16:creationId xmlns:a16="http://schemas.microsoft.com/office/drawing/2014/main" id="{F0FA2C89-844D-404D-9E7D-38D809CBF28A}"/>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3" name="20-text-10">
            <a:extLst xmlns:a="http://schemas.openxmlformats.org/drawingml/2006/main">
              <a:ext uri="{FF2B5EF4-FFF2-40B4-BE49-F238E27FC236}">
                <a16:creationId xmlns:a16="http://schemas.microsoft.com/office/drawing/2014/main" id="{9F815AB3-1081-493A-B76A-61665163D20C}"/>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4" name="20-text-11">
            <a:extLst xmlns:a="http://schemas.openxmlformats.org/drawingml/2006/main">
              <a:ext uri="{FF2B5EF4-FFF2-40B4-BE49-F238E27FC236}">
                <a16:creationId xmlns:a16="http://schemas.microsoft.com/office/drawing/2014/main" id="{D0285340-CF96-4799-9D43-AEE156AC41E1}"/>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25" name="narrative-number">
            <a:extLst xmlns:a="http://schemas.openxmlformats.org/drawingml/2006/main">
              <a:ext uri="{FF2B5EF4-FFF2-40B4-BE49-F238E27FC236}">
                <a16:creationId xmlns:a16="http://schemas.microsoft.com/office/drawing/2014/main" id="{FD7DE196-A159-4C32-BAD7-4D4596CDB4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395292035"/>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6" name="!!area-name">
            <a:extLst xmlns:a="http://schemas.openxmlformats.org/drawingml/2006/main">
              <a:ext uri="{FF2B5EF4-FFF2-40B4-BE49-F238E27FC236}">
                <a16:creationId xmlns:a16="http://schemas.microsoft.com/office/drawing/2014/main" id="{309D5102-E1BD-4CFE-AC73-4A5C8BDCC3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b0f764a2416043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8" name="header-divider">
            <a:extLst xmlns:a="http://schemas.openxmlformats.org/drawingml/2006/main">
              <a:ext uri="{FF2B5EF4-FFF2-40B4-BE49-F238E27FC236}">
                <a16:creationId xmlns:a16="http://schemas.microsoft.com/office/drawing/2014/main" id="{BD126374-CDA7-4D8D-A9FA-1EA728A6D1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1-text-1">
            <a:extLst xmlns:a="http://schemas.openxmlformats.org/drawingml/2006/main">
              <a:ext uri="{FF2B5EF4-FFF2-40B4-BE49-F238E27FC236}">
                <a16:creationId xmlns:a16="http://schemas.microsoft.com/office/drawing/2014/main" id="{93D89AF1-2175-432C-9D25-95AAA2CBD8C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0" name="21-text-2">
            <a:extLst xmlns:a="http://schemas.openxmlformats.org/drawingml/2006/main">
              <a:ext uri="{FF2B5EF4-FFF2-40B4-BE49-F238E27FC236}">
                <a16:creationId xmlns:a16="http://schemas.microsoft.com/office/drawing/2014/main" id="{CF24AFC4-93A4-4127-BFE3-90A2286DBBC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1" name="21-text-3">
            <a:extLst xmlns:a="http://schemas.openxmlformats.org/drawingml/2006/main">
              <a:ext uri="{FF2B5EF4-FFF2-40B4-BE49-F238E27FC236}">
                <a16:creationId xmlns:a16="http://schemas.microsoft.com/office/drawing/2014/main" id="{4BF60598-25C6-42AC-983E-3DB457B4779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0" name="21-image-4"/>
          <p:cNvPicPr>
            <a:picLocks xmlns:a="http://schemas.openxmlformats.org/drawingml/2006/main" noChangeAspect="1"/>
          </p:cNvPicPr>
          <p:nvPr/>
        </p:nvPicPr>
        <p:blipFill>
          <a:blip xmlns:r="http://schemas.openxmlformats.org/officeDocument/2006/relationships" xmlns:a="http://schemas.openxmlformats.org/drawingml/2006/main" r:embed="Rddf9edad417d4d9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3" name="narrative-number">
            <a:extLst xmlns:a="http://schemas.openxmlformats.org/drawingml/2006/main">
              <a:ext uri="{FF2B5EF4-FFF2-40B4-BE49-F238E27FC236}">
                <a16:creationId xmlns:a16="http://schemas.microsoft.com/office/drawing/2014/main" id="{A0D596A8-DB7B-4D52-B33D-986431FC01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1749765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FECC166F-EF8C-4066-AB83-B635659F16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8cd62f7d227848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E8C79784-999F-4BB5-90C4-7CDD5B0BA0D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37" name="header-divider">
            <a:extLst xmlns:a="http://schemas.openxmlformats.org/drawingml/2006/main">
              <a:ext uri="{FF2B5EF4-FFF2-40B4-BE49-F238E27FC236}">
                <a16:creationId xmlns:a16="http://schemas.microsoft.com/office/drawing/2014/main" id="{615F9C59-29CB-463B-9B95-375F01B50C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2-text-1">
            <a:extLst xmlns:a="http://schemas.openxmlformats.org/drawingml/2006/main">
              <a:ext uri="{FF2B5EF4-FFF2-40B4-BE49-F238E27FC236}">
                <a16:creationId xmlns:a16="http://schemas.microsoft.com/office/drawing/2014/main" id="{645F3662-4E95-4C1C-B59D-ECB394ADD511}"/>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39" name="22-text-2">
            <a:extLst xmlns:a="http://schemas.openxmlformats.org/drawingml/2006/main">
              <a:ext uri="{FF2B5EF4-FFF2-40B4-BE49-F238E27FC236}">
                <a16:creationId xmlns:a16="http://schemas.microsoft.com/office/drawing/2014/main" id="{06717EE7-FCFC-42E2-99FC-63055964B847}"/>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0" name="22-text-3">
            <a:extLst xmlns:a="http://schemas.openxmlformats.org/drawingml/2006/main">
              <a:ext uri="{FF2B5EF4-FFF2-40B4-BE49-F238E27FC236}">
                <a16:creationId xmlns:a16="http://schemas.microsoft.com/office/drawing/2014/main" id="{2EEDB735-D27F-4DBC-812E-AEF96631C79E}"/>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1" name="22-text-4">
            <a:extLst xmlns:a="http://schemas.openxmlformats.org/drawingml/2006/main">
              <a:ext uri="{FF2B5EF4-FFF2-40B4-BE49-F238E27FC236}">
                <a16:creationId xmlns:a16="http://schemas.microsoft.com/office/drawing/2014/main" id="{798097D8-E5F7-4275-A0C2-D3C4742B01AE}"/>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2" name="22-text-5">
            <a:extLst xmlns:a="http://schemas.openxmlformats.org/drawingml/2006/main">
              <a:ext uri="{FF2B5EF4-FFF2-40B4-BE49-F238E27FC236}">
                <a16:creationId xmlns:a16="http://schemas.microsoft.com/office/drawing/2014/main" id="{B95500CA-E10F-4D93-B2DD-334CB5847FAA}"/>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3" name="22-text-6">
            <a:extLst xmlns:a="http://schemas.openxmlformats.org/drawingml/2006/main">
              <a:ext uri="{FF2B5EF4-FFF2-40B4-BE49-F238E27FC236}">
                <a16:creationId xmlns:a16="http://schemas.microsoft.com/office/drawing/2014/main" id="{4FF3E9B8-3E5C-4916-BA95-17AC927BE632}"/>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4" name="22-line-8">
            <a:extLst xmlns:a="http://schemas.openxmlformats.org/drawingml/2006/main">
              <a:ext uri="{FF2B5EF4-FFF2-40B4-BE49-F238E27FC236}">
                <a16:creationId xmlns:a16="http://schemas.microsoft.com/office/drawing/2014/main" id="{348C22FC-A203-4D5D-A3B8-08D9A51FF9C0}"/>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5" name="22-line-10">
            <a:extLst xmlns:a="http://schemas.openxmlformats.org/drawingml/2006/main">
              <a:ext uri="{FF2B5EF4-FFF2-40B4-BE49-F238E27FC236}">
                <a16:creationId xmlns:a16="http://schemas.microsoft.com/office/drawing/2014/main" id="{A7C444DD-3247-4C63-8221-571595224E64}"/>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6" name="22-text-11">
            <a:extLst xmlns:a="http://schemas.openxmlformats.org/drawingml/2006/main">
              <a:ext uri="{FF2B5EF4-FFF2-40B4-BE49-F238E27FC236}">
                <a16:creationId xmlns:a16="http://schemas.microsoft.com/office/drawing/2014/main" id="{FA5885B9-FE61-4914-98D3-DE6FBBA47CBD}"/>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47" name="22-text-12">
            <a:extLst xmlns:a="http://schemas.openxmlformats.org/drawingml/2006/main">
              <a:ext uri="{FF2B5EF4-FFF2-40B4-BE49-F238E27FC236}">
                <a16:creationId xmlns:a16="http://schemas.microsoft.com/office/drawing/2014/main" id="{03872FBA-5EC0-41A0-957B-49C539C76F56}"/>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48" name="22-text-13">
            <a:extLst xmlns:a="http://schemas.openxmlformats.org/drawingml/2006/main">
              <a:ext uri="{FF2B5EF4-FFF2-40B4-BE49-F238E27FC236}">
                <a16:creationId xmlns:a16="http://schemas.microsoft.com/office/drawing/2014/main" id="{E474447E-CA4F-48A8-92C9-47951DC743A7}"/>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49" name="22-text-14">
            <a:extLst xmlns:a="http://schemas.openxmlformats.org/drawingml/2006/main">
              <a:ext uri="{FF2B5EF4-FFF2-40B4-BE49-F238E27FC236}">
                <a16:creationId xmlns:a16="http://schemas.microsoft.com/office/drawing/2014/main" id="{3D7C3ECA-F1E3-435D-86A7-01D9D64B8BA4}"/>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0" name="narrative-number">
            <a:extLst xmlns:a="http://schemas.openxmlformats.org/drawingml/2006/main">
              <a:ext uri="{FF2B5EF4-FFF2-40B4-BE49-F238E27FC236}">
                <a16:creationId xmlns:a16="http://schemas.microsoft.com/office/drawing/2014/main" id="{68ED6A8D-2A02-4878-B427-60F4C3A481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546893330"/>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D0022F6A-8671-48DF-BBA0-EA6A4FC980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6c34c029347b44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190625DB-61FB-41DB-90AB-32F94D3473D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4" name="header-divider">
            <a:extLst xmlns:a="http://schemas.openxmlformats.org/drawingml/2006/main">
              <a:ext uri="{FF2B5EF4-FFF2-40B4-BE49-F238E27FC236}">
                <a16:creationId xmlns:a16="http://schemas.microsoft.com/office/drawing/2014/main" id="{DC20160A-5B88-43C1-A021-A56C7836BC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3-text-1">
            <a:extLst xmlns:a="http://schemas.openxmlformats.org/drawingml/2006/main">
              <a:ext uri="{FF2B5EF4-FFF2-40B4-BE49-F238E27FC236}">
                <a16:creationId xmlns:a16="http://schemas.microsoft.com/office/drawing/2014/main" id="{0E5339AC-8FE2-42CF-A800-4ADCE45DC44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56" name="23-text-2">
            <a:extLst xmlns:a="http://schemas.openxmlformats.org/drawingml/2006/main">
              <a:ext uri="{FF2B5EF4-FFF2-40B4-BE49-F238E27FC236}">
                <a16:creationId xmlns:a16="http://schemas.microsoft.com/office/drawing/2014/main" id="{4EB49E0A-1F08-444F-856E-0AF157FDED7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67"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8" name="23-text-4">
            <a:extLst xmlns:a="http://schemas.openxmlformats.org/drawingml/2006/main">
              <a:ext uri="{FF2B5EF4-FFF2-40B4-BE49-F238E27FC236}">
                <a16:creationId xmlns:a16="http://schemas.microsoft.com/office/drawing/2014/main" id="{17801AC6-44A7-4E6B-B66A-82B279423613}"/>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59" name="23-text-5">
            <a:extLst xmlns:a="http://schemas.openxmlformats.org/drawingml/2006/main">
              <a:ext uri="{FF2B5EF4-FFF2-40B4-BE49-F238E27FC236}">
                <a16:creationId xmlns:a16="http://schemas.microsoft.com/office/drawing/2014/main" id="{34AB4F86-333D-4F55-8AE3-C156120995E8}"/>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0" name="narrative-number">
            <a:extLst xmlns:a="http://schemas.openxmlformats.org/drawingml/2006/main">
              <a:ext uri="{FF2B5EF4-FFF2-40B4-BE49-F238E27FC236}">
                <a16:creationId xmlns:a16="http://schemas.microsoft.com/office/drawing/2014/main" id="{E7A04730-3E57-4D3F-8EB3-6B663944F8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519680736"/>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D1B8FE9B-E88A-4018-900F-695C5F6C8F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8e039845481a42b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2415418A-F428-4E72-BE0D-6EBAC105654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4" name="header-divider">
            <a:extLst xmlns:a="http://schemas.openxmlformats.org/drawingml/2006/main">
              <a:ext uri="{FF2B5EF4-FFF2-40B4-BE49-F238E27FC236}">
                <a16:creationId xmlns:a16="http://schemas.microsoft.com/office/drawing/2014/main" id="{C201609A-F1B5-4A01-AF14-0218A887CD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5" name="24-text-1">
            <a:extLst xmlns:a="http://schemas.openxmlformats.org/drawingml/2006/main">
              <a:ext uri="{FF2B5EF4-FFF2-40B4-BE49-F238E27FC236}">
                <a16:creationId xmlns:a16="http://schemas.microsoft.com/office/drawing/2014/main" id="{B154D1D6-0FE0-4153-A8A5-F1C5CA30395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66" name="24-text-2">
            <a:extLst xmlns:a="http://schemas.openxmlformats.org/drawingml/2006/main">
              <a:ext uri="{FF2B5EF4-FFF2-40B4-BE49-F238E27FC236}">
                <a16:creationId xmlns:a16="http://schemas.microsoft.com/office/drawing/2014/main" id="{874B3CAB-7BFC-4679-89B1-A37CCEDE503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67" name="24-text-3">
            <a:extLst xmlns:a="http://schemas.openxmlformats.org/drawingml/2006/main">
              <a:ext uri="{FF2B5EF4-FFF2-40B4-BE49-F238E27FC236}">
                <a16:creationId xmlns:a16="http://schemas.microsoft.com/office/drawing/2014/main" id="{2E34F575-E780-40AD-BF80-595AC88E2FB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68" name="24-text-4">
            <a:extLst xmlns:a="http://schemas.openxmlformats.org/drawingml/2006/main">
              <a:ext uri="{FF2B5EF4-FFF2-40B4-BE49-F238E27FC236}">
                <a16:creationId xmlns:a16="http://schemas.microsoft.com/office/drawing/2014/main" id="{A68D7DD6-5A52-4808-B199-037F7D10D95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69" name="24-text-5">
            <a:extLst xmlns:a="http://schemas.openxmlformats.org/drawingml/2006/main">
              <a:ext uri="{FF2B5EF4-FFF2-40B4-BE49-F238E27FC236}">
                <a16:creationId xmlns:a16="http://schemas.microsoft.com/office/drawing/2014/main" id="{718DD869-4BAA-4419-B36F-ABF15C6EFDC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0" name="24-text-6">
            <a:extLst xmlns:a="http://schemas.openxmlformats.org/drawingml/2006/main">
              <a:ext uri="{FF2B5EF4-FFF2-40B4-BE49-F238E27FC236}">
                <a16:creationId xmlns:a16="http://schemas.microsoft.com/office/drawing/2014/main" id="{FBE53E2D-50AC-466C-8CB5-09FF23A2816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1" name="24-text-7">
            <a:extLst xmlns:a="http://schemas.openxmlformats.org/drawingml/2006/main">
              <a:ext uri="{FF2B5EF4-FFF2-40B4-BE49-F238E27FC236}">
                <a16:creationId xmlns:a16="http://schemas.microsoft.com/office/drawing/2014/main" id="{01527110-9074-4F0F-B514-88B8830963A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24-text-8">
            <a:extLst xmlns:a="http://schemas.openxmlformats.org/drawingml/2006/main">
              <a:ext uri="{FF2B5EF4-FFF2-40B4-BE49-F238E27FC236}">
                <a16:creationId xmlns:a16="http://schemas.microsoft.com/office/drawing/2014/main" id="{3356A2A8-F103-4A8C-95DA-C412FAAD298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3" name="narrative-number">
            <a:extLst xmlns:a="http://schemas.openxmlformats.org/drawingml/2006/main">
              <a:ext uri="{FF2B5EF4-FFF2-40B4-BE49-F238E27FC236}">
                <a16:creationId xmlns:a16="http://schemas.microsoft.com/office/drawing/2014/main" id="{D35D6BB7-F5D5-4BB4-93A5-489AD305FA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77943236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3A8C0095-EA39-40CB-B623-C6505D9483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0744d6f5f20f4b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slide-title">
            <a:extLst xmlns:a="http://schemas.openxmlformats.org/drawingml/2006/main">
              <a:ext uri="{FF2B5EF4-FFF2-40B4-BE49-F238E27FC236}">
                <a16:creationId xmlns:a16="http://schemas.microsoft.com/office/drawing/2014/main" id="{DCBD0A07-7E95-4FE8-9A85-694AAF8B6A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77" name="header-divider">
            <a:extLst xmlns:a="http://schemas.openxmlformats.org/drawingml/2006/main">
              <a:ext uri="{FF2B5EF4-FFF2-40B4-BE49-F238E27FC236}">
                <a16:creationId xmlns:a16="http://schemas.microsoft.com/office/drawing/2014/main" id="{4299BC04-69AE-4485-BE7D-E71ED90CD2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8" name="25-text-1">
            <a:extLst xmlns:a="http://schemas.openxmlformats.org/drawingml/2006/main">
              <a:ext uri="{FF2B5EF4-FFF2-40B4-BE49-F238E27FC236}">
                <a16:creationId xmlns:a16="http://schemas.microsoft.com/office/drawing/2014/main" id="{712D6CF1-F35F-498B-9992-0C466FEBFD2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79" name="25-text-2">
            <a:extLst xmlns:a="http://schemas.openxmlformats.org/drawingml/2006/main">
              <a:ext uri="{FF2B5EF4-FFF2-40B4-BE49-F238E27FC236}">
                <a16:creationId xmlns:a16="http://schemas.microsoft.com/office/drawing/2014/main" id="{58506A80-4C06-4958-84E7-1D437A13AE92}"/>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0" name="25-text-3">
            <a:extLst xmlns:a="http://schemas.openxmlformats.org/drawingml/2006/main">
              <a:ext uri="{FF2B5EF4-FFF2-40B4-BE49-F238E27FC236}">
                <a16:creationId xmlns:a16="http://schemas.microsoft.com/office/drawing/2014/main" id="{D4936B52-D096-4B1A-81D9-D6103431F806}"/>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4"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2" name="25-text-5">
            <a:extLst xmlns:a="http://schemas.openxmlformats.org/drawingml/2006/main">
              <a:ext uri="{FF2B5EF4-FFF2-40B4-BE49-F238E27FC236}">
                <a16:creationId xmlns:a16="http://schemas.microsoft.com/office/drawing/2014/main" id="{3E382678-EAA1-4B63-99F1-AE00BA905C2F}"/>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3" name="25-text-6">
            <a:extLst xmlns:a="http://schemas.openxmlformats.org/drawingml/2006/main">
              <a:ext uri="{FF2B5EF4-FFF2-40B4-BE49-F238E27FC236}">
                <a16:creationId xmlns:a16="http://schemas.microsoft.com/office/drawing/2014/main" id="{CE1F2F12-9984-4729-B63B-0B88FDE6B7C9}"/>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4" name="25-text-7">
            <a:extLst xmlns:a="http://schemas.openxmlformats.org/drawingml/2006/main">
              <a:ext uri="{FF2B5EF4-FFF2-40B4-BE49-F238E27FC236}">
                <a16:creationId xmlns:a16="http://schemas.microsoft.com/office/drawing/2014/main" id="{7B676C84-01ED-4439-8D31-91EFC2DBBADD}"/>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85" name="25-text-8">
            <a:extLst xmlns:a="http://schemas.openxmlformats.org/drawingml/2006/main">
              <a:ext uri="{FF2B5EF4-FFF2-40B4-BE49-F238E27FC236}">
                <a16:creationId xmlns:a16="http://schemas.microsoft.com/office/drawing/2014/main" id="{FEC9A504-2105-4A71-9F32-E18BA4342D74}"/>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86" name="narrative-number">
            <a:extLst xmlns:a="http://schemas.openxmlformats.org/drawingml/2006/main">
              <a:ext uri="{FF2B5EF4-FFF2-40B4-BE49-F238E27FC236}">
                <a16:creationId xmlns:a16="http://schemas.microsoft.com/office/drawing/2014/main" id="{A591E2BF-33D3-4F62-BC5B-A095C68467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51614244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0159654E-0A40-4BFB-9355-44B5EAE881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7a9d01a0c9f74c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header-divider">
            <a:extLst xmlns:a="http://schemas.openxmlformats.org/drawingml/2006/main">
              <a:ext uri="{FF2B5EF4-FFF2-40B4-BE49-F238E27FC236}">
                <a16:creationId xmlns:a16="http://schemas.microsoft.com/office/drawing/2014/main" id="{4F0DE901-5A65-4764-95B9-2E095BBE492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6-text-1">
            <a:extLst xmlns:a="http://schemas.openxmlformats.org/drawingml/2006/main">
              <a:ext uri="{FF2B5EF4-FFF2-40B4-BE49-F238E27FC236}">
                <a16:creationId xmlns:a16="http://schemas.microsoft.com/office/drawing/2014/main" id="{254E9CE4-4A3F-43B3-A817-4BF9B6724DF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1" name="26-text-2">
            <a:extLst xmlns:a="http://schemas.openxmlformats.org/drawingml/2006/main">
              <a:ext uri="{FF2B5EF4-FFF2-40B4-BE49-F238E27FC236}">
                <a16:creationId xmlns:a16="http://schemas.microsoft.com/office/drawing/2014/main" id="{A58B3A80-0EDA-4C32-AFF6-D5742273FE5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2" name="26-text-3">
            <a:extLst xmlns:a="http://schemas.openxmlformats.org/drawingml/2006/main">
              <a:ext uri="{FF2B5EF4-FFF2-40B4-BE49-F238E27FC236}">
                <a16:creationId xmlns:a16="http://schemas.microsoft.com/office/drawing/2014/main" id="{D6E3BE01-D138-40D4-8493-FB917BF68C0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1" name="26-image-4"/>
          <p:cNvPicPr>
            <a:picLocks xmlns:a="http://schemas.openxmlformats.org/drawingml/2006/main" noChangeAspect="1"/>
          </p:cNvPicPr>
          <p:nvPr/>
        </p:nvPicPr>
        <p:blipFill>
          <a:blip xmlns:r="http://schemas.openxmlformats.org/officeDocument/2006/relationships" xmlns:a="http://schemas.openxmlformats.org/drawingml/2006/main" r:embed="R864f3ffbf24f48c2"/>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4" name="narrative-number">
            <a:extLst xmlns:a="http://schemas.openxmlformats.org/drawingml/2006/main">
              <a:ext uri="{FF2B5EF4-FFF2-40B4-BE49-F238E27FC236}">
                <a16:creationId xmlns:a16="http://schemas.microsoft.com/office/drawing/2014/main" id="{39B4B29E-A6A6-44B5-9FA1-D895ED70FA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142661993"/>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60361065-2A72-4D2A-B504-49AF44F98F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6e6cd11f95984a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6DD5BA1D-778B-4D0E-9582-5CBA1CE094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98" name="header-divider">
            <a:extLst xmlns:a="http://schemas.openxmlformats.org/drawingml/2006/main">
              <a:ext uri="{FF2B5EF4-FFF2-40B4-BE49-F238E27FC236}">
                <a16:creationId xmlns:a16="http://schemas.microsoft.com/office/drawing/2014/main" id="{5BB552F1-5BD3-4872-835F-5C73439D3D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7-text-1">
            <a:extLst xmlns:a="http://schemas.openxmlformats.org/drawingml/2006/main">
              <a:ext uri="{FF2B5EF4-FFF2-40B4-BE49-F238E27FC236}">
                <a16:creationId xmlns:a16="http://schemas.microsoft.com/office/drawing/2014/main" id="{4659A031-8E79-4960-A58B-563B56C13D7C}"/>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0" name="27-text-2">
            <a:extLst xmlns:a="http://schemas.openxmlformats.org/drawingml/2006/main">
              <a:ext uri="{FF2B5EF4-FFF2-40B4-BE49-F238E27FC236}">
                <a16:creationId xmlns:a16="http://schemas.microsoft.com/office/drawing/2014/main" id="{96F10613-D968-4E18-A540-5A22A3489284}"/>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1" name="27-text-3">
            <a:extLst xmlns:a="http://schemas.openxmlformats.org/drawingml/2006/main">
              <a:ext uri="{FF2B5EF4-FFF2-40B4-BE49-F238E27FC236}">
                <a16:creationId xmlns:a16="http://schemas.microsoft.com/office/drawing/2014/main" id="{F0049B1C-A7C3-436F-B6B3-F4E4B4D9FB63}"/>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2" name="27-text-4">
            <a:extLst xmlns:a="http://schemas.openxmlformats.org/drawingml/2006/main">
              <a:ext uri="{FF2B5EF4-FFF2-40B4-BE49-F238E27FC236}">
                <a16:creationId xmlns:a16="http://schemas.microsoft.com/office/drawing/2014/main" id="{7E61C4FD-0DBE-4EDF-8C4A-1CD311F1F67C}"/>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3" name="27-text-5">
            <a:extLst xmlns:a="http://schemas.openxmlformats.org/drawingml/2006/main">
              <a:ext uri="{FF2B5EF4-FFF2-40B4-BE49-F238E27FC236}">
                <a16:creationId xmlns:a16="http://schemas.microsoft.com/office/drawing/2014/main" id="{80A6915A-07DB-40D1-B234-F4830D7199FC}"/>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4" name="27-text-6">
            <a:extLst xmlns:a="http://schemas.openxmlformats.org/drawingml/2006/main">
              <a:ext uri="{FF2B5EF4-FFF2-40B4-BE49-F238E27FC236}">
                <a16:creationId xmlns:a16="http://schemas.microsoft.com/office/drawing/2014/main" id="{E9778977-E57D-411A-A42E-97D2A947CE08}"/>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05" name="27-text-7">
            <a:extLst xmlns:a="http://schemas.openxmlformats.org/drawingml/2006/main">
              <a:ext uri="{FF2B5EF4-FFF2-40B4-BE49-F238E27FC236}">
                <a16:creationId xmlns:a16="http://schemas.microsoft.com/office/drawing/2014/main" id="{8AE12BEB-1341-450E-A843-522A5749CEA8}"/>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06" name="27-text-8">
            <a:extLst xmlns:a="http://schemas.openxmlformats.org/drawingml/2006/main">
              <a:ext uri="{FF2B5EF4-FFF2-40B4-BE49-F238E27FC236}">
                <a16:creationId xmlns:a16="http://schemas.microsoft.com/office/drawing/2014/main" id="{82CCD751-0FFA-446A-B9F3-7691C48B4AD9}"/>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07" name="27-text-9">
            <a:extLst xmlns:a="http://schemas.openxmlformats.org/drawingml/2006/main">
              <a:ext uri="{FF2B5EF4-FFF2-40B4-BE49-F238E27FC236}">
                <a16:creationId xmlns:a16="http://schemas.microsoft.com/office/drawing/2014/main" id="{B25ABE2D-99C8-430B-B74C-A15CDB584D54}"/>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08" name="27-line-11">
            <a:extLst xmlns:a="http://schemas.openxmlformats.org/drawingml/2006/main">
              <a:ext uri="{FF2B5EF4-FFF2-40B4-BE49-F238E27FC236}">
                <a16:creationId xmlns:a16="http://schemas.microsoft.com/office/drawing/2014/main" id="{D22D4745-C490-40BF-8731-2331A6E4E693}"/>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9" name="27-line-13">
            <a:extLst xmlns:a="http://schemas.openxmlformats.org/drawingml/2006/main">
              <a:ext uri="{FF2B5EF4-FFF2-40B4-BE49-F238E27FC236}">
                <a16:creationId xmlns:a16="http://schemas.microsoft.com/office/drawing/2014/main" id="{61ECA2D5-AEB7-4448-887B-20F7BB89CA20}"/>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0" name="27-line-15">
            <a:extLst xmlns:a="http://schemas.openxmlformats.org/drawingml/2006/main">
              <a:ext uri="{FF2B5EF4-FFF2-40B4-BE49-F238E27FC236}">
                <a16:creationId xmlns:a16="http://schemas.microsoft.com/office/drawing/2014/main" id="{A38313F1-0872-4B2A-AA55-127B2547B2C5}"/>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1" name="27-line-17">
            <a:extLst xmlns:a="http://schemas.openxmlformats.org/drawingml/2006/main">
              <a:ext uri="{FF2B5EF4-FFF2-40B4-BE49-F238E27FC236}">
                <a16:creationId xmlns:a16="http://schemas.microsoft.com/office/drawing/2014/main" id="{6F981130-0B78-4A5A-824C-AD842D26C106}"/>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2" name="27-line-19">
            <a:extLst xmlns:a="http://schemas.openxmlformats.org/drawingml/2006/main">
              <a:ext uri="{FF2B5EF4-FFF2-40B4-BE49-F238E27FC236}">
                <a16:creationId xmlns:a16="http://schemas.microsoft.com/office/drawing/2014/main" id="{E06F029F-0C77-4626-9E12-6C1BBD0EFA28}"/>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inspect-stage">
            <a:extLst xmlns:a="http://schemas.openxmlformats.org/drawingml/2006/main">
              <a:ext uri="{FF2B5EF4-FFF2-40B4-BE49-F238E27FC236}">
                <a16:creationId xmlns:a16="http://schemas.microsoft.com/office/drawing/2014/main" id="{E1BBCCD3-179A-4AB0-B31B-E120B081885A}"/>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4" name="27-line-21">
            <a:extLst xmlns:a="http://schemas.openxmlformats.org/drawingml/2006/main">
              <a:ext uri="{FF2B5EF4-FFF2-40B4-BE49-F238E27FC236}">
                <a16:creationId xmlns:a16="http://schemas.microsoft.com/office/drawing/2014/main" id="{6B376815-844E-4749-9888-A7DD3F1268E7}"/>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5" name="bounded-agent-loop">
            <a:extLst xmlns:a="http://schemas.openxmlformats.org/drawingml/2006/main">
              <a:ext uri="{FF2B5EF4-FFF2-40B4-BE49-F238E27FC236}">
                <a16:creationId xmlns:a16="http://schemas.microsoft.com/office/drawing/2014/main" id="{132F29E1-66A6-4DB6-9BF3-51D549A59332}"/>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6" name="27-text-22">
            <a:extLst xmlns:a="http://schemas.openxmlformats.org/drawingml/2006/main">
              <a:ext uri="{FF2B5EF4-FFF2-40B4-BE49-F238E27FC236}">
                <a16:creationId xmlns:a16="http://schemas.microsoft.com/office/drawing/2014/main" id="{19BF4FE9-9024-480B-B9C3-44CE61689E4F}"/>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7" name="27-text-23">
            <a:extLst xmlns:a="http://schemas.openxmlformats.org/drawingml/2006/main">
              <a:ext uri="{FF2B5EF4-FFF2-40B4-BE49-F238E27FC236}">
                <a16:creationId xmlns:a16="http://schemas.microsoft.com/office/drawing/2014/main" id="{25B01715-6707-427E-8080-82D0DDB91B21}"/>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18" name="27-text-24">
            <a:extLst xmlns:a="http://schemas.openxmlformats.org/drawingml/2006/main">
              <a:ext uri="{FF2B5EF4-FFF2-40B4-BE49-F238E27FC236}">
                <a16:creationId xmlns:a16="http://schemas.microsoft.com/office/drawing/2014/main" id="{B4AB0C6E-DA5D-410C-AED3-E87DC2603708}"/>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text-25">
            <a:extLst xmlns:a="http://schemas.openxmlformats.org/drawingml/2006/main">
              <a:ext uri="{FF2B5EF4-FFF2-40B4-BE49-F238E27FC236}">
                <a16:creationId xmlns:a16="http://schemas.microsoft.com/office/drawing/2014/main" id="{F1217828-0E6C-4274-80CB-B18C173082A0}"/>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0" name="27-text-26">
            <a:extLst xmlns:a="http://schemas.openxmlformats.org/drawingml/2006/main">
              <a:ext uri="{FF2B5EF4-FFF2-40B4-BE49-F238E27FC236}">
                <a16:creationId xmlns:a16="http://schemas.microsoft.com/office/drawing/2014/main" id="{E672C148-1754-48E9-B0B5-4D1A86043FE2}"/>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1" name="27-text-27">
            <a:extLst xmlns:a="http://schemas.openxmlformats.org/drawingml/2006/main">
              <a:ext uri="{FF2B5EF4-FFF2-40B4-BE49-F238E27FC236}">
                <a16:creationId xmlns:a16="http://schemas.microsoft.com/office/drawing/2014/main" id="{503A7FB6-7C4D-4636-B55A-27D4D517B003}"/>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2" name="27-line-29">
            <a:extLst xmlns:a="http://schemas.openxmlformats.org/drawingml/2006/main">
              <a:ext uri="{FF2B5EF4-FFF2-40B4-BE49-F238E27FC236}">
                <a16:creationId xmlns:a16="http://schemas.microsoft.com/office/drawing/2014/main" id="{B6978745-5343-4082-947D-205FD26EC059}"/>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31">
            <a:extLst xmlns:a="http://schemas.openxmlformats.org/drawingml/2006/main">
              <a:ext uri="{FF2B5EF4-FFF2-40B4-BE49-F238E27FC236}">
                <a16:creationId xmlns:a16="http://schemas.microsoft.com/office/drawing/2014/main" id="{8AA86765-117D-4ED5-B68E-A7E6A3399E43}"/>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33">
            <a:extLst xmlns:a="http://schemas.openxmlformats.org/drawingml/2006/main">
              <a:ext uri="{FF2B5EF4-FFF2-40B4-BE49-F238E27FC236}">
                <a16:creationId xmlns:a16="http://schemas.microsoft.com/office/drawing/2014/main" id="{11BB2574-EB14-4D52-B8C8-CFF7C3045D4E}"/>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35">
            <a:extLst xmlns:a="http://schemas.openxmlformats.org/drawingml/2006/main">
              <a:ext uri="{FF2B5EF4-FFF2-40B4-BE49-F238E27FC236}">
                <a16:creationId xmlns:a16="http://schemas.microsoft.com/office/drawing/2014/main" id="{B943AEA3-44B5-4B43-8D2C-BC387F890691}"/>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27-line-37">
            <a:extLst xmlns:a="http://schemas.openxmlformats.org/drawingml/2006/main">
              <a:ext uri="{FF2B5EF4-FFF2-40B4-BE49-F238E27FC236}">
                <a16:creationId xmlns:a16="http://schemas.microsoft.com/office/drawing/2014/main" id="{F705DA90-7CE1-490D-A65D-A49A4DDA59B5}"/>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27-line-39">
            <a:extLst xmlns:a="http://schemas.openxmlformats.org/drawingml/2006/main">
              <a:ext uri="{FF2B5EF4-FFF2-40B4-BE49-F238E27FC236}">
                <a16:creationId xmlns:a16="http://schemas.microsoft.com/office/drawing/2014/main" id="{6001CFBA-4DF7-4D93-80C2-2D17FBF0D82D}"/>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text-40">
            <a:extLst xmlns:a="http://schemas.openxmlformats.org/drawingml/2006/main">
              <a:ext uri="{FF2B5EF4-FFF2-40B4-BE49-F238E27FC236}">
                <a16:creationId xmlns:a16="http://schemas.microsoft.com/office/drawing/2014/main" id="{A9279932-013B-46DF-9617-13E7C6A7B82E}"/>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29" name="27-text-41">
            <a:extLst xmlns:a="http://schemas.openxmlformats.org/drawingml/2006/main">
              <a:ext uri="{FF2B5EF4-FFF2-40B4-BE49-F238E27FC236}">
                <a16:creationId xmlns:a16="http://schemas.microsoft.com/office/drawing/2014/main" id="{080C0266-EFD2-4634-9F94-8B3E7D974706}"/>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0" name="narrative-number">
            <a:extLst xmlns:a="http://schemas.openxmlformats.org/drawingml/2006/main">
              <a:ext uri="{FF2B5EF4-FFF2-40B4-BE49-F238E27FC236}">
                <a16:creationId xmlns:a16="http://schemas.microsoft.com/office/drawing/2014/main" id="{111A7CE9-6029-4B6C-A1A0-E35FA01C99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57211927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179BDCCD-A504-494F-9EA9-AA6EDB1C0A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5" name="mini-map"/>
          <p:cNvPicPr>
            <a:picLocks xmlns:a="http://schemas.openxmlformats.org/drawingml/2006/main" noChangeAspect="1"/>
          </p:cNvPicPr>
          <p:nvPr/>
        </p:nvPicPr>
        <p:blipFill>
          <a:blip xmlns:r="http://schemas.openxmlformats.org/officeDocument/2006/relationships" xmlns:a="http://schemas.openxmlformats.org/drawingml/2006/main" r:embed="Rc2bfc46473374d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4948A0E5-A2B9-469C-81EE-103ACA18C5E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4" name="header-divider">
            <a:extLst xmlns:a="http://schemas.openxmlformats.org/drawingml/2006/main">
              <a:ext uri="{FF2B5EF4-FFF2-40B4-BE49-F238E27FC236}">
                <a16:creationId xmlns:a16="http://schemas.microsoft.com/office/drawing/2014/main" id="{4AAD49D8-6A70-4089-85F0-EC33071065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125C87A2-647D-4AC8-9EE4-771B33A832C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36" name="28-text-2">
            <a:extLst xmlns:a="http://schemas.openxmlformats.org/drawingml/2006/main">
              <a:ext uri="{FF2B5EF4-FFF2-40B4-BE49-F238E27FC236}">
                <a16:creationId xmlns:a16="http://schemas.microsoft.com/office/drawing/2014/main" id="{66E93111-79C6-42F4-9AF9-BE86E4C3D70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37" name="28-text-3">
            <a:extLst xmlns:a="http://schemas.openxmlformats.org/drawingml/2006/main">
              <a:ext uri="{FF2B5EF4-FFF2-40B4-BE49-F238E27FC236}">
                <a16:creationId xmlns:a16="http://schemas.microsoft.com/office/drawing/2014/main" id="{835F4432-2AB4-4C91-A24D-8957011337A1}"/>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8" name="28-text-4">
            <a:extLst xmlns:a="http://schemas.openxmlformats.org/drawingml/2006/main">
              <a:ext uri="{FF2B5EF4-FFF2-40B4-BE49-F238E27FC236}">
                <a16:creationId xmlns:a16="http://schemas.microsoft.com/office/drawing/2014/main" id="{C421A575-056C-46DF-9288-FF4A05D35525}"/>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39" name="28-text-5">
            <a:extLst xmlns:a="http://schemas.openxmlformats.org/drawingml/2006/main">
              <a:ext uri="{FF2B5EF4-FFF2-40B4-BE49-F238E27FC236}">
                <a16:creationId xmlns:a16="http://schemas.microsoft.com/office/drawing/2014/main" id="{702C5203-CF3B-4B6A-A516-FE941F521794}"/>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0" name="28-text-6">
            <a:extLst xmlns:a="http://schemas.openxmlformats.org/drawingml/2006/main">
              <a:ext uri="{FF2B5EF4-FFF2-40B4-BE49-F238E27FC236}">
                <a16:creationId xmlns:a16="http://schemas.microsoft.com/office/drawing/2014/main" id="{897F6F8D-920F-4ED1-9C0F-9A03536214CA}"/>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1" name="28-text-7">
            <a:extLst xmlns:a="http://schemas.openxmlformats.org/drawingml/2006/main">
              <a:ext uri="{FF2B5EF4-FFF2-40B4-BE49-F238E27FC236}">
                <a16:creationId xmlns:a16="http://schemas.microsoft.com/office/drawing/2014/main" id="{DF02B3B5-9419-483B-A642-E8AB687A01B3}"/>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2" name="28-text-8">
            <a:extLst xmlns:a="http://schemas.openxmlformats.org/drawingml/2006/main">
              <a:ext uri="{FF2B5EF4-FFF2-40B4-BE49-F238E27FC236}">
                <a16:creationId xmlns:a16="http://schemas.microsoft.com/office/drawing/2014/main" id="{17499E81-8A9C-43A7-AEA5-CF7FF9ECE7C3}"/>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3" name="narrative-number">
            <a:extLst xmlns:a="http://schemas.openxmlformats.org/drawingml/2006/main">
              <a:ext uri="{FF2B5EF4-FFF2-40B4-BE49-F238E27FC236}">
                <a16:creationId xmlns:a16="http://schemas.microsoft.com/office/drawing/2014/main" id="{A5D73CD8-D510-4821-8011-3EEC944473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631964474"/>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4" name="!!area-name">
            <a:extLst xmlns:a="http://schemas.openxmlformats.org/drawingml/2006/main">
              <a:ext uri="{FF2B5EF4-FFF2-40B4-BE49-F238E27FC236}">
                <a16:creationId xmlns:a16="http://schemas.microsoft.com/office/drawing/2014/main" id="{959A7CCB-6B4D-42EE-995B-BD496B0AFEA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5e451be792424ab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6" name="slide-title">
            <a:extLst xmlns:a="http://schemas.openxmlformats.org/drawingml/2006/main">
              <a:ext uri="{FF2B5EF4-FFF2-40B4-BE49-F238E27FC236}">
                <a16:creationId xmlns:a16="http://schemas.microsoft.com/office/drawing/2014/main" id="{4FFBF538-776C-4DFD-B33C-1FCEBC2892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7" name="header-divider">
            <a:extLst xmlns:a="http://schemas.openxmlformats.org/drawingml/2006/main">
              <a:ext uri="{FF2B5EF4-FFF2-40B4-BE49-F238E27FC236}">
                <a16:creationId xmlns:a16="http://schemas.microsoft.com/office/drawing/2014/main" id="{C1FEFDCF-0DF5-4D76-8B0F-4089F3A697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29-text-1">
            <a:extLst xmlns:a="http://schemas.openxmlformats.org/drawingml/2006/main">
              <a:ext uri="{FF2B5EF4-FFF2-40B4-BE49-F238E27FC236}">
                <a16:creationId xmlns:a16="http://schemas.microsoft.com/office/drawing/2014/main" id="{BF653517-7FDF-4EED-A176-A2EE099FFB4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49" name="29-text-2">
            <a:extLst xmlns:a="http://schemas.openxmlformats.org/drawingml/2006/main">
              <a:ext uri="{FF2B5EF4-FFF2-40B4-BE49-F238E27FC236}">
                <a16:creationId xmlns:a16="http://schemas.microsoft.com/office/drawing/2014/main" id="{35E9C13A-A99B-461D-8850-CF75B84FFC9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0" name="29-text-3">
            <a:extLst xmlns:a="http://schemas.openxmlformats.org/drawingml/2006/main">
              <a:ext uri="{FF2B5EF4-FFF2-40B4-BE49-F238E27FC236}">
                <a16:creationId xmlns:a16="http://schemas.microsoft.com/office/drawing/2014/main" id="{10F1ADAB-A73A-4CE3-8993-C01ABFDB9B6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1" name="29-text-4">
            <a:extLst xmlns:a="http://schemas.openxmlformats.org/drawingml/2006/main">
              <a:ext uri="{FF2B5EF4-FFF2-40B4-BE49-F238E27FC236}">
                <a16:creationId xmlns:a16="http://schemas.microsoft.com/office/drawing/2014/main" id="{32C7D2B9-CB22-4DD7-841E-423554B2FD1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2" name="29-text-5">
            <a:extLst xmlns:a="http://schemas.openxmlformats.org/drawingml/2006/main">
              <a:ext uri="{FF2B5EF4-FFF2-40B4-BE49-F238E27FC236}">
                <a16:creationId xmlns:a16="http://schemas.microsoft.com/office/drawing/2014/main" id="{4850D28E-5758-4FBF-8C5B-8F40173DA48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3" name="29-text-6">
            <a:extLst xmlns:a="http://schemas.openxmlformats.org/drawingml/2006/main">
              <a:ext uri="{FF2B5EF4-FFF2-40B4-BE49-F238E27FC236}">
                <a16:creationId xmlns:a16="http://schemas.microsoft.com/office/drawing/2014/main" id="{BC6555B3-1927-4C0A-978C-FD95BEB1C79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4" name="29-text-7">
            <a:extLst xmlns:a="http://schemas.openxmlformats.org/drawingml/2006/main">
              <a:ext uri="{FF2B5EF4-FFF2-40B4-BE49-F238E27FC236}">
                <a16:creationId xmlns:a16="http://schemas.microsoft.com/office/drawing/2014/main" id="{0B45F453-E1E6-4005-BEA4-8DD96B6FC45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5" name="29-text-8">
            <a:extLst xmlns:a="http://schemas.openxmlformats.org/drawingml/2006/main">
              <a:ext uri="{FF2B5EF4-FFF2-40B4-BE49-F238E27FC236}">
                <a16:creationId xmlns:a16="http://schemas.microsoft.com/office/drawing/2014/main" id="{EC3B553B-B0B6-485C-8868-39E2B95D162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6" name="narrative-number">
            <a:extLst xmlns:a="http://schemas.openxmlformats.org/drawingml/2006/main">
              <a:ext uri="{FF2B5EF4-FFF2-40B4-BE49-F238E27FC236}">
                <a16:creationId xmlns:a16="http://schemas.microsoft.com/office/drawing/2014/main" id="{9D2A11DD-B04A-439A-A51B-3D8F4ED812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78855162"/>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D2D8FA4D-3817-4CF1-AB28-B82CCB57684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b98bbe6db16247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7A6B8C35-21A4-417C-9D3C-1173D0DC869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0" name="header-divider">
            <a:extLst xmlns:a="http://schemas.openxmlformats.org/drawingml/2006/main">
              <a:ext uri="{FF2B5EF4-FFF2-40B4-BE49-F238E27FC236}">
                <a16:creationId xmlns:a16="http://schemas.microsoft.com/office/drawing/2014/main" id="{7E5ED9AB-FC59-4329-925A-AABD0FBA4D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0-text-1">
            <a:extLst xmlns:a="http://schemas.openxmlformats.org/drawingml/2006/main">
              <a:ext uri="{FF2B5EF4-FFF2-40B4-BE49-F238E27FC236}">
                <a16:creationId xmlns:a16="http://schemas.microsoft.com/office/drawing/2014/main" id="{3C2DB72A-AD63-4BA7-A6E9-0AD942D5CAD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2" name="30-text-2">
            <a:extLst xmlns:a="http://schemas.openxmlformats.org/drawingml/2006/main">
              <a:ext uri="{FF2B5EF4-FFF2-40B4-BE49-F238E27FC236}">
                <a16:creationId xmlns:a16="http://schemas.microsoft.com/office/drawing/2014/main" id="{82A1C5FA-FC4F-4271-8B17-EECD76D537E7}"/>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3" name="30-text-3">
            <a:extLst xmlns:a="http://schemas.openxmlformats.org/drawingml/2006/main">
              <a:ext uri="{FF2B5EF4-FFF2-40B4-BE49-F238E27FC236}">
                <a16:creationId xmlns:a16="http://schemas.microsoft.com/office/drawing/2014/main" id="{86C2D12F-68C4-4785-BFB7-3842CFD108A5}"/>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4" name="30-text-4">
            <a:extLst xmlns:a="http://schemas.openxmlformats.org/drawingml/2006/main">
              <a:ext uri="{FF2B5EF4-FFF2-40B4-BE49-F238E27FC236}">
                <a16:creationId xmlns:a16="http://schemas.microsoft.com/office/drawing/2014/main" id="{9C1D18C9-7BCC-4EBF-BB2E-C12811A47F3D}"/>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5" name="30-text-5">
            <a:extLst xmlns:a="http://schemas.openxmlformats.org/drawingml/2006/main">
              <a:ext uri="{FF2B5EF4-FFF2-40B4-BE49-F238E27FC236}">
                <a16:creationId xmlns:a16="http://schemas.microsoft.com/office/drawing/2014/main" id="{2B64890A-2472-4016-B515-1C269D34B239}"/>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6" name="30-line-7">
            <a:extLst xmlns:a="http://schemas.openxmlformats.org/drawingml/2006/main">
              <a:ext uri="{FF2B5EF4-FFF2-40B4-BE49-F238E27FC236}">
                <a16:creationId xmlns:a16="http://schemas.microsoft.com/office/drawing/2014/main" id="{78D2376C-9AAA-42A7-A50B-EE371C293A4E}"/>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7" name="30-text-8">
            <a:extLst xmlns:a="http://schemas.openxmlformats.org/drawingml/2006/main">
              <a:ext uri="{FF2B5EF4-FFF2-40B4-BE49-F238E27FC236}">
                <a16:creationId xmlns:a16="http://schemas.microsoft.com/office/drawing/2014/main" id="{0306E762-7D8F-449A-9746-24BD07839621}"/>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8" name="30-text-9">
            <a:extLst xmlns:a="http://schemas.openxmlformats.org/drawingml/2006/main">
              <a:ext uri="{FF2B5EF4-FFF2-40B4-BE49-F238E27FC236}">
                <a16:creationId xmlns:a16="http://schemas.microsoft.com/office/drawing/2014/main" id="{FBA1E186-ED5F-41F4-A583-923323B6F1E5}"/>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9" name="30-line-11">
            <a:extLst xmlns:a="http://schemas.openxmlformats.org/drawingml/2006/main">
              <a:ext uri="{FF2B5EF4-FFF2-40B4-BE49-F238E27FC236}">
                <a16:creationId xmlns:a16="http://schemas.microsoft.com/office/drawing/2014/main" id="{8314A1D3-EA67-4EB7-9F14-36743461579B}"/>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0" name="30-line-13">
            <a:extLst xmlns:a="http://schemas.openxmlformats.org/drawingml/2006/main">
              <a:ext uri="{FF2B5EF4-FFF2-40B4-BE49-F238E27FC236}">
                <a16:creationId xmlns:a16="http://schemas.microsoft.com/office/drawing/2014/main" id="{EB69D257-4DE2-4592-BA4F-61BFE0F289E5}"/>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1" name="30-line-15">
            <a:extLst xmlns:a="http://schemas.openxmlformats.org/drawingml/2006/main">
              <a:ext uri="{FF2B5EF4-FFF2-40B4-BE49-F238E27FC236}">
                <a16:creationId xmlns:a16="http://schemas.microsoft.com/office/drawing/2014/main" id="{D156A401-6561-4BD1-BEEE-9ECB84A8C98F}"/>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line-17">
            <a:extLst xmlns:a="http://schemas.openxmlformats.org/drawingml/2006/main">
              <a:ext uri="{FF2B5EF4-FFF2-40B4-BE49-F238E27FC236}">
                <a16:creationId xmlns:a16="http://schemas.microsoft.com/office/drawing/2014/main" id="{E51345DA-01DF-455D-A239-8287185DBC62}"/>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3" name="30-text-18">
            <a:extLst xmlns:a="http://schemas.openxmlformats.org/drawingml/2006/main">
              <a:ext uri="{FF2B5EF4-FFF2-40B4-BE49-F238E27FC236}">
                <a16:creationId xmlns:a16="http://schemas.microsoft.com/office/drawing/2014/main" id="{F8A9FA97-ADDF-4ACB-A9B4-92063A0DEC75}"/>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4" name="30-text-19">
            <a:extLst xmlns:a="http://schemas.openxmlformats.org/drawingml/2006/main">
              <a:ext uri="{FF2B5EF4-FFF2-40B4-BE49-F238E27FC236}">
                <a16:creationId xmlns:a16="http://schemas.microsoft.com/office/drawing/2014/main" id="{1064C276-5737-4A59-81F1-97F503FAFC0D}"/>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5" name="30-line-21">
            <a:extLst xmlns:a="http://schemas.openxmlformats.org/drawingml/2006/main">
              <a:ext uri="{FF2B5EF4-FFF2-40B4-BE49-F238E27FC236}">
                <a16:creationId xmlns:a16="http://schemas.microsoft.com/office/drawing/2014/main" id="{BA7FE27E-0A84-4442-A378-17C65D3CE2EB}"/>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22">
            <a:extLst xmlns:a="http://schemas.openxmlformats.org/drawingml/2006/main">
              <a:ext uri="{FF2B5EF4-FFF2-40B4-BE49-F238E27FC236}">
                <a16:creationId xmlns:a16="http://schemas.microsoft.com/office/drawing/2014/main" id="{2F5C00A0-6758-4534-A8F0-ED6CA6B95C67}"/>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7" name="30-text-23">
            <a:extLst xmlns:a="http://schemas.openxmlformats.org/drawingml/2006/main">
              <a:ext uri="{FF2B5EF4-FFF2-40B4-BE49-F238E27FC236}">
                <a16:creationId xmlns:a16="http://schemas.microsoft.com/office/drawing/2014/main" id="{3F3A8641-60B7-4F86-92FA-A6AC0C5155E2}"/>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8" name="30-text-24">
            <a:extLst xmlns:a="http://schemas.openxmlformats.org/drawingml/2006/main">
              <a:ext uri="{FF2B5EF4-FFF2-40B4-BE49-F238E27FC236}">
                <a16:creationId xmlns:a16="http://schemas.microsoft.com/office/drawing/2014/main" id="{9C8E7A4B-233C-4ED2-B59C-2E18DDC1788A}"/>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9" name="narrative-number">
            <a:extLst xmlns:a="http://schemas.openxmlformats.org/drawingml/2006/main">
              <a:ext uri="{FF2B5EF4-FFF2-40B4-BE49-F238E27FC236}">
                <a16:creationId xmlns:a16="http://schemas.microsoft.com/office/drawing/2014/main" id="{B2C02DFC-994B-4175-B7BF-9DD25D58BE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081257833"/>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B8EA5DD0-1A84-4012-AB1C-0922BBB285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bbbd15281fec4cc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559DCAB4-3BF4-4C8E-A64A-F881BB5C61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1-text-1">
            <a:extLst xmlns:a="http://schemas.openxmlformats.org/drawingml/2006/main">
              <a:ext uri="{FF2B5EF4-FFF2-40B4-BE49-F238E27FC236}">
                <a16:creationId xmlns:a16="http://schemas.microsoft.com/office/drawing/2014/main" id="{E2D26660-878D-4DB8-A38A-4C194C5575B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4" name="31-text-2">
            <a:extLst xmlns:a="http://schemas.openxmlformats.org/drawingml/2006/main">
              <a:ext uri="{FF2B5EF4-FFF2-40B4-BE49-F238E27FC236}">
                <a16:creationId xmlns:a16="http://schemas.microsoft.com/office/drawing/2014/main" id="{F2E39F15-4655-4BCC-B6AE-FFE5633F7EB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5" name="31-text-3">
            <a:extLst xmlns:a="http://schemas.openxmlformats.org/drawingml/2006/main">
              <a:ext uri="{FF2B5EF4-FFF2-40B4-BE49-F238E27FC236}">
                <a16:creationId xmlns:a16="http://schemas.microsoft.com/office/drawing/2014/main" id="{E6810F2B-17D8-48FD-9DFB-D4E6F0EF6F5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4" name="31-image-4"/>
          <p:cNvPicPr>
            <a:picLocks xmlns:a="http://schemas.openxmlformats.org/drawingml/2006/main" noChangeAspect="1"/>
          </p:cNvPicPr>
          <p:nvPr/>
        </p:nvPicPr>
        <p:blipFill>
          <a:blip xmlns:r="http://schemas.openxmlformats.org/officeDocument/2006/relationships" xmlns:a="http://schemas.openxmlformats.org/drawingml/2006/main" r:embed="Rb91aaf1253eb4da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4BE2628A-8C12-4B8C-94A4-C117A538BF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501432529"/>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1823FC61-8AB8-4098-9995-21D8535615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79c7b106df8c41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EA4BA8F5-F520-47FB-AA61-0503A541446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1" name="header-divider">
            <a:extLst xmlns:a="http://schemas.openxmlformats.org/drawingml/2006/main">
              <a:ext uri="{FF2B5EF4-FFF2-40B4-BE49-F238E27FC236}">
                <a16:creationId xmlns:a16="http://schemas.microsoft.com/office/drawing/2014/main" id="{B4F43CEF-239A-4E4B-8FD2-3C33417C3F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2-text-1">
            <a:extLst xmlns:a="http://schemas.openxmlformats.org/drawingml/2006/main">
              <a:ext uri="{FF2B5EF4-FFF2-40B4-BE49-F238E27FC236}">
                <a16:creationId xmlns:a16="http://schemas.microsoft.com/office/drawing/2014/main" id="{335A97DB-2C9E-4E3C-A551-B85178E9C135}"/>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3" name="32-text-2">
            <a:extLst xmlns:a="http://schemas.openxmlformats.org/drawingml/2006/main">
              <a:ext uri="{FF2B5EF4-FFF2-40B4-BE49-F238E27FC236}">
                <a16:creationId xmlns:a16="http://schemas.microsoft.com/office/drawing/2014/main" id="{365FDE16-1CBC-4127-BEBC-7723E2F50359}"/>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4" name="32-text-3">
            <a:extLst xmlns:a="http://schemas.openxmlformats.org/drawingml/2006/main">
              <a:ext uri="{FF2B5EF4-FFF2-40B4-BE49-F238E27FC236}">
                <a16:creationId xmlns:a16="http://schemas.microsoft.com/office/drawing/2014/main" id="{E4DFD9DD-0BD9-44AE-8822-5F823DEC1DF8}"/>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5" name="32-text-4">
            <a:extLst xmlns:a="http://schemas.openxmlformats.org/drawingml/2006/main">
              <a:ext uri="{FF2B5EF4-FFF2-40B4-BE49-F238E27FC236}">
                <a16:creationId xmlns:a16="http://schemas.microsoft.com/office/drawing/2014/main" id="{AC7F0112-C6FD-4BE6-8A46-9815DD5D4DAC}"/>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6" name="32-shape-5">
            <a:extLst xmlns:a="http://schemas.openxmlformats.org/drawingml/2006/main">
              <a:ext uri="{FF2B5EF4-FFF2-40B4-BE49-F238E27FC236}">
                <a16:creationId xmlns:a16="http://schemas.microsoft.com/office/drawing/2014/main" id="{8AF42C76-31B6-4EB7-A26E-CF03C694E796}"/>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6">
            <a:extLst xmlns:a="http://schemas.openxmlformats.org/drawingml/2006/main">
              <a:ext uri="{FF2B5EF4-FFF2-40B4-BE49-F238E27FC236}">
                <a16:creationId xmlns:a16="http://schemas.microsoft.com/office/drawing/2014/main" id="{B3124148-59AB-4335-8F17-F794A25A1EB4}"/>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8" name="32-text-7">
            <a:extLst xmlns:a="http://schemas.openxmlformats.org/drawingml/2006/main">
              <a:ext uri="{FF2B5EF4-FFF2-40B4-BE49-F238E27FC236}">
                <a16:creationId xmlns:a16="http://schemas.microsoft.com/office/drawing/2014/main" id="{1312D16F-923C-4824-A292-7C4C8514F817}"/>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9" name="32-text-8">
            <a:extLst xmlns:a="http://schemas.openxmlformats.org/drawingml/2006/main">
              <a:ext uri="{FF2B5EF4-FFF2-40B4-BE49-F238E27FC236}">
                <a16:creationId xmlns:a16="http://schemas.microsoft.com/office/drawing/2014/main" id="{61E68008-3FD7-48D7-B89F-1E8AB90BE7E0}"/>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0" name="32-text-9">
            <a:extLst xmlns:a="http://schemas.openxmlformats.org/drawingml/2006/main">
              <a:ext uri="{FF2B5EF4-FFF2-40B4-BE49-F238E27FC236}">
                <a16:creationId xmlns:a16="http://schemas.microsoft.com/office/drawing/2014/main" id="{54506FFB-BE2B-4F27-BEFC-FD32700B2302}"/>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1" name="32-text-10">
            <a:extLst xmlns:a="http://schemas.openxmlformats.org/drawingml/2006/main">
              <a:ext uri="{FF2B5EF4-FFF2-40B4-BE49-F238E27FC236}">
                <a16:creationId xmlns:a16="http://schemas.microsoft.com/office/drawing/2014/main" id="{E3B1E6CC-E406-47E4-8B96-27F71C32FE05}"/>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2" name="32-text-11">
            <a:extLst xmlns:a="http://schemas.openxmlformats.org/drawingml/2006/main">
              <a:ext uri="{FF2B5EF4-FFF2-40B4-BE49-F238E27FC236}">
                <a16:creationId xmlns:a16="http://schemas.microsoft.com/office/drawing/2014/main" id="{35E2FFBA-E306-4172-BF6B-64EF501D74D2}"/>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3" name="narrative-number">
            <a:extLst xmlns:a="http://schemas.openxmlformats.org/drawingml/2006/main">
              <a:ext uri="{FF2B5EF4-FFF2-40B4-BE49-F238E27FC236}">
                <a16:creationId xmlns:a16="http://schemas.microsoft.com/office/drawing/2014/main" id="{1696D67C-1282-44BF-820E-ED9BD50BFF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26696502"/>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095BDC58-CEB8-4571-B2A7-459DCA4095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17ac442a4a1c47a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360BF810-4E7E-495B-9B5D-E0FB8EE2303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7" name="header-divider">
            <a:extLst xmlns:a="http://schemas.openxmlformats.org/drawingml/2006/main">
              <a:ext uri="{FF2B5EF4-FFF2-40B4-BE49-F238E27FC236}">
                <a16:creationId xmlns:a16="http://schemas.microsoft.com/office/drawing/2014/main" id="{AA85B913-3CB9-4844-874F-951D2C09293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3-text-1">
            <a:extLst xmlns:a="http://schemas.openxmlformats.org/drawingml/2006/main">
              <a:ext uri="{FF2B5EF4-FFF2-40B4-BE49-F238E27FC236}">
                <a16:creationId xmlns:a16="http://schemas.microsoft.com/office/drawing/2014/main" id="{89DD16DA-6F57-4A53-91F5-CCCD64A2AE8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8"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0" name="33-text-3">
            <a:extLst xmlns:a="http://schemas.openxmlformats.org/drawingml/2006/main">
              <a:ext uri="{FF2B5EF4-FFF2-40B4-BE49-F238E27FC236}">
                <a16:creationId xmlns:a16="http://schemas.microsoft.com/office/drawing/2014/main" id="{7B812615-12B8-40AD-BC0A-DB74791CA359}"/>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1" name="33-text-4">
            <a:extLst xmlns:a="http://schemas.openxmlformats.org/drawingml/2006/main">
              <a:ext uri="{FF2B5EF4-FFF2-40B4-BE49-F238E27FC236}">
                <a16:creationId xmlns:a16="http://schemas.microsoft.com/office/drawing/2014/main" id="{72B28311-417A-4BD8-9F72-AB6D686471BC}"/>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2" name="narrative-number">
            <a:extLst xmlns:a="http://schemas.openxmlformats.org/drawingml/2006/main">
              <a:ext uri="{FF2B5EF4-FFF2-40B4-BE49-F238E27FC236}">
                <a16:creationId xmlns:a16="http://schemas.microsoft.com/office/drawing/2014/main" id="{178521C3-714A-4A66-A111-00999F8733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289275245"/>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55586E9B-D0F8-45CF-A277-2E09C95F5F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4a74bba1670a4d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A0F7CB39-E38A-4BFC-BF6E-F96D52A28E0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6" name="header-divider">
            <a:extLst xmlns:a="http://schemas.openxmlformats.org/drawingml/2006/main">
              <a:ext uri="{FF2B5EF4-FFF2-40B4-BE49-F238E27FC236}">
                <a16:creationId xmlns:a16="http://schemas.microsoft.com/office/drawing/2014/main" id="{B7C6F8CA-F075-437F-A3CB-B7A57B5F01F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4-text-1">
            <a:extLst xmlns:a="http://schemas.openxmlformats.org/drawingml/2006/main">
              <a:ext uri="{FF2B5EF4-FFF2-40B4-BE49-F238E27FC236}">
                <a16:creationId xmlns:a16="http://schemas.microsoft.com/office/drawing/2014/main" id="{A5821F48-8FD9-4823-ABBD-4F2628E610B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8" name="34-text-2">
            <a:extLst xmlns:a="http://schemas.openxmlformats.org/drawingml/2006/main">
              <a:ext uri="{FF2B5EF4-FFF2-40B4-BE49-F238E27FC236}">
                <a16:creationId xmlns:a16="http://schemas.microsoft.com/office/drawing/2014/main" id="{B77CED39-2E21-412E-A830-B1FC211FBAB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9" name="34-text-3">
            <a:extLst xmlns:a="http://schemas.openxmlformats.org/drawingml/2006/main">
              <a:ext uri="{FF2B5EF4-FFF2-40B4-BE49-F238E27FC236}">
                <a16:creationId xmlns:a16="http://schemas.microsoft.com/office/drawing/2014/main" id="{E02A5B72-09DB-4265-8982-8DAA5A8217F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0" name="34-text-4">
            <a:extLst xmlns:a="http://schemas.openxmlformats.org/drawingml/2006/main">
              <a:ext uri="{FF2B5EF4-FFF2-40B4-BE49-F238E27FC236}">
                <a16:creationId xmlns:a16="http://schemas.microsoft.com/office/drawing/2014/main" id="{CE978BC6-8887-4756-B592-12B3A263B23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1" name="34-text-5">
            <a:extLst xmlns:a="http://schemas.openxmlformats.org/drawingml/2006/main">
              <a:ext uri="{FF2B5EF4-FFF2-40B4-BE49-F238E27FC236}">
                <a16:creationId xmlns:a16="http://schemas.microsoft.com/office/drawing/2014/main" id="{6F86C376-8AB7-4DCD-B9AD-2EB73AD4E83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2" name="34-text-6">
            <a:extLst xmlns:a="http://schemas.openxmlformats.org/drawingml/2006/main">
              <a:ext uri="{FF2B5EF4-FFF2-40B4-BE49-F238E27FC236}">
                <a16:creationId xmlns:a16="http://schemas.microsoft.com/office/drawing/2014/main" id="{30CFADEA-E276-42AA-BB17-D7737C11536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3" name="34-text-7">
            <a:extLst xmlns:a="http://schemas.openxmlformats.org/drawingml/2006/main">
              <a:ext uri="{FF2B5EF4-FFF2-40B4-BE49-F238E27FC236}">
                <a16:creationId xmlns:a16="http://schemas.microsoft.com/office/drawing/2014/main" id="{A3A4EAAD-DD7E-4D74-9FF3-4BD9FA103467}"/>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4" name="34-text-8">
            <a:extLst xmlns:a="http://schemas.openxmlformats.org/drawingml/2006/main">
              <a:ext uri="{FF2B5EF4-FFF2-40B4-BE49-F238E27FC236}">
                <a16:creationId xmlns:a16="http://schemas.microsoft.com/office/drawing/2014/main" id="{14B466DB-8EC7-4164-B89C-698A5FE2CA0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5" name="34-text-9">
            <a:extLst xmlns:a="http://schemas.openxmlformats.org/drawingml/2006/main">
              <a:ext uri="{FF2B5EF4-FFF2-40B4-BE49-F238E27FC236}">
                <a16:creationId xmlns:a16="http://schemas.microsoft.com/office/drawing/2014/main" id="{56F08AF0-A257-4FEF-97A4-E0922BB714A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6" name="narrative-number">
            <a:extLst xmlns:a="http://schemas.openxmlformats.org/drawingml/2006/main">
              <a:ext uri="{FF2B5EF4-FFF2-40B4-BE49-F238E27FC236}">
                <a16:creationId xmlns:a16="http://schemas.microsoft.com/office/drawing/2014/main" id="{B76B8B5A-BBF4-463E-BB7A-AED405A8AE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36347608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D4228B24-EE94-4BA2-91C7-B8BAF537E3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4072e8dfecb240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06BBB0A8-3D1C-4131-84BF-CA64D2D9E3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0" name="header-divider">
            <a:extLst xmlns:a="http://schemas.openxmlformats.org/drawingml/2006/main">
              <a:ext uri="{FF2B5EF4-FFF2-40B4-BE49-F238E27FC236}">
                <a16:creationId xmlns:a16="http://schemas.microsoft.com/office/drawing/2014/main" id="{9B215FC7-14A8-44E3-B08B-A0B3DE6063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5-text-1">
            <a:extLst xmlns:a="http://schemas.openxmlformats.org/drawingml/2006/main">
              <a:ext uri="{FF2B5EF4-FFF2-40B4-BE49-F238E27FC236}">
                <a16:creationId xmlns:a16="http://schemas.microsoft.com/office/drawing/2014/main" id="{BD56BC04-BDCC-4B5E-A741-20121DC46FB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2" name="35-text-2">
            <a:extLst xmlns:a="http://schemas.openxmlformats.org/drawingml/2006/main">
              <a:ext uri="{FF2B5EF4-FFF2-40B4-BE49-F238E27FC236}">
                <a16:creationId xmlns:a16="http://schemas.microsoft.com/office/drawing/2014/main" id="{CE53F782-8EB8-4F07-B259-E6851BAB6351}"/>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3" name="35-text-3">
            <a:extLst xmlns:a="http://schemas.openxmlformats.org/drawingml/2006/main">
              <a:ext uri="{FF2B5EF4-FFF2-40B4-BE49-F238E27FC236}">
                <a16:creationId xmlns:a16="http://schemas.microsoft.com/office/drawing/2014/main" id="{C101E957-0B75-420C-BE87-7EF881971537}"/>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4" name="35-text-4">
            <a:extLst xmlns:a="http://schemas.openxmlformats.org/drawingml/2006/main">
              <a:ext uri="{FF2B5EF4-FFF2-40B4-BE49-F238E27FC236}">
                <a16:creationId xmlns:a16="http://schemas.microsoft.com/office/drawing/2014/main" id="{60B97D2A-D5E6-4D8B-AA52-B2DBA6387EA5}"/>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5" name="35-text-5">
            <a:extLst xmlns:a="http://schemas.openxmlformats.org/drawingml/2006/main">
              <a:ext uri="{FF2B5EF4-FFF2-40B4-BE49-F238E27FC236}">
                <a16:creationId xmlns:a16="http://schemas.microsoft.com/office/drawing/2014/main" id="{A62E6734-9AC1-4470-B9F8-A40E5745103A}"/>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6" name="35-text-6">
            <a:extLst xmlns:a="http://schemas.openxmlformats.org/drawingml/2006/main">
              <a:ext uri="{FF2B5EF4-FFF2-40B4-BE49-F238E27FC236}">
                <a16:creationId xmlns:a16="http://schemas.microsoft.com/office/drawing/2014/main" id="{AEA43803-2F66-4905-9BF7-15F13C57D25E}"/>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7" name="35-text-7">
            <a:extLst xmlns:a="http://schemas.openxmlformats.org/drawingml/2006/main">
              <a:ext uri="{FF2B5EF4-FFF2-40B4-BE49-F238E27FC236}">
                <a16:creationId xmlns:a16="http://schemas.microsoft.com/office/drawing/2014/main" id="{909AD2DD-5D70-4749-AC5D-36BFA6D505F3}"/>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8" name="35-text-8">
            <a:extLst xmlns:a="http://schemas.openxmlformats.org/drawingml/2006/main">
              <a:ext uri="{FF2B5EF4-FFF2-40B4-BE49-F238E27FC236}">
                <a16:creationId xmlns:a16="http://schemas.microsoft.com/office/drawing/2014/main" id="{98DC9AEC-33F7-4652-8635-AEE32F8362A4}"/>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9" name="35-text-9">
            <a:extLst xmlns:a="http://schemas.openxmlformats.org/drawingml/2006/main">
              <a:ext uri="{FF2B5EF4-FFF2-40B4-BE49-F238E27FC236}">
                <a16:creationId xmlns:a16="http://schemas.microsoft.com/office/drawing/2014/main" id="{0F0F800F-053E-4369-9C06-32A03545BD79}"/>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0" name="35-text-10">
            <a:extLst xmlns:a="http://schemas.openxmlformats.org/drawingml/2006/main">
              <a:ext uri="{FF2B5EF4-FFF2-40B4-BE49-F238E27FC236}">
                <a16:creationId xmlns:a16="http://schemas.microsoft.com/office/drawing/2014/main" id="{44289E6B-0B28-43E0-B2ED-DAA9D98F51B8}"/>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1" name="narrative-number">
            <a:extLst xmlns:a="http://schemas.openxmlformats.org/drawingml/2006/main">
              <a:ext uri="{FF2B5EF4-FFF2-40B4-BE49-F238E27FC236}">
                <a16:creationId xmlns:a16="http://schemas.microsoft.com/office/drawing/2014/main" id="{174EA991-1871-45C4-8D70-280C05C7ED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450189936"/>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4A20900D-1CC1-45D2-825B-09DF7DB6DD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1" name="mini-map"/>
          <p:cNvPicPr>
            <a:picLocks xmlns:a="http://schemas.openxmlformats.org/drawingml/2006/main" noChangeAspect="1"/>
          </p:cNvPicPr>
          <p:nvPr/>
        </p:nvPicPr>
        <p:blipFill>
          <a:blip xmlns:r="http://schemas.openxmlformats.org/officeDocument/2006/relationships" xmlns:a="http://schemas.openxmlformats.org/drawingml/2006/main" r:embed="Rff4e6361b5f848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header-divider">
            <a:extLst xmlns:a="http://schemas.openxmlformats.org/drawingml/2006/main">
              <a:ext uri="{FF2B5EF4-FFF2-40B4-BE49-F238E27FC236}">
                <a16:creationId xmlns:a16="http://schemas.microsoft.com/office/drawing/2014/main" id="{8B2C6A6D-A1F7-4C32-BE34-61F87389E2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6-text-1">
            <a:extLst xmlns:a="http://schemas.openxmlformats.org/drawingml/2006/main">
              <a:ext uri="{FF2B5EF4-FFF2-40B4-BE49-F238E27FC236}">
                <a16:creationId xmlns:a16="http://schemas.microsoft.com/office/drawing/2014/main" id="{BD8D8B21-293F-4F93-B307-F85022427476}"/>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4" name="36-image-2"/>
          <p:cNvPicPr>
            <a:picLocks xmlns:a="http://schemas.openxmlformats.org/drawingml/2006/main" noChangeAspect="1"/>
          </p:cNvPicPr>
          <p:nvPr/>
        </p:nvPicPr>
        <p:blipFill>
          <a:blip xmlns:r="http://schemas.openxmlformats.org/officeDocument/2006/relationships" xmlns:a="http://schemas.openxmlformats.org/drawingml/2006/main" r:embed="R02549da3be2b4603"/>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7" name="36-text-3">
            <a:extLst xmlns:a="http://schemas.openxmlformats.org/drawingml/2006/main">
              <a:ext uri="{FF2B5EF4-FFF2-40B4-BE49-F238E27FC236}">
                <a16:creationId xmlns:a16="http://schemas.microsoft.com/office/drawing/2014/main" id="{16DE5E9C-6832-4744-A554-9F1EC2B03D60}"/>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8" name="36-text-4">
            <a:extLst xmlns:a="http://schemas.openxmlformats.org/drawingml/2006/main">
              <a:ext uri="{FF2B5EF4-FFF2-40B4-BE49-F238E27FC236}">
                <a16:creationId xmlns:a16="http://schemas.microsoft.com/office/drawing/2014/main" id="{7E5A9978-977A-4F89-9362-BE00C3E48124}"/>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9" name="narrative-number">
            <a:extLst xmlns:a="http://schemas.openxmlformats.org/drawingml/2006/main">
              <a:ext uri="{FF2B5EF4-FFF2-40B4-BE49-F238E27FC236}">
                <a16:creationId xmlns:a16="http://schemas.microsoft.com/office/drawing/2014/main" id="{E448C6C7-FE5C-4AD3-A95E-387791A96F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478424464"/>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area-name">
            <a:extLst xmlns:a="http://schemas.openxmlformats.org/drawingml/2006/main">
              <a:ext uri="{FF2B5EF4-FFF2-40B4-BE49-F238E27FC236}">
                <a16:creationId xmlns:a16="http://schemas.microsoft.com/office/drawing/2014/main" id="{9A41BEB1-9933-4AD8-A4E2-45601A2D0A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77d3fee5680f44e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2" name="slide-title">
            <a:extLst xmlns:a="http://schemas.openxmlformats.org/drawingml/2006/main">
              <a:ext uri="{FF2B5EF4-FFF2-40B4-BE49-F238E27FC236}">
                <a16:creationId xmlns:a16="http://schemas.microsoft.com/office/drawing/2014/main" id="{823C28DC-2B25-46B6-9E6F-5D39D427EB2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3" name="header-divider">
            <a:extLst xmlns:a="http://schemas.openxmlformats.org/drawingml/2006/main">
              <a:ext uri="{FF2B5EF4-FFF2-40B4-BE49-F238E27FC236}">
                <a16:creationId xmlns:a16="http://schemas.microsoft.com/office/drawing/2014/main" id="{7D918BA6-D688-41DA-8507-BD6F26ABC9A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7-text-1">
            <a:extLst xmlns:a="http://schemas.openxmlformats.org/drawingml/2006/main">
              <a:ext uri="{FF2B5EF4-FFF2-40B4-BE49-F238E27FC236}">
                <a16:creationId xmlns:a16="http://schemas.microsoft.com/office/drawing/2014/main" id="{62342E5F-9AF2-4F62-945D-5934B700F247}"/>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5" name="37-text-2">
            <a:extLst xmlns:a="http://schemas.openxmlformats.org/drawingml/2006/main">
              <a:ext uri="{FF2B5EF4-FFF2-40B4-BE49-F238E27FC236}">
                <a16:creationId xmlns:a16="http://schemas.microsoft.com/office/drawing/2014/main" id="{BBA2C577-5973-4ABF-979E-3226053154E9}"/>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6" name="37-text-3">
            <a:extLst xmlns:a="http://schemas.openxmlformats.org/drawingml/2006/main">
              <a:ext uri="{FF2B5EF4-FFF2-40B4-BE49-F238E27FC236}">
                <a16:creationId xmlns:a16="http://schemas.microsoft.com/office/drawing/2014/main" id="{A2022427-17EC-4B96-8502-7F65B4FE2C84}"/>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7" name="37-text-4">
            <a:extLst xmlns:a="http://schemas.openxmlformats.org/drawingml/2006/main">
              <a:ext uri="{FF2B5EF4-FFF2-40B4-BE49-F238E27FC236}">
                <a16:creationId xmlns:a16="http://schemas.microsoft.com/office/drawing/2014/main" id="{B3F783A2-1BCC-495C-BC94-40F3B4FDC38B}"/>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8" name="37-text-5">
            <a:extLst xmlns:a="http://schemas.openxmlformats.org/drawingml/2006/main">
              <a:ext uri="{FF2B5EF4-FFF2-40B4-BE49-F238E27FC236}">
                <a16:creationId xmlns:a16="http://schemas.microsoft.com/office/drawing/2014/main" id="{8DDBFC7F-2436-4715-9B2E-9FC7FF45DE4A}"/>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9" name="37-text-6">
            <a:extLst xmlns:a="http://schemas.openxmlformats.org/drawingml/2006/main">
              <a:ext uri="{FF2B5EF4-FFF2-40B4-BE49-F238E27FC236}">
                <a16:creationId xmlns:a16="http://schemas.microsoft.com/office/drawing/2014/main" id="{F8FCCFD8-F2A7-4482-9346-10293EB0DAA1}"/>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0" name="37-text-7">
            <a:extLst xmlns:a="http://schemas.openxmlformats.org/drawingml/2006/main">
              <a:ext uri="{FF2B5EF4-FFF2-40B4-BE49-F238E27FC236}">
                <a16:creationId xmlns:a16="http://schemas.microsoft.com/office/drawing/2014/main" id="{760B7EE5-54DD-40FD-83C5-F3231B97C386}"/>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1" name="37-text-8">
            <a:extLst xmlns:a="http://schemas.openxmlformats.org/drawingml/2006/main">
              <a:ext uri="{FF2B5EF4-FFF2-40B4-BE49-F238E27FC236}">
                <a16:creationId xmlns:a16="http://schemas.microsoft.com/office/drawing/2014/main" id="{A2040E7F-367D-4659-B2AB-648DBA73B1A2}"/>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2" name="37-text-9">
            <a:extLst xmlns:a="http://schemas.openxmlformats.org/drawingml/2006/main">
              <a:ext uri="{FF2B5EF4-FFF2-40B4-BE49-F238E27FC236}">
                <a16:creationId xmlns:a16="http://schemas.microsoft.com/office/drawing/2014/main" id="{5937606D-0E01-4CEE-88B2-1A04876A1362}"/>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3" name="37-text-10">
            <a:extLst xmlns:a="http://schemas.openxmlformats.org/drawingml/2006/main">
              <a:ext uri="{FF2B5EF4-FFF2-40B4-BE49-F238E27FC236}">
                <a16:creationId xmlns:a16="http://schemas.microsoft.com/office/drawing/2014/main" id="{80142134-553E-4154-8E21-1B68803883E6}"/>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4" name="37-text-11">
            <a:extLst xmlns:a="http://schemas.openxmlformats.org/drawingml/2006/main">
              <a:ext uri="{FF2B5EF4-FFF2-40B4-BE49-F238E27FC236}">
                <a16:creationId xmlns:a16="http://schemas.microsoft.com/office/drawing/2014/main" id="{D8D36369-832C-4EA1-B57C-5C482BCA3082}"/>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5" name="37-line-13">
            <a:extLst xmlns:a="http://schemas.openxmlformats.org/drawingml/2006/main">
              <a:ext uri="{FF2B5EF4-FFF2-40B4-BE49-F238E27FC236}">
                <a16:creationId xmlns:a16="http://schemas.microsoft.com/office/drawing/2014/main" id="{502DB77D-176B-4315-A2B2-34AB0087E428}"/>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5">
            <a:extLst xmlns:a="http://schemas.openxmlformats.org/drawingml/2006/main">
              <a:ext uri="{FF2B5EF4-FFF2-40B4-BE49-F238E27FC236}">
                <a16:creationId xmlns:a16="http://schemas.microsoft.com/office/drawing/2014/main" id="{D96B908F-610E-4F86-8F42-66EEE38CD67F}"/>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line-17">
            <a:extLst xmlns:a="http://schemas.openxmlformats.org/drawingml/2006/main">
              <a:ext uri="{FF2B5EF4-FFF2-40B4-BE49-F238E27FC236}">
                <a16:creationId xmlns:a16="http://schemas.microsoft.com/office/drawing/2014/main" id="{A11F0976-E6D8-4DE6-BC0D-1C3742EB1576}"/>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8" name="37-shape-18">
            <a:extLst xmlns:a="http://schemas.openxmlformats.org/drawingml/2006/main">
              <a:ext uri="{FF2B5EF4-FFF2-40B4-BE49-F238E27FC236}">
                <a16:creationId xmlns:a16="http://schemas.microsoft.com/office/drawing/2014/main" id="{A1807232-04AF-4470-8D87-06428D4F5E0E}"/>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9" name="37-text-19">
            <a:extLst xmlns:a="http://schemas.openxmlformats.org/drawingml/2006/main">
              <a:ext uri="{FF2B5EF4-FFF2-40B4-BE49-F238E27FC236}">
                <a16:creationId xmlns:a16="http://schemas.microsoft.com/office/drawing/2014/main" id="{13E5707A-E695-47C5-A88A-40841B468247}"/>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0" name="narrative-number">
            <a:extLst xmlns:a="http://schemas.openxmlformats.org/drawingml/2006/main">
              <a:ext uri="{FF2B5EF4-FFF2-40B4-BE49-F238E27FC236}">
                <a16:creationId xmlns:a16="http://schemas.microsoft.com/office/drawing/2014/main" id="{F7F5EEC8-6F27-439E-8296-A9214A7B44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20219183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31BC1CDE-422E-4410-9C9F-A63301E948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2d9219b0a0b147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slide-title">
            <a:extLst xmlns:a="http://schemas.openxmlformats.org/drawingml/2006/main">
              <a:ext uri="{FF2B5EF4-FFF2-40B4-BE49-F238E27FC236}">
                <a16:creationId xmlns:a16="http://schemas.microsoft.com/office/drawing/2014/main" id="{19F85B7C-F58B-49B5-9A2A-0EAA66C5BA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4" name="header-divider">
            <a:extLst xmlns:a="http://schemas.openxmlformats.org/drawingml/2006/main">
              <a:ext uri="{FF2B5EF4-FFF2-40B4-BE49-F238E27FC236}">
                <a16:creationId xmlns:a16="http://schemas.microsoft.com/office/drawing/2014/main" id="{DFB69C33-57D1-48DA-91C7-9E6CC571E2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5" name="38-text-1">
            <a:extLst xmlns:a="http://schemas.openxmlformats.org/drawingml/2006/main">
              <a:ext uri="{FF2B5EF4-FFF2-40B4-BE49-F238E27FC236}">
                <a16:creationId xmlns:a16="http://schemas.microsoft.com/office/drawing/2014/main" id="{1BFEE240-0684-4227-BBCF-635ED27B041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6" name="38-text-2">
            <a:extLst xmlns:a="http://schemas.openxmlformats.org/drawingml/2006/main">
              <a:ext uri="{FF2B5EF4-FFF2-40B4-BE49-F238E27FC236}">
                <a16:creationId xmlns:a16="http://schemas.microsoft.com/office/drawing/2014/main" id="{4E1F8C7F-87AC-433E-A2F5-0C124D1E58C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7" name="38-text-3">
            <a:extLst xmlns:a="http://schemas.openxmlformats.org/drawingml/2006/main">
              <a:ext uri="{FF2B5EF4-FFF2-40B4-BE49-F238E27FC236}">
                <a16:creationId xmlns:a16="http://schemas.microsoft.com/office/drawing/2014/main" id="{719D590F-F8CA-4E23-86BA-658E9EA8333F}"/>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8" name="38-text-4">
            <a:extLst xmlns:a="http://schemas.openxmlformats.org/drawingml/2006/main">
              <a:ext uri="{FF2B5EF4-FFF2-40B4-BE49-F238E27FC236}">
                <a16:creationId xmlns:a16="http://schemas.microsoft.com/office/drawing/2014/main" id="{D70F639C-D030-4959-ABDA-880C0B79787D}"/>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9" name="38-text-5">
            <a:extLst xmlns:a="http://schemas.openxmlformats.org/drawingml/2006/main">
              <a:ext uri="{FF2B5EF4-FFF2-40B4-BE49-F238E27FC236}">
                <a16:creationId xmlns:a16="http://schemas.microsoft.com/office/drawing/2014/main" id="{2BDA56C5-60F8-4A83-B480-BED135C721F1}"/>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0" name="38-text-6">
            <a:extLst xmlns:a="http://schemas.openxmlformats.org/drawingml/2006/main">
              <a:ext uri="{FF2B5EF4-FFF2-40B4-BE49-F238E27FC236}">
                <a16:creationId xmlns:a16="http://schemas.microsoft.com/office/drawing/2014/main" id="{86601BE8-9CDD-4A81-AAA0-FF171C1648C6}"/>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1" name="narrative-number">
            <a:extLst xmlns:a="http://schemas.openxmlformats.org/drawingml/2006/main">
              <a:ext uri="{FF2B5EF4-FFF2-40B4-BE49-F238E27FC236}">
                <a16:creationId xmlns:a16="http://schemas.microsoft.com/office/drawing/2014/main" id="{49FCEBA1-215F-44AB-9E6F-06427A4CE0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414217529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6DD406EF-AC7E-4ACB-8DD1-B9613668C0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dfc35ace16cf4f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AC4A4398-37BC-4DE9-9ACA-BB0BE805E9C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5" name="header-divider">
            <a:extLst xmlns:a="http://schemas.openxmlformats.org/drawingml/2006/main">
              <a:ext uri="{FF2B5EF4-FFF2-40B4-BE49-F238E27FC236}">
                <a16:creationId xmlns:a16="http://schemas.microsoft.com/office/drawing/2014/main" id="{09515177-F0D3-4E73-9B3F-5FC8540287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9-text-1">
            <a:extLst xmlns:a="http://schemas.openxmlformats.org/drawingml/2006/main">
              <a:ext uri="{FF2B5EF4-FFF2-40B4-BE49-F238E27FC236}">
                <a16:creationId xmlns:a16="http://schemas.microsoft.com/office/drawing/2014/main" id="{17BD4707-DE0F-4304-8C07-144D01B51BE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7" name="39-text-2">
            <a:extLst xmlns:a="http://schemas.openxmlformats.org/drawingml/2006/main">
              <a:ext uri="{FF2B5EF4-FFF2-40B4-BE49-F238E27FC236}">
                <a16:creationId xmlns:a16="http://schemas.microsoft.com/office/drawing/2014/main" id="{4A8CF27F-DEB3-4413-8FCF-F90DE8BBC9F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8" name="39-text-3">
            <a:extLst xmlns:a="http://schemas.openxmlformats.org/drawingml/2006/main">
              <a:ext uri="{FF2B5EF4-FFF2-40B4-BE49-F238E27FC236}">
                <a16:creationId xmlns:a16="http://schemas.microsoft.com/office/drawing/2014/main" id="{ADAAEC8B-5102-493B-B0D2-66E8A1544A80}"/>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9" name="39-text-4">
            <a:extLst xmlns:a="http://schemas.openxmlformats.org/drawingml/2006/main">
              <a:ext uri="{FF2B5EF4-FFF2-40B4-BE49-F238E27FC236}">
                <a16:creationId xmlns:a16="http://schemas.microsoft.com/office/drawing/2014/main" id="{6A90944C-5690-4A9E-B331-E3EA5FB2354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0" name="39-text-5">
            <a:extLst xmlns:a="http://schemas.openxmlformats.org/drawingml/2006/main">
              <a:ext uri="{FF2B5EF4-FFF2-40B4-BE49-F238E27FC236}">
                <a16:creationId xmlns:a16="http://schemas.microsoft.com/office/drawing/2014/main" id="{474378FB-62AE-464C-B63A-CEE9431CA092}"/>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1" name="39-text-6">
            <a:extLst xmlns:a="http://schemas.openxmlformats.org/drawingml/2006/main">
              <a:ext uri="{FF2B5EF4-FFF2-40B4-BE49-F238E27FC236}">
                <a16:creationId xmlns:a16="http://schemas.microsoft.com/office/drawing/2014/main" id="{E0405E09-705C-4998-929B-82E2E9D02AE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2" name="39-text-7">
            <a:extLst xmlns:a="http://schemas.openxmlformats.org/drawingml/2006/main">
              <a:ext uri="{FF2B5EF4-FFF2-40B4-BE49-F238E27FC236}">
                <a16:creationId xmlns:a16="http://schemas.microsoft.com/office/drawing/2014/main" id="{7BC5958C-C0D4-41CF-8ACE-0F5309BE2A7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3" name="39-text-8">
            <a:extLst xmlns:a="http://schemas.openxmlformats.org/drawingml/2006/main">
              <a:ext uri="{FF2B5EF4-FFF2-40B4-BE49-F238E27FC236}">
                <a16:creationId xmlns:a16="http://schemas.microsoft.com/office/drawing/2014/main" id="{93D07B85-5633-4E0C-B17E-2E8E1432661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4" name="39-text-9">
            <a:extLst xmlns:a="http://schemas.openxmlformats.org/drawingml/2006/main">
              <a:ext uri="{FF2B5EF4-FFF2-40B4-BE49-F238E27FC236}">
                <a16:creationId xmlns:a16="http://schemas.microsoft.com/office/drawing/2014/main" id="{BA22419D-DB70-46C9-88C6-868AA0E6BB0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5" name="narrative-number">
            <a:extLst xmlns:a="http://schemas.openxmlformats.org/drawingml/2006/main">
              <a:ext uri="{FF2B5EF4-FFF2-40B4-BE49-F238E27FC236}">
                <a16:creationId xmlns:a16="http://schemas.microsoft.com/office/drawing/2014/main" id="{73F958EC-6473-43EA-AD67-3B9B8F3D03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3179555851"/>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9DFAD524-A513-4ACA-9D3F-051813FE5C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3ce5d53083094f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EF9E5E7A-BAFF-4DA4-A6E5-1355EE5C992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9" name="header-divider">
            <a:extLst xmlns:a="http://schemas.openxmlformats.org/drawingml/2006/main">
              <a:ext uri="{FF2B5EF4-FFF2-40B4-BE49-F238E27FC236}">
                <a16:creationId xmlns:a16="http://schemas.microsoft.com/office/drawing/2014/main" id="{A9EF2B79-DAF7-40A3-A2A7-C87E775FAC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40-text-1">
            <a:extLst xmlns:a="http://schemas.openxmlformats.org/drawingml/2006/main">
              <a:ext uri="{FF2B5EF4-FFF2-40B4-BE49-F238E27FC236}">
                <a16:creationId xmlns:a16="http://schemas.microsoft.com/office/drawing/2014/main" id="{38B5BF57-2862-428D-B20F-A96E913B0AE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9"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2" name="40-text-3">
            <a:extLst xmlns:a="http://schemas.openxmlformats.org/drawingml/2006/main">
              <a:ext uri="{FF2B5EF4-FFF2-40B4-BE49-F238E27FC236}">
                <a16:creationId xmlns:a16="http://schemas.microsoft.com/office/drawing/2014/main" id="{C65F575A-2143-4357-8C00-FB44F3FA41C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3" name="narrative-number">
            <a:extLst xmlns:a="http://schemas.openxmlformats.org/drawingml/2006/main">
              <a:ext uri="{FF2B5EF4-FFF2-40B4-BE49-F238E27FC236}">
                <a16:creationId xmlns:a16="http://schemas.microsoft.com/office/drawing/2014/main" id="{A3CDEE65-79DD-424C-8C41-705493069A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708778953"/>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3" name="41-image-1"/>
          <p:cNvPicPr>
            <a:picLocks xmlns:a="http://schemas.openxmlformats.org/drawingml/2006/main" noChangeAspect="1"/>
          </p:cNvPicPr>
          <p:nvPr/>
        </p:nvPicPr>
        <p:blipFill>
          <a:blip xmlns:r="http://schemas.openxmlformats.org/officeDocument/2006/relationships" xmlns:a="http://schemas.openxmlformats.org/drawingml/2006/main" r:embed="R3784ecec44e846a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906B190D-F107-4868-B509-7E7A4553B1EB}"/>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6" name="area-key-1">
            <a:extLst xmlns:a="http://schemas.openxmlformats.org/drawingml/2006/main">
              <a:ext uri="{FF2B5EF4-FFF2-40B4-BE49-F238E27FC236}">
                <a16:creationId xmlns:a16="http://schemas.microsoft.com/office/drawing/2014/main" id="{E8551923-A63B-4A87-B737-B542F2CE48BE}"/>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7" name="area-key-2">
            <a:extLst xmlns:a="http://schemas.openxmlformats.org/drawingml/2006/main">
              <a:ext uri="{FF2B5EF4-FFF2-40B4-BE49-F238E27FC236}">
                <a16:creationId xmlns:a16="http://schemas.microsoft.com/office/drawing/2014/main" id="{2E5BC333-1BE4-4330-9127-E1537310A65B}"/>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8" name="area-key-3">
            <a:extLst xmlns:a="http://schemas.openxmlformats.org/drawingml/2006/main">
              <a:ext uri="{FF2B5EF4-FFF2-40B4-BE49-F238E27FC236}">
                <a16:creationId xmlns:a16="http://schemas.microsoft.com/office/drawing/2014/main" id="{BBB1BADE-B79F-4A58-877B-A8F339D71C96}"/>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9" name="area-key-4">
            <a:extLst xmlns:a="http://schemas.openxmlformats.org/drawingml/2006/main">
              <a:ext uri="{FF2B5EF4-FFF2-40B4-BE49-F238E27FC236}">
                <a16:creationId xmlns:a16="http://schemas.microsoft.com/office/drawing/2014/main" id="{33565F20-DE76-4790-BD3D-57EB02A9A310}"/>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0" name="area-key-5">
            <a:extLst xmlns:a="http://schemas.openxmlformats.org/drawingml/2006/main">
              <a:ext uri="{FF2B5EF4-FFF2-40B4-BE49-F238E27FC236}">
                <a16:creationId xmlns:a16="http://schemas.microsoft.com/office/drawing/2014/main" id="{2811172C-9A62-423A-8CDB-9AB687940373}"/>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1" name="area-key-6">
            <a:extLst xmlns:a="http://schemas.openxmlformats.org/drawingml/2006/main">
              <a:ext uri="{FF2B5EF4-FFF2-40B4-BE49-F238E27FC236}">
                <a16:creationId xmlns:a16="http://schemas.microsoft.com/office/drawing/2014/main" id="{FB064075-3B8B-4E92-9C9A-DEF2B78027CD}"/>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2" name="narrative-number">
            <a:extLst xmlns:a="http://schemas.openxmlformats.org/drawingml/2006/main">
              <a:ext uri="{FF2B5EF4-FFF2-40B4-BE49-F238E27FC236}">
                <a16:creationId xmlns:a16="http://schemas.microsoft.com/office/drawing/2014/main" id="{6D7A8F31-FCCC-4E9E-A3EF-C289E7C4B0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874602545"/>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section-label">
            <a:extLst xmlns:a="http://schemas.openxmlformats.org/drawingml/2006/main">
              <a:ext uri="{FF2B5EF4-FFF2-40B4-BE49-F238E27FC236}">
                <a16:creationId xmlns:a16="http://schemas.microsoft.com/office/drawing/2014/main" id="{0C4C066C-CF96-48C2-BBD4-1107F102422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4" name="section-rule">
            <a:extLst xmlns:a="http://schemas.openxmlformats.org/drawingml/2006/main">
              <a:ext uri="{FF2B5EF4-FFF2-40B4-BE49-F238E27FC236}">
                <a16:creationId xmlns:a16="http://schemas.microsoft.com/office/drawing/2014/main" id="{B38B345C-16FC-47DE-85E5-1CE6031FF1D3}"/>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5" name="section-title">
            <a:extLst xmlns:a="http://schemas.openxmlformats.org/drawingml/2006/main">
              <a:ext uri="{FF2B5EF4-FFF2-40B4-BE49-F238E27FC236}">
                <a16:creationId xmlns:a16="http://schemas.microsoft.com/office/drawing/2014/main" id="{1C8F5321-BC54-43FE-B1DC-B5607723067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6" name="narrative-number">
            <a:extLst xmlns:a="http://schemas.openxmlformats.org/drawingml/2006/main">
              <a:ext uri="{FF2B5EF4-FFF2-40B4-BE49-F238E27FC236}">
                <a16:creationId xmlns:a16="http://schemas.microsoft.com/office/drawing/2014/main" id="{4F1458E1-D894-4105-B85F-8BB688C937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25700330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CD3D54D0-0F50-489C-9EAA-0510650A46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4" name="mini-map"/>
          <p:cNvPicPr>
            <a:picLocks xmlns:a="http://schemas.openxmlformats.org/drawingml/2006/main" noChangeAspect="1"/>
          </p:cNvPicPr>
          <p:nvPr/>
        </p:nvPicPr>
        <p:blipFill>
          <a:blip xmlns:r="http://schemas.openxmlformats.org/officeDocument/2006/relationships" xmlns:a="http://schemas.openxmlformats.org/drawingml/2006/main" r:embed="Rc53077a2e64f4f9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23B8AE94-D812-49C2-9A4B-ADCC38C997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0" name="header-divider">
            <a:extLst xmlns:a="http://schemas.openxmlformats.org/drawingml/2006/main">
              <a:ext uri="{FF2B5EF4-FFF2-40B4-BE49-F238E27FC236}">
                <a16:creationId xmlns:a16="http://schemas.microsoft.com/office/drawing/2014/main" id="{74A337BD-5E1B-451F-893B-A9527F53C0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7"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2" name="narrative-number">
            <a:extLst xmlns:a="http://schemas.openxmlformats.org/drawingml/2006/main">
              <a:ext uri="{FF2B5EF4-FFF2-40B4-BE49-F238E27FC236}">
                <a16:creationId xmlns:a16="http://schemas.microsoft.com/office/drawing/2014/main" id="{59633601-A447-4543-889D-0B9E5F222B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115809768"/>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3" name="!!area-name">
            <a:extLst xmlns:a="http://schemas.openxmlformats.org/drawingml/2006/main">
              <a:ext uri="{FF2B5EF4-FFF2-40B4-BE49-F238E27FC236}">
                <a16:creationId xmlns:a16="http://schemas.microsoft.com/office/drawing/2014/main" id="{B9F75EB5-2951-455E-81A3-AD7A649D5C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0" name="mini-map"/>
          <p:cNvPicPr>
            <a:picLocks xmlns:a="http://schemas.openxmlformats.org/drawingml/2006/main" noChangeAspect="1"/>
          </p:cNvPicPr>
          <p:nvPr/>
        </p:nvPicPr>
        <p:blipFill>
          <a:blip xmlns:r="http://schemas.openxmlformats.org/officeDocument/2006/relationships" xmlns:a="http://schemas.openxmlformats.org/drawingml/2006/main" r:embed="R9114d823fe1546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5" name="slide-title">
            <a:extLst xmlns:a="http://schemas.openxmlformats.org/drawingml/2006/main">
              <a:ext uri="{FF2B5EF4-FFF2-40B4-BE49-F238E27FC236}">
                <a16:creationId xmlns:a16="http://schemas.microsoft.com/office/drawing/2014/main" id="{BE31F44E-9099-4A1E-9C4C-3B629F7365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6" name="header-divider">
            <a:extLst xmlns:a="http://schemas.openxmlformats.org/drawingml/2006/main">
              <a:ext uri="{FF2B5EF4-FFF2-40B4-BE49-F238E27FC236}">
                <a16:creationId xmlns:a16="http://schemas.microsoft.com/office/drawing/2014/main" id="{ED13484D-B3B7-4C4C-BCB1-A0382DE6A42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3"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8" name="narrative-number">
            <a:extLst xmlns:a="http://schemas.openxmlformats.org/drawingml/2006/main">
              <a:ext uri="{FF2B5EF4-FFF2-40B4-BE49-F238E27FC236}">
                <a16:creationId xmlns:a16="http://schemas.microsoft.com/office/drawing/2014/main" id="{579A2179-99EC-4DC2-AE6F-65730D99CB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07835380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BCCEAAF3-361B-468B-B100-CFE2EE72C695}"/>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0" name="header-divider">
            <a:extLst xmlns:a="http://schemas.openxmlformats.org/drawingml/2006/main">
              <a:ext uri="{FF2B5EF4-FFF2-40B4-BE49-F238E27FC236}">
                <a16:creationId xmlns:a16="http://schemas.microsoft.com/office/drawing/2014/main" id="{5EDD8998-D486-4149-9481-EBB0964CC2BD}"/>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1" name="45-shape-1">
            <a:extLst xmlns:a="http://schemas.openxmlformats.org/drawingml/2006/main">
              <a:ext uri="{FF2B5EF4-FFF2-40B4-BE49-F238E27FC236}">
                <a16:creationId xmlns:a16="http://schemas.microsoft.com/office/drawing/2014/main" id="{D4E0D772-398D-46A4-B890-A8D7CB7E05DB}"/>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2" name="45-shape-2">
            <a:extLst xmlns:a="http://schemas.openxmlformats.org/drawingml/2006/main">
              <a:ext uri="{FF2B5EF4-FFF2-40B4-BE49-F238E27FC236}">
                <a16:creationId xmlns:a16="http://schemas.microsoft.com/office/drawing/2014/main" id="{DC904A16-BDA1-4FB1-9042-DE66AA066DAE}"/>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3" name="45-text-3">
            <a:extLst xmlns:a="http://schemas.openxmlformats.org/drawingml/2006/main">
              <a:ext uri="{FF2B5EF4-FFF2-40B4-BE49-F238E27FC236}">
                <a16:creationId xmlns:a16="http://schemas.microsoft.com/office/drawing/2014/main" id="{3A3AE12E-CDDE-4EE0-A472-27C5ECCBA1BB}"/>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4" name="45-text-4">
            <a:extLst xmlns:a="http://schemas.openxmlformats.org/drawingml/2006/main">
              <a:ext uri="{FF2B5EF4-FFF2-40B4-BE49-F238E27FC236}">
                <a16:creationId xmlns:a16="http://schemas.microsoft.com/office/drawing/2014/main" id="{7036EFEB-D965-4600-B0F8-C2B5778F6113}"/>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5" name="45-shape-5">
            <a:extLst xmlns:a="http://schemas.openxmlformats.org/drawingml/2006/main">
              <a:ext uri="{FF2B5EF4-FFF2-40B4-BE49-F238E27FC236}">
                <a16:creationId xmlns:a16="http://schemas.microsoft.com/office/drawing/2014/main" id="{ACDC0C8D-0197-4E9F-B378-A2745A58C41B}"/>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6" name="45-shape-6">
            <a:extLst xmlns:a="http://schemas.openxmlformats.org/drawingml/2006/main">
              <a:ext uri="{FF2B5EF4-FFF2-40B4-BE49-F238E27FC236}">
                <a16:creationId xmlns:a16="http://schemas.microsoft.com/office/drawing/2014/main" id="{5029F817-C9AA-453D-A5A6-BE26A0B11DD8}"/>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7" name="45-text-7">
            <a:extLst xmlns:a="http://schemas.openxmlformats.org/drawingml/2006/main">
              <a:ext uri="{FF2B5EF4-FFF2-40B4-BE49-F238E27FC236}">
                <a16:creationId xmlns:a16="http://schemas.microsoft.com/office/drawing/2014/main" id="{62ABEF6A-BEB1-4CBF-84FE-F1E8C13EC92E}"/>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8" name="45-text-8">
            <a:extLst xmlns:a="http://schemas.openxmlformats.org/drawingml/2006/main">
              <a:ext uri="{FF2B5EF4-FFF2-40B4-BE49-F238E27FC236}">
                <a16:creationId xmlns:a16="http://schemas.microsoft.com/office/drawing/2014/main" id="{17657F57-59A8-4AC1-94E3-0413ABAD70BC}"/>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9" name="45-shape-9">
            <a:extLst xmlns:a="http://schemas.openxmlformats.org/drawingml/2006/main">
              <a:ext uri="{FF2B5EF4-FFF2-40B4-BE49-F238E27FC236}">
                <a16:creationId xmlns:a16="http://schemas.microsoft.com/office/drawing/2014/main" id="{639663D4-2677-4B8E-B1C0-AEDD44F26EA0}"/>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0" name="45-shape-10">
            <a:extLst xmlns:a="http://schemas.openxmlformats.org/drawingml/2006/main">
              <a:ext uri="{FF2B5EF4-FFF2-40B4-BE49-F238E27FC236}">
                <a16:creationId xmlns:a16="http://schemas.microsoft.com/office/drawing/2014/main" id="{006C54F0-8A5E-40B0-8FDC-37928225716B}"/>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1" name="45-text-11">
            <a:extLst xmlns:a="http://schemas.openxmlformats.org/drawingml/2006/main">
              <a:ext uri="{FF2B5EF4-FFF2-40B4-BE49-F238E27FC236}">
                <a16:creationId xmlns:a16="http://schemas.microsoft.com/office/drawing/2014/main" id="{8A3BDAF2-6DB7-4EB3-85D1-A90E87D2871B}"/>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2" name="45-text-12">
            <a:extLst xmlns:a="http://schemas.openxmlformats.org/drawingml/2006/main">
              <a:ext uri="{FF2B5EF4-FFF2-40B4-BE49-F238E27FC236}">
                <a16:creationId xmlns:a16="http://schemas.microsoft.com/office/drawing/2014/main" id="{3783C048-1A26-4DFF-8664-E85219E68A99}"/>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3" name="45-shape-13">
            <a:extLst xmlns:a="http://schemas.openxmlformats.org/drawingml/2006/main">
              <a:ext uri="{FF2B5EF4-FFF2-40B4-BE49-F238E27FC236}">
                <a16:creationId xmlns:a16="http://schemas.microsoft.com/office/drawing/2014/main" id="{8E60BB09-457E-474A-A790-A89DE8DC0D55}"/>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4" name="45-shape-14">
            <a:extLst xmlns:a="http://schemas.openxmlformats.org/drawingml/2006/main">
              <a:ext uri="{FF2B5EF4-FFF2-40B4-BE49-F238E27FC236}">
                <a16:creationId xmlns:a16="http://schemas.microsoft.com/office/drawing/2014/main" id="{EAA72863-709C-44AE-92C7-2A51698DD1B1}"/>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5" name="45-text-15">
            <a:extLst xmlns:a="http://schemas.openxmlformats.org/drawingml/2006/main">
              <a:ext uri="{FF2B5EF4-FFF2-40B4-BE49-F238E27FC236}">
                <a16:creationId xmlns:a16="http://schemas.microsoft.com/office/drawing/2014/main" id="{1168D84D-5F6E-4917-AD8C-D895F72D9ED8}"/>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6" name="45-text-16">
            <a:extLst xmlns:a="http://schemas.openxmlformats.org/drawingml/2006/main">
              <a:ext uri="{FF2B5EF4-FFF2-40B4-BE49-F238E27FC236}">
                <a16:creationId xmlns:a16="http://schemas.microsoft.com/office/drawing/2014/main" id="{5C8A15C2-8252-45F2-AABC-50DC2F16FBBE}"/>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7" name="45-shape-17">
            <a:extLst xmlns:a="http://schemas.openxmlformats.org/drawingml/2006/main">
              <a:ext uri="{FF2B5EF4-FFF2-40B4-BE49-F238E27FC236}">
                <a16:creationId xmlns:a16="http://schemas.microsoft.com/office/drawing/2014/main" id="{7158C621-A821-4EFD-B983-667785591BEE}"/>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8" name="45-shape-18">
            <a:extLst xmlns:a="http://schemas.openxmlformats.org/drawingml/2006/main">
              <a:ext uri="{FF2B5EF4-FFF2-40B4-BE49-F238E27FC236}">
                <a16:creationId xmlns:a16="http://schemas.microsoft.com/office/drawing/2014/main" id="{A3AE957F-8930-4971-B91B-06A221B0C010}"/>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9" name="45-text-19">
            <a:extLst xmlns:a="http://schemas.openxmlformats.org/drawingml/2006/main">
              <a:ext uri="{FF2B5EF4-FFF2-40B4-BE49-F238E27FC236}">
                <a16:creationId xmlns:a16="http://schemas.microsoft.com/office/drawing/2014/main" id="{64B34C5E-48DC-4B87-BF8F-EBA17B5BEA35}"/>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0" name="45-text-20">
            <a:extLst xmlns:a="http://schemas.openxmlformats.org/drawingml/2006/main">
              <a:ext uri="{FF2B5EF4-FFF2-40B4-BE49-F238E27FC236}">
                <a16:creationId xmlns:a16="http://schemas.microsoft.com/office/drawing/2014/main" id="{40626E36-760D-41BF-856B-19CAF7B56016}"/>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1" name="45-shape-21">
            <a:extLst xmlns:a="http://schemas.openxmlformats.org/drawingml/2006/main">
              <a:ext uri="{FF2B5EF4-FFF2-40B4-BE49-F238E27FC236}">
                <a16:creationId xmlns:a16="http://schemas.microsoft.com/office/drawing/2014/main" id="{8C502BDE-CF17-42FD-84AA-BB3057B98479}"/>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2" name="45-shape-22">
            <a:extLst xmlns:a="http://schemas.openxmlformats.org/drawingml/2006/main">
              <a:ext uri="{FF2B5EF4-FFF2-40B4-BE49-F238E27FC236}">
                <a16:creationId xmlns:a16="http://schemas.microsoft.com/office/drawing/2014/main" id="{B7DD8F37-FE03-4998-AE05-CA9527783967}"/>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3" name="45-text-23">
            <a:extLst xmlns:a="http://schemas.openxmlformats.org/drawingml/2006/main">
              <a:ext uri="{FF2B5EF4-FFF2-40B4-BE49-F238E27FC236}">
                <a16:creationId xmlns:a16="http://schemas.microsoft.com/office/drawing/2014/main" id="{4BB830C3-BD43-42A5-8A9F-1D71D9F8FEFD}"/>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4" name="45-text-24">
            <a:extLst xmlns:a="http://schemas.openxmlformats.org/drawingml/2006/main">
              <a:ext uri="{FF2B5EF4-FFF2-40B4-BE49-F238E27FC236}">
                <a16:creationId xmlns:a16="http://schemas.microsoft.com/office/drawing/2014/main" id="{197FDD11-ECB7-44F6-9277-4B7835ADE4FB}"/>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5" name="narrative-number">
            <a:extLst xmlns:a="http://schemas.openxmlformats.org/drawingml/2006/main">
              <a:ext uri="{FF2B5EF4-FFF2-40B4-BE49-F238E27FC236}">
                <a16:creationId xmlns:a16="http://schemas.microsoft.com/office/drawing/2014/main" id="{2BABFF29-D48E-4D8E-BECF-097DB2DD8B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32164979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6" name="!!area-name">
            <a:extLst xmlns:a="http://schemas.openxmlformats.org/drawingml/2006/main">
              <a:ext uri="{FF2B5EF4-FFF2-40B4-BE49-F238E27FC236}">
                <a16:creationId xmlns:a16="http://schemas.microsoft.com/office/drawing/2014/main" id="{13C79757-7ED0-41CC-9168-95A8A91641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4" name="mini-map"/>
          <p:cNvPicPr>
            <a:picLocks xmlns:a="http://schemas.openxmlformats.org/drawingml/2006/main" noChangeAspect="1"/>
          </p:cNvPicPr>
          <p:nvPr/>
        </p:nvPicPr>
        <p:blipFill>
          <a:blip xmlns:r="http://schemas.openxmlformats.org/officeDocument/2006/relationships" xmlns:a="http://schemas.openxmlformats.org/drawingml/2006/main" r:embed="Re3cbb3ec119e41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8" name="slide-title">
            <a:extLst xmlns:a="http://schemas.openxmlformats.org/drawingml/2006/main">
              <a:ext uri="{FF2B5EF4-FFF2-40B4-BE49-F238E27FC236}">
                <a16:creationId xmlns:a16="http://schemas.microsoft.com/office/drawing/2014/main" id="{E4E2AE24-F6A9-4A7D-8C56-BAE6C17E6D5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9" name="header-divider">
            <a:extLst xmlns:a="http://schemas.openxmlformats.org/drawingml/2006/main">
              <a:ext uri="{FF2B5EF4-FFF2-40B4-BE49-F238E27FC236}">
                <a16:creationId xmlns:a16="http://schemas.microsoft.com/office/drawing/2014/main" id="{107B4901-FD9D-47DC-9FFF-DC3B5A2215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46-shape-1">
            <a:extLst xmlns:a="http://schemas.openxmlformats.org/drawingml/2006/main">
              <a:ext uri="{FF2B5EF4-FFF2-40B4-BE49-F238E27FC236}">
                <a16:creationId xmlns:a16="http://schemas.microsoft.com/office/drawing/2014/main" id="{C2D79D13-BA5D-4D94-8B10-D138934CE068}"/>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1" name="46-text-2">
            <a:extLst xmlns:a="http://schemas.openxmlformats.org/drawingml/2006/main">
              <a:ext uri="{FF2B5EF4-FFF2-40B4-BE49-F238E27FC236}">
                <a16:creationId xmlns:a16="http://schemas.microsoft.com/office/drawing/2014/main" id="{7518FEEC-7B61-420F-AC74-48A71ABB497C}"/>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2" name="46-text-3">
            <a:extLst xmlns:a="http://schemas.openxmlformats.org/drawingml/2006/main">
              <a:ext uri="{FF2B5EF4-FFF2-40B4-BE49-F238E27FC236}">
                <a16:creationId xmlns:a16="http://schemas.microsoft.com/office/drawing/2014/main" id="{354F84CF-A08A-4124-95F2-540010BA6586}"/>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3" name="46-shape-4">
            <a:extLst xmlns:a="http://schemas.openxmlformats.org/drawingml/2006/main">
              <a:ext uri="{FF2B5EF4-FFF2-40B4-BE49-F238E27FC236}">
                <a16:creationId xmlns:a16="http://schemas.microsoft.com/office/drawing/2014/main" id="{687CEB34-301F-4714-B9B5-C07BA463C4B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4" name="46-text-5">
            <a:extLst xmlns:a="http://schemas.openxmlformats.org/drawingml/2006/main">
              <a:ext uri="{FF2B5EF4-FFF2-40B4-BE49-F238E27FC236}">
                <a16:creationId xmlns:a16="http://schemas.microsoft.com/office/drawing/2014/main" id="{11935F70-9079-4D32-AD16-E062EB6617DA}"/>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5" name="46-text-6">
            <a:extLst xmlns:a="http://schemas.openxmlformats.org/drawingml/2006/main">
              <a:ext uri="{FF2B5EF4-FFF2-40B4-BE49-F238E27FC236}">
                <a16:creationId xmlns:a16="http://schemas.microsoft.com/office/drawing/2014/main" id="{7CB835DA-02C3-4C91-A08B-2226E7957F47}"/>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6" name="46-shape-7">
            <a:extLst xmlns:a="http://schemas.openxmlformats.org/drawingml/2006/main">
              <a:ext uri="{FF2B5EF4-FFF2-40B4-BE49-F238E27FC236}">
                <a16:creationId xmlns:a16="http://schemas.microsoft.com/office/drawing/2014/main" id="{B1CDAA18-09B7-4F79-AE9A-E0CBCF91063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7" name="46-text-8">
            <a:extLst xmlns:a="http://schemas.openxmlformats.org/drawingml/2006/main">
              <a:ext uri="{FF2B5EF4-FFF2-40B4-BE49-F238E27FC236}">
                <a16:creationId xmlns:a16="http://schemas.microsoft.com/office/drawing/2014/main" id="{25B568FD-2C31-4A98-A189-8C97183D91A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8" name="46-text-9">
            <a:extLst xmlns:a="http://schemas.openxmlformats.org/drawingml/2006/main">
              <a:ext uri="{FF2B5EF4-FFF2-40B4-BE49-F238E27FC236}">
                <a16:creationId xmlns:a16="http://schemas.microsoft.com/office/drawing/2014/main" id="{41AA3C0A-9B79-46E5-9A9D-049CD2BB1616}"/>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9" name="46-shape-10">
            <a:extLst xmlns:a="http://schemas.openxmlformats.org/drawingml/2006/main">
              <a:ext uri="{FF2B5EF4-FFF2-40B4-BE49-F238E27FC236}">
                <a16:creationId xmlns:a16="http://schemas.microsoft.com/office/drawing/2014/main" id="{551F5181-226D-4FA6-BF1F-A563F3AD5716}"/>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0" name="46-text-11">
            <a:extLst xmlns:a="http://schemas.openxmlformats.org/drawingml/2006/main">
              <a:ext uri="{FF2B5EF4-FFF2-40B4-BE49-F238E27FC236}">
                <a16:creationId xmlns:a16="http://schemas.microsoft.com/office/drawing/2014/main" id="{2334CE46-46B3-43E3-82E4-0899CADE11BA}"/>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1" name="46-text-12">
            <a:extLst xmlns:a="http://schemas.openxmlformats.org/drawingml/2006/main">
              <a:ext uri="{FF2B5EF4-FFF2-40B4-BE49-F238E27FC236}">
                <a16:creationId xmlns:a16="http://schemas.microsoft.com/office/drawing/2014/main" id="{769FB060-8884-40FA-A833-0EF6B4EBC55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2" name="narrative-number">
            <a:extLst xmlns:a="http://schemas.openxmlformats.org/drawingml/2006/main">
              <a:ext uri="{FF2B5EF4-FFF2-40B4-BE49-F238E27FC236}">
                <a16:creationId xmlns:a16="http://schemas.microsoft.com/office/drawing/2014/main" id="{0A210581-FE57-41A8-8EF4-E6587596A4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978914791"/>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3" name="47-text-1">
            <a:extLst xmlns:a="http://schemas.openxmlformats.org/drawingml/2006/main">
              <a:ext uri="{FF2B5EF4-FFF2-40B4-BE49-F238E27FC236}">
                <a16:creationId xmlns:a16="http://schemas.microsoft.com/office/drawing/2014/main" id="{356F49A8-C68F-4CE4-8D16-7D1A6BDC324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4" name="47-text-2">
            <a:extLst xmlns:a="http://schemas.openxmlformats.org/drawingml/2006/main">
              <a:ext uri="{FF2B5EF4-FFF2-40B4-BE49-F238E27FC236}">
                <a16:creationId xmlns:a16="http://schemas.microsoft.com/office/drawing/2014/main" id="{EFCFC994-DE6A-426E-8BFB-2610F7D6874E}"/>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5" name="47-text-3">
            <a:extLst xmlns:a="http://schemas.openxmlformats.org/drawingml/2006/main">
              <a:ext uri="{FF2B5EF4-FFF2-40B4-BE49-F238E27FC236}">
                <a16:creationId xmlns:a16="http://schemas.microsoft.com/office/drawing/2014/main" id="{6F5B3AED-9356-4D56-B95F-FEF1C6EA39C1}"/>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6" name="narrative-number">
            <a:extLst xmlns:a="http://schemas.openxmlformats.org/drawingml/2006/main">
              <a:ext uri="{FF2B5EF4-FFF2-40B4-BE49-F238E27FC236}">
                <a16:creationId xmlns:a16="http://schemas.microsoft.com/office/drawing/2014/main" id="{4FE3C8EA-65CB-4B50-BD29-8F0F60CB0C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93644061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7" name="slide-title">
            <a:extLst xmlns:a="http://schemas.openxmlformats.org/drawingml/2006/main">
              <a:ext uri="{FF2B5EF4-FFF2-40B4-BE49-F238E27FC236}">
                <a16:creationId xmlns:a16="http://schemas.microsoft.com/office/drawing/2014/main" id="{3973217D-A78C-46B9-9323-92D9E7AC60AB}"/>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8" name="header-divider">
            <a:extLst xmlns:a="http://schemas.openxmlformats.org/drawingml/2006/main">
              <a:ext uri="{FF2B5EF4-FFF2-40B4-BE49-F238E27FC236}">
                <a16:creationId xmlns:a16="http://schemas.microsoft.com/office/drawing/2014/main" id="{F4026BE1-90A7-48A5-B4CF-1F76DA9D315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9" name="48-text-1">
            <a:extLst xmlns:a="http://schemas.openxmlformats.org/drawingml/2006/main">
              <a:ext uri="{FF2B5EF4-FFF2-40B4-BE49-F238E27FC236}">
                <a16:creationId xmlns:a16="http://schemas.microsoft.com/office/drawing/2014/main" id="{D1BD6A19-9281-42EA-9B85-87D465202698}"/>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0" name="48-text-2">
            <a:extLst xmlns:a="http://schemas.openxmlformats.org/drawingml/2006/main">
              <a:ext uri="{FF2B5EF4-FFF2-40B4-BE49-F238E27FC236}">
                <a16:creationId xmlns:a16="http://schemas.microsoft.com/office/drawing/2014/main" id="{C88A71B1-3730-485A-BC7C-5540AB2DBC8C}"/>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1" name="48-text-3">
            <a:extLst xmlns:a="http://schemas.openxmlformats.org/drawingml/2006/main">
              <a:ext uri="{FF2B5EF4-FFF2-40B4-BE49-F238E27FC236}">
                <a16:creationId xmlns:a16="http://schemas.microsoft.com/office/drawing/2014/main" id="{FA823915-6F30-4E92-B230-540B6331BCE9}"/>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2" name="48-text-4">
            <a:extLst xmlns:a="http://schemas.openxmlformats.org/drawingml/2006/main">
              <a:ext uri="{FF2B5EF4-FFF2-40B4-BE49-F238E27FC236}">
                <a16:creationId xmlns:a16="http://schemas.microsoft.com/office/drawing/2014/main" id="{3DBBB38F-9D9C-47B8-ABBB-2BFCFFC0F87D}"/>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3" name="48-text-5">
            <a:extLst xmlns:a="http://schemas.openxmlformats.org/drawingml/2006/main">
              <a:ext uri="{FF2B5EF4-FFF2-40B4-BE49-F238E27FC236}">
                <a16:creationId xmlns:a16="http://schemas.microsoft.com/office/drawing/2014/main" id="{15708BC5-7FD0-4B23-80A8-53968E9AD8A1}"/>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4" name="48-text-6">
            <a:extLst xmlns:a="http://schemas.openxmlformats.org/drawingml/2006/main">
              <a:ext uri="{FF2B5EF4-FFF2-40B4-BE49-F238E27FC236}">
                <a16:creationId xmlns:a16="http://schemas.microsoft.com/office/drawing/2014/main" id="{43983256-F315-47CE-9FDD-48802EB71F0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5" name="48-text-7">
            <a:extLst xmlns:a="http://schemas.openxmlformats.org/drawingml/2006/main">
              <a:ext uri="{FF2B5EF4-FFF2-40B4-BE49-F238E27FC236}">
                <a16:creationId xmlns:a16="http://schemas.microsoft.com/office/drawing/2014/main" id="{A92CFED9-050F-4C19-BA8C-4B94E8623C8E}"/>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6" name="48-text-8">
            <a:extLst xmlns:a="http://schemas.openxmlformats.org/drawingml/2006/main">
              <a:ext uri="{FF2B5EF4-FFF2-40B4-BE49-F238E27FC236}">
                <a16:creationId xmlns:a16="http://schemas.microsoft.com/office/drawing/2014/main" id="{1E45517F-9E20-4938-B039-40F256595589}"/>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7" name="48-text-9">
            <a:extLst xmlns:a="http://schemas.openxmlformats.org/drawingml/2006/main">
              <a:ext uri="{FF2B5EF4-FFF2-40B4-BE49-F238E27FC236}">
                <a16:creationId xmlns:a16="http://schemas.microsoft.com/office/drawing/2014/main" id="{D64FBB7A-DC20-47CA-8E68-76FB75517139}"/>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8" name="48-text-10">
            <a:extLst xmlns:a="http://schemas.openxmlformats.org/drawingml/2006/main">
              <a:ext uri="{FF2B5EF4-FFF2-40B4-BE49-F238E27FC236}">
                <a16:creationId xmlns:a16="http://schemas.microsoft.com/office/drawing/2014/main" id="{0BED7A00-3563-4EDB-8FD2-D0A6DA2CF9BA}"/>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9" name="48-text-11">
            <a:extLst xmlns:a="http://schemas.openxmlformats.org/drawingml/2006/main">
              <a:ext uri="{FF2B5EF4-FFF2-40B4-BE49-F238E27FC236}">
                <a16:creationId xmlns:a16="http://schemas.microsoft.com/office/drawing/2014/main" id="{23DEBD22-0E9C-4107-9308-7315B2B0861A}"/>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0" name="48-text-12">
            <a:extLst xmlns:a="http://schemas.openxmlformats.org/drawingml/2006/main">
              <a:ext uri="{FF2B5EF4-FFF2-40B4-BE49-F238E27FC236}">
                <a16:creationId xmlns:a16="http://schemas.microsoft.com/office/drawing/2014/main" id="{B69A176B-B659-4ED6-BD20-B5E648693D6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1" name="narrative-number">
            <a:extLst xmlns:a="http://schemas.openxmlformats.org/drawingml/2006/main">
              <a:ext uri="{FF2B5EF4-FFF2-40B4-BE49-F238E27FC236}">
                <a16:creationId xmlns:a16="http://schemas.microsoft.com/office/drawing/2014/main" id="{F183AFB5-1342-4ABC-87DC-37EE612196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937856522"/>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2026-09-16T19:29:42.2020000Z</dcterms:created>
  <dcterms:modified xsi:type="dcterms:W3CDTF">2026-09-16T19:29:42.2020000Z</dcterms:modified>
</coreProperties>
</file>