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eccf25fe2948aa" /><Relationship Type="http://schemas.openxmlformats.org/officeDocument/2006/relationships/extended-properties" Target="/docProps/app.xml" Id="Rfa56d6f582fa46ca" /><Relationship Type="http://schemas.openxmlformats.org/officeDocument/2006/relationships/officeDocument" Target="/ppt/presentation.xml" Id="R854f77b1d459428f"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dbc1d649ad194db3"/>
    <p:sldMasterId xmlns:r="http://schemas.openxmlformats.org/officeDocument/2006/relationships" id="2147483650" r:id="R87c87d26b12b4488"/>
  </p:sldMasterIdLst>
  <p:notesMasterIdLst>
    <p:notesMasterId xmlns:r="http://schemas.openxmlformats.org/officeDocument/2006/relationships" r:id="R54b27ee6eab342ad"/>
  </p:notesMasterIdLst>
  <p:sldIdLst>
    <p:sldId xmlns:r="http://schemas.openxmlformats.org/officeDocument/2006/relationships" id="256" r:id="Reaa63703f4054736"/>
    <p:sldId xmlns:r="http://schemas.openxmlformats.org/officeDocument/2006/relationships" id="257" r:id="R577377d716214e41"/>
    <p:sldId xmlns:r="http://schemas.openxmlformats.org/officeDocument/2006/relationships" id="258" r:id="R765b6aad82af45e5"/>
    <p:sldId xmlns:r="http://schemas.openxmlformats.org/officeDocument/2006/relationships" id="259" r:id="Rb5d7af8e5eb24c00"/>
    <p:sldId xmlns:r="http://schemas.openxmlformats.org/officeDocument/2006/relationships" id="260" r:id="Rcd1a6b45e99b43b4"/>
    <p:sldId xmlns:r="http://schemas.openxmlformats.org/officeDocument/2006/relationships" id="261" r:id="R10f05e02d6ef4cc3"/>
    <p:sldId xmlns:r="http://schemas.openxmlformats.org/officeDocument/2006/relationships" id="262" r:id="R6b900f4e00a04f42"/>
    <p:sldId xmlns:r="http://schemas.openxmlformats.org/officeDocument/2006/relationships" id="263" r:id="R22e67ea9fdc2434a"/>
    <p:sldId xmlns:r="http://schemas.openxmlformats.org/officeDocument/2006/relationships" id="264" r:id="R22639293e0b845f5"/>
    <p:sldId xmlns:r="http://schemas.openxmlformats.org/officeDocument/2006/relationships" id="265" r:id="R2d8c720f47d84bea"/>
    <p:sldId xmlns:r="http://schemas.openxmlformats.org/officeDocument/2006/relationships" id="266" r:id="R7423dba5455e45f3"/>
    <p:sldId xmlns:r="http://schemas.openxmlformats.org/officeDocument/2006/relationships" id="267" r:id="R2ecea338d70345ee"/>
    <p:sldId xmlns:r="http://schemas.openxmlformats.org/officeDocument/2006/relationships" id="268" r:id="R1b3d7b4d18d94e14"/>
    <p:sldId xmlns:r="http://schemas.openxmlformats.org/officeDocument/2006/relationships" id="269" r:id="R9865564bf3db43b7"/>
    <p:sldId xmlns:r="http://schemas.openxmlformats.org/officeDocument/2006/relationships" id="270" r:id="R9f1c0adab9f14fc2"/>
    <p:sldId xmlns:r="http://schemas.openxmlformats.org/officeDocument/2006/relationships" id="271" r:id="Rba5898469e954b3e"/>
    <p:sldId xmlns:r="http://schemas.openxmlformats.org/officeDocument/2006/relationships" id="272" r:id="R11fe3fc70d2245c5"/>
    <p:sldId xmlns:r="http://schemas.openxmlformats.org/officeDocument/2006/relationships" id="273" r:id="Raefa266a35ec4033"/>
    <p:sldId xmlns:r="http://schemas.openxmlformats.org/officeDocument/2006/relationships" id="274" r:id="R543f7c838e2a4025"/>
    <p:sldId xmlns:r="http://schemas.openxmlformats.org/officeDocument/2006/relationships" id="275" r:id="R9dd0dd45120b43f9"/>
    <p:sldId xmlns:r="http://schemas.openxmlformats.org/officeDocument/2006/relationships" id="276" r:id="R11e2328864bf4897"/>
    <p:sldId xmlns:r="http://schemas.openxmlformats.org/officeDocument/2006/relationships" id="277" r:id="R8b7655aefb504235"/>
    <p:sldId xmlns:r="http://schemas.openxmlformats.org/officeDocument/2006/relationships" id="278" r:id="Ra8c288c46d354fb7"/>
    <p:sldId xmlns:r="http://schemas.openxmlformats.org/officeDocument/2006/relationships" id="279" r:id="R195e03b529c543ca"/>
    <p:sldId xmlns:r="http://schemas.openxmlformats.org/officeDocument/2006/relationships" id="280" r:id="R57b422499aee4e04"/>
    <p:sldId xmlns:r="http://schemas.openxmlformats.org/officeDocument/2006/relationships" id="281" r:id="R1a333412b10d4f1f"/>
    <p:sldId xmlns:r="http://schemas.openxmlformats.org/officeDocument/2006/relationships" id="282" r:id="R552e227b017f4b6e"/>
    <p:sldId xmlns:r="http://schemas.openxmlformats.org/officeDocument/2006/relationships" id="283" r:id="Rac5baff0ea614aec"/>
    <p:sldId xmlns:r="http://schemas.openxmlformats.org/officeDocument/2006/relationships" id="284" r:id="R4629588879634534"/>
    <p:sldId xmlns:r="http://schemas.openxmlformats.org/officeDocument/2006/relationships" id="285" r:id="R75dd2a9f0ad94777"/>
    <p:sldId xmlns:r="http://schemas.openxmlformats.org/officeDocument/2006/relationships" id="286" r:id="R1066208eb302411f"/>
    <p:sldId xmlns:r="http://schemas.openxmlformats.org/officeDocument/2006/relationships" id="287" r:id="R73b586d7249d413a"/>
    <p:sldId xmlns:r="http://schemas.openxmlformats.org/officeDocument/2006/relationships" id="288" r:id="R256c3533061d420f"/>
    <p:sldId xmlns:r="http://schemas.openxmlformats.org/officeDocument/2006/relationships" id="289" r:id="R3950309ed5a04595"/>
    <p:sldId xmlns:r="http://schemas.openxmlformats.org/officeDocument/2006/relationships" id="290" r:id="R5b8889b5d4b14c5c"/>
    <p:sldId xmlns:r="http://schemas.openxmlformats.org/officeDocument/2006/relationships" id="291" r:id="Rac6c0891d5184d91"/>
    <p:sldId xmlns:r="http://schemas.openxmlformats.org/officeDocument/2006/relationships" id="292" r:id="Rd6be7e4e52354cda"/>
    <p:sldId xmlns:r="http://schemas.openxmlformats.org/officeDocument/2006/relationships" id="293" r:id="Rff147efe7c614976"/>
    <p:sldId xmlns:r="http://schemas.openxmlformats.org/officeDocument/2006/relationships" id="294" r:id="R30c6070d071948d0"/>
    <p:sldId xmlns:r="http://schemas.openxmlformats.org/officeDocument/2006/relationships" id="295" r:id="R9704286fea174404"/>
    <p:sldId xmlns:r="http://schemas.openxmlformats.org/officeDocument/2006/relationships" id="296" r:id="R6238e1ca3f984232"/>
    <p:sldId xmlns:r="http://schemas.openxmlformats.org/officeDocument/2006/relationships" id="297" r:id="Rdb12067c796d45d9"/>
    <p:sldId xmlns:r="http://schemas.openxmlformats.org/officeDocument/2006/relationships" id="298" r:id="R1d75778e88e2438b"/>
    <p:sldId xmlns:r="http://schemas.openxmlformats.org/officeDocument/2006/relationships" id="299" r:id="R4dbe5ea9b3a64139"/>
    <p:sldId xmlns:r="http://schemas.openxmlformats.org/officeDocument/2006/relationships" id="300" r:id="R8dfa9f80095d4901"/>
    <p:sldId xmlns:r="http://schemas.openxmlformats.org/officeDocument/2006/relationships" id="301" r:id="R257c238c9d4544ba"/>
    <p:sldId xmlns:r="http://schemas.openxmlformats.org/officeDocument/2006/relationships" id="302" r:id="R32aeb474f95f4225"/>
    <p:sldId xmlns:r="http://schemas.openxmlformats.org/officeDocument/2006/relationships" id="303" r:id="Rd7c8f0c453bd4b1e"/>
    <p:sldId xmlns:r="http://schemas.openxmlformats.org/officeDocument/2006/relationships" id="304" r:id="R83aeb93237d7499b"/>
    <p:sldId xmlns:r="http://schemas.openxmlformats.org/officeDocument/2006/relationships" id="305" r:id="R9007073a0d304092"/>
    <p:sldId xmlns:r="http://schemas.openxmlformats.org/officeDocument/2006/relationships" id="306" r:id="R66e000b131b34e07"/>
    <p:sldId xmlns:r="http://schemas.openxmlformats.org/officeDocument/2006/relationships" id="307" r:id="R8bdbf1a507ca43ca"/>
    <p:sldId xmlns:r="http://schemas.openxmlformats.org/officeDocument/2006/relationships" id="308" r:id="R34d13b33153f49b5"/>
    <p:sldId xmlns:r="http://schemas.openxmlformats.org/officeDocument/2006/relationships" id="309" r:id="Rbe180c6c4e454acb"/>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1f614a5c6f489d" /><Relationship Type="http://schemas.openxmlformats.org/officeDocument/2006/relationships/slideMaster" Target="/ppt/slideMasters/slideMaster1.xml" Id="Rdbc1d649ad194db3" /><Relationship Type="http://schemas.openxmlformats.org/officeDocument/2006/relationships/slideMaster" Target="/ppt/slideMasters/slideMaster2.xml" Id="R87c87d26b12b4488" /><Relationship Type="http://schemas.openxmlformats.org/officeDocument/2006/relationships/notesMaster" Target="/ppt/notesMasters/notesMaster1.xml" Id="R54b27ee6eab342ad" /><Relationship Type="http://schemas.openxmlformats.org/officeDocument/2006/relationships/presProps" Target="/ppt/presProps.xml" Id="R636ff198a8c941cf" /><Relationship Type="http://schemas.openxmlformats.org/officeDocument/2006/relationships/tableStyles" Target="/ppt/tableStyles.xml" Id="R5a7005dcf95049fa" /><Relationship Type="http://schemas.openxmlformats.org/officeDocument/2006/relationships/slide" Target="/ppt/slides/slide1.xml" Id="Reaa63703f4054736" /><Relationship Type="http://schemas.openxmlformats.org/officeDocument/2006/relationships/slide" Target="/ppt/slides/slide2.xml" Id="R577377d716214e41" /><Relationship Type="http://schemas.openxmlformats.org/officeDocument/2006/relationships/slide" Target="/ppt/slides/slide3.xml" Id="R765b6aad82af45e5" /><Relationship Type="http://schemas.openxmlformats.org/officeDocument/2006/relationships/slide" Target="/ppt/slides/slide4.xml" Id="Rb5d7af8e5eb24c00" /><Relationship Type="http://schemas.openxmlformats.org/officeDocument/2006/relationships/slide" Target="/ppt/slides/slide5.xml" Id="Rcd1a6b45e99b43b4" /><Relationship Type="http://schemas.openxmlformats.org/officeDocument/2006/relationships/slide" Target="/ppt/slides/slide6.xml" Id="R10f05e02d6ef4cc3" /><Relationship Type="http://schemas.openxmlformats.org/officeDocument/2006/relationships/slide" Target="/ppt/slides/slide7.xml" Id="R6b900f4e00a04f42" /><Relationship Type="http://schemas.openxmlformats.org/officeDocument/2006/relationships/slide" Target="/ppt/slides/slide8.xml" Id="R22e67ea9fdc2434a" /><Relationship Type="http://schemas.openxmlformats.org/officeDocument/2006/relationships/slide" Target="/ppt/slides/slide9.xml" Id="R22639293e0b845f5" /><Relationship Type="http://schemas.openxmlformats.org/officeDocument/2006/relationships/slide" Target="/ppt/slides/slide10.xml" Id="R2d8c720f47d84bea" /><Relationship Type="http://schemas.openxmlformats.org/officeDocument/2006/relationships/slide" Target="/ppt/slides/slide11.xml" Id="R7423dba5455e45f3" /><Relationship Type="http://schemas.openxmlformats.org/officeDocument/2006/relationships/slide" Target="/ppt/slides/slide12.xml" Id="R2ecea338d70345ee" /><Relationship Type="http://schemas.openxmlformats.org/officeDocument/2006/relationships/slide" Target="/ppt/slides/slide13.xml" Id="R1b3d7b4d18d94e14" /><Relationship Type="http://schemas.openxmlformats.org/officeDocument/2006/relationships/slide" Target="/ppt/slides/slide14.xml" Id="R9865564bf3db43b7" /><Relationship Type="http://schemas.openxmlformats.org/officeDocument/2006/relationships/slide" Target="/ppt/slides/slide15.xml" Id="R9f1c0adab9f14fc2" /><Relationship Type="http://schemas.openxmlformats.org/officeDocument/2006/relationships/slide" Target="/ppt/slides/slide16.xml" Id="Rba5898469e954b3e" /><Relationship Type="http://schemas.openxmlformats.org/officeDocument/2006/relationships/slide" Target="/ppt/slides/slide17.xml" Id="R11fe3fc70d2245c5" /><Relationship Type="http://schemas.openxmlformats.org/officeDocument/2006/relationships/slide" Target="/ppt/slides/slide18.xml" Id="Raefa266a35ec4033" /><Relationship Type="http://schemas.openxmlformats.org/officeDocument/2006/relationships/slide" Target="/ppt/slides/slide19.xml" Id="R543f7c838e2a4025" /><Relationship Type="http://schemas.openxmlformats.org/officeDocument/2006/relationships/slide" Target="/ppt/slides/slide20.xml" Id="R9dd0dd45120b43f9" /><Relationship Type="http://schemas.openxmlformats.org/officeDocument/2006/relationships/slide" Target="/ppt/slides/slide21.xml" Id="R11e2328864bf4897" /><Relationship Type="http://schemas.openxmlformats.org/officeDocument/2006/relationships/slide" Target="/ppt/slides/slide22.xml" Id="R8b7655aefb504235" /><Relationship Type="http://schemas.openxmlformats.org/officeDocument/2006/relationships/slide" Target="/ppt/slides/slide23.xml" Id="Ra8c288c46d354fb7" /><Relationship Type="http://schemas.openxmlformats.org/officeDocument/2006/relationships/slide" Target="/ppt/slides/slide24.xml" Id="R195e03b529c543ca" /><Relationship Type="http://schemas.openxmlformats.org/officeDocument/2006/relationships/slide" Target="/ppt/slides/slide25.xml" Id="R57b422499aee4e04" /><Relationship Type="http://schemas.openxmlformats.org/officeDocument/2006/relationships/slide" Target="/ppt/slides/slide26.xml" Id="R1a333412b10d4f1f" /><Relationship Type="http://schemas.openxmlformats.org/officeDocument/2006/relationships/slide" Target="/ppt/slides/slide27.xml" Id="R552e227b017f4b6e" /><Relationship Type="http://schemas.openxmlformats.org/officeDocument/2006/relationships/slide" Target="/ppt/slides/slide28.xml" Id="Rac5baff0ea614aec" /><Relationship Type="http://schemas.openxmlformats.org/officeDocument/2006/relationships/slide" Target="/ppt/slides/slide29.xml" Id="R4629588879634534" /><Relationship Type="http://schemas.openxmlformats.org/officeDocument/2006/relationships/slide" Target="/ppt/slides/slide30.xml" Id="R75dd2a9f0ad94777" /><Relationship Type="http://schemas.openxmlformats.org/officeDocument/2006/relationships/slide" Target="/ppt/slides/slide31.xml" Id="R1066208eb302411f" /><Relationship Type="http://schemas.openxmlformats.org/officeDocument/2006/relationships/slide" Target="/ppt/slides/slide32.xml" Id="R73b586d7249d413a" /><Relationship Type="http://schemas.openxmlformats.org/officeDocument/2006/relationships/slide" Target="/ppt/slides/slide33.xml" Id="R256c3533061d420f" /><Relationship Type="http://schemas.openxmlformats.org/officeDocument/2006/relationships/slide" Target="/ppt/slides/slide34.xml" Id="R3950309ed5a04595" /><Relationship Type="http://schemas.openxmlformats.org/officeDocument/2006/relationships/slide" Target="/ppt/slides/slide35.xml" Id="R5b8889b5d4b14c5c" /><Relationship Type="http://schemas.openxmlformats.org/officeDocument/2006/relationships/slide" Target="/ppt/slides/slide36.xml" Id="Rac6c0891d5184d91" /><Relationship Type="http://schemas.openxmlformats.org/officeDocument/2006/relationships/slide" Target="/ppt/slides/slide37.xml" Id="Rd6be7e4e52354cda" /><Relationship Type="http://schemas.openxmlformats.org/officeDocument/2006/relationships/slide" Target="/ppt/slides/slide38.xml" Id="Rff147efe7c614976" /><Relationship Type="http://schemas.openxmlformats.org/officeDocument/2006/relationships/slide" Target="/ppt/slides/slide39.xml" Id="R30c6070d071948d0" /><Relationship Type="http://schemas.openxmlformats.org/officeDocument/2006/relationships/slide" Target="/ppt/slides/slide40.xml" Id="R9704286fea174404" /><Relationship Type="http://schemas.openxmlformats.org/officeDocument/2006/relationships/slide" Target="/ppt/slides/slide41.xml" Id="R6238e1ca3f984232" /><Relationship Type="http://schemas.openxmlformats.org/officeDocument/2006/relationships/slide" Target="/ppt/slides/slide42.xml" Id="Rdb12067c796d45d9" /><Relationship Type="http://schemas.openxmlformats.org/officeDocument/2006/relationships/slide" Target="/ppt/slides/slide43.xml" Id="R1d75778e88e2438b" /><Relationship Type="http://schemas.openxmlformats.org/officeDocument/2006/relationships/slide" Target="/ppt/slides/slide44.xml" Id="R4dbe5ea9b3a64139" /><Relationship Type="http://schemas.openxmlformats.org/officeDocument/2006/relationships/slide" Target="/ppt/slides/slide45.xml" Id="R8dfa9f80095d4901" /><Relationship Type="http://schemas.openxmlformats.org/officeDocument/2006/relationships/slide" Target="/ppt/slides/slide46.xml" Id="R257c238c9d4544ba" /><Relationship Type="http://schemas.openxmlformats.org/officeDocument/2006/relationships/slide" Target="/ppt/slides/slide47.xml" Id="R32aeb474f95f4225" /><Relationship Type="http://schemas.openxmlformats.org/officeDocument/2006/relationships/slide" Target="/ppt/slides/slide48.xml" Id="Rd7c8f0c453bd4b1e" /><Relationship Type="http://schemas.openxmlformats.org/officeDocument/2006/relationships/slide" Target="/ppt/slides/slide49.xml" Id="R83aeb93237d7499b" /><Relationship Type="http://schemas.openxmlformats.org/officeDocument/2006/relationships/slide" Target="/ppt/slides/slide50.xml" Id="R9007073a0d304092" /><Relationship Type="http://schemas.openxmlformats.org/officeDocument/2006/relationships/slide" Target="/ppt/slides/slide51.xml" Id="R66e000b131b34e07" /><Relationship Type="http://schemas.openxmlformats.org/officeDocument/2006/relationships/slide" Target="/ppt/slides/slide52.xml" Id="R8bdbf1a507ca43ca" /><Relationship Type="http://schemas.openxmlformats.org/officeDocument/2006/relationships/slide" Target="/ppt/slides/slide53.xml" Id="R34d13b33153f49b5" /><Relationship Type="http://schemas.openxmlformats.org/officeDocument/2006/relationships/slide" Target="/ppt/slides/slide54.xml" Id="Rbe180c6c4e454a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20e4e75dfec45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8767b5e1fe4359" /><Relationship Type="http://schemas.openxmlformats.org/officeDocument/2006/relationships/notesMaster" Target="/ppt/notesMasters/notesMaster1.xml" Id="Ra8e65bb07f6f4b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415a51e9b749e6" /><Relationship Type="http://schemas.openxmlformats.org/officeDocument/2006/relationships/notesMaster" Target="/ppt/notesMasters/notesMaster1.xml" Id="R435b348d278744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b156eaedd74e20" /><Relationship Type="http://schemas.openxmlformats.org/officeDocument/2006/relationships/notesMaster" Target="/ppt/notesMasters/notesMaster1.xml" Id="R9e20bbcb1d2b48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81c580aa0c4a7f" /><Relationship Type="http://schemas.openxmlformats.org/officeDocument/2006/relationships/notesMaster" Target="/ppt/notesMasters/notesMaster1.xml" Id="Rfbb0de8c52194f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eadc2efc294333" /><Relationship Type="http://schemas.openxmlformats.org/officeDocument/2006/relationships/notesMaster" Target="/ppt/notesMasters/notesMaster1.xml" Id="Rb178ba8845d54e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ac9581802046a2" /><Relationship Type="http://schemas.openxmlformats.org/officeDocument/2006/relationships/notesMaster" Target="/ppt/notesMasters/notesMaster1.xml" Id="Ra011852407d945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50ee7b8c6d4cea" /><Relationship Type="http://schemas.openxmlformats.org/officeDocument/2006/relationships/notesMaster" Target="/ppt/notesMasters/notesMaster1.xml" Id="R94db818afc7744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7edaff1f46487d" /><Relationship Type="http://schemas.openxmlformats.org/officeDocument/2006/relationships/notesMaster" Target="/ppt/notesMasters/notesMaster1.xml" Id="Re34660c1e71b44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53b35342e3464a" /><Relationship Type="http://schemas.openxmlformats.org/officeDocument/2006/relationships/notesMaster" Target="/ppt/notesMasters/notesMaster1.xml" Id="Rc139494716ca48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4975e122f443d1" /><Relationship Type="http://schemas.openxmlformats.org/officeDocument/2006/relationships/notesMaster" Target="/ppt/notesMasters/notesMaster1.xml" Id="Raccf60c534a943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ecd43e1f114e0b" /><Relationship Type="http://schemas.openxmlformats.org/officeDocument/2006/relationships/notesMaster" Target="/ppt/notesMasters/notesMaster1.xml" Id="Rce05b12b391647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79f864fd6240b1" /><Relationship Type="http://schemas.openxmlformats.org/officeDocument/2006/relationships/notesMaster" Target="/ppt/notesMasters/notesMaster1.xml" Id="R65bdd8da8ec742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318022d5184c54" /><Relationship Type="http://schemas.openxmlformats.org/officeDocument/2006/relationships/notesMaster" Target="/ppt/notesMasters/notesMaster1.xml" Id="R6d280c8bcd314b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89c3517bcb4b32" /><Relationship Type="http://schemas.openxmlformats.org/officeDocument/2006/relationships/notesMaster" Target="/ppt/notesMasters/notesMaster1.xml" Id="R80bd57118e964d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705558b88944c53" /><Relationship Type="http://schemas.openxmlformats.org/officeDocument/2006/relationships/notesMaster" Target="/ppt/notesMasters/notesMaster1.xml" Id="R26eb89c98c7b4b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84fd1b77d74711" /><Relationship Type="http://schemas.openxmlformats.org/officeDocument/2006/relationships/notesMaster" Target="/ppt/notesMasters/notesMaster1.xml" Id="Rf06ccd99b0e04b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bc2c3e7c4b43b3" /><Relationship Type="http://schemas.openxmlformats.org/officeDocument/2006/relationships/notesMaster" Target="/ppt/notesMasters/notesMaster1.xml" Id="R585d976a34b643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5e558f526e46ff" /><Relationship Type="http://schemas.openxmlformats.org/officeDocument/2006/relationships/notesMaster" Target="/ppt/notesMasters/notesMaster1.xml" Id="R01032c8dc86f442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39c65e73154081" /><Relationship Type="http://schemas.openxmlformats.org/officeDocument/2006/relationships/notesMaster" Target="/ppt/notesMasters/notesMaster1.xml" Id="R669a6551988446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febe517ccdc44a3" /><Relationship Type="http://schemas.openxmlformats.org/officeDocument/2006/relationships/notesMaster" Target="/ppt/notesMasters/notesMaster1.xml" Id="Ref4f6cfafce04a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a835b5ba47480d" /><Relationship Type="http://schemas.openxmlformats.org/officeDocument/2006/relationships/notesMaster" Target="/ppt/notesMasters/notesMaster1.xml" Id="R0eb2c947daba443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2b0d05292d4897" /><Relationship Type="http://schemas.openxmlformats.org/officeDocument/2006/relationships/notesMaster" Target="/ppt/notesMasters/notesMaster1.xml" Id="Rb215041d9c4c4a1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c58433334b942de" /><Relationship Type="http://schemas.openxmlformats.org/officeDocument/2006/relationships/notesMaster" Target="/ppt/notesMasters/notesMaster1.xml" Id="Rf3bf18136c28475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db8ccb42504a72" /><Relationship Type="http://schemas.openxmlformats.org/officeDocument/2006/relationships/notesMaster" Target="/ppt/notesMasters/notesMaster1.xml" Id="R292ee9add6c14a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bb55b986e3e43cb" /><Relationship Type="http://schemas.openxmlformats.org/officeDocument/2006/relationships/notesMaster" Target="/ppt/notesMasters/notesMaster1.xml" Id="R86d39b60703a4a5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9f53cff4fb4fa2" /><Relationship Type="http://schemas.openxmlformats.org/officeDocument/2006/relationships/notesMaster" Target="/ppt/notesMasters/notesMaster1.xml" Id="Rd762adda6a27493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e724350b0684016" /><Relationship Type="http://schemas.openxmlformats.org/officeDocument/2006/relationships/notesMaster" Target="/ppt/notesMasters/notesMaster1.xml" Id="R5f682207ad904e3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45426f0fb204aac" /><Relationship Type="http://schemas.openxmlformats.org/officeDocument/2006/relationships/notesMaster" Target="/ppt/notesMasters/notesMaster1.xml" Id="R95198aa9168540b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1087e4183c24c14" /><Relationship Type="http://schemas.openxmlformats.org/officeDocument/2006/relationships/notesMaster" Target="/ppt/notesMasters/notesMaster1.xml" Id="R668322eb5103483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444452a79844934" /><Relationship Type="http://schemas.openxmlformats.org/officeDocument/2006/relationships/notesMaster" Target="/ppt/notesMasters/notesMaster1.xml" Id="Rd36c76d700f346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10ff21db9574999" /><Relationship Type="http://schemas.openxmlformats.org/officeDocument/2006/relationships/notesMaster" Target="/ppt/notesMasters/notesMaster1.xml" Id="R9aa36e0878b0490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81f4a6db3a94db8" /><Relationship Type="http://schemas.openxmlformats.org/officeDocument/2006/relationships/notesMaster" Target="/ppt/notesMasters/notesMaster1.xml" Id="R4279e3d752834e6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1aa345e12234aca" /><Relationship Type="http://schemas.openxmlformats.org/officeDocument/2006/relationships/notesMaster" Target="/ppt/notesMasters/notesMaster1.xml" Id="Rd4ad216ea7b545a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54dc20593954db3" /><Relationship Type="http://schemas.openxmlformats.org/officeDocument/2006/relationships/notesMaster" Target="/ppt/notesMasters/notesMaster1.xml" Id="R8112ba555c22460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8a8f410a26d4b9c" /><Relationship Type="http://schemas.openxmlformats.org/officeDocument/2006/relationships/notesMaster" Target="/ppt/notesMasters/notesMaster1.xml" Id="Rfa42308774f9417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49d46a79c324172" /><Relationship Type="http://schemas.openxmlformats.org/officeDocument/2006/relationships/notesMaster" Target="/ppt/notesMasters/notesMaster1.xml" Id="R331acfa449fb492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5bb36d010e94a78" /><Relationship Type="http://schemas.openxmlformats.org/officeDocument/2006/relationships/notesMaster" Target="/ppt/notesMasters/notesMaster1.xml" Id="R795f9d2b1b4440c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3c9c790f5ad440c" /><Relationship Type="http://schemas.openxmlformats.org/officeDocument/2006/relationships/notesMaster" Target="/ppt/notesMasters/notesMaster1.xml" Id="R9b89afceb110424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d25498567c049d9" /><Relationship Type="http://schemas.openxmlformats.org/officeDocument/2006/relationships/notesMaster" Target="/ppt/notesMasters/notesMaster1.xml" Id="Re4854b7e0ccf420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12c08a5708b466e" /><Relationship Type="http://schemas.openxmlformats.org/officeDocument/2006/relationships/notesMaster" Target="/ppt/notesMasters/notesMaster1.xml" Id="R8d537ce5625048e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2da6c287e2b4167" /><Relationship Type="http://schemas.openxmlformats.org/officeDocument/2006/relationships/notesMaster" Target="/ppt/notesMasters/notesMaster1.xml" Id="Re8066456c784479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49618c8fcf045c8" /><Relationship Type="http://schemas.openxmlformats.org/officeDocument/2006/relationships/notesMaster" Target="/ppt/notesMasters/notesMaster1.xml" Id="R788b1f381042468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a873299e0cc4c2b" /><Relationship Type="http://schemas.openxmlformats.org/officeDocument/2006/relationships/notesMaster" Target="/ppt/notesMasters/notesMaster1.xml" Id="Rc99e6d2bb9ee4ee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d5a590e644b49d2" /><Relationship Type="http://schemas.openxmlformats.org/officeDocument/2006/relationships/notesMaster" Target="/ppt/notesMasters/notesMaster1.xml" Id="Rbc9c34a5aa8b47e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cc401f101bd4800" /><Relationship Type="http://schemas.openxmlformats.org/officeDocument/2006/relationships/notesMaster" Target="/ppt/notesMasters/notesMaster1.xml" Id="Rdef73e3bd33e489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33280f19a24406f" /><Relationship Type="http://schemas.openxmlformats.org/officeDocument/2006/relationships/notesMaster" Target="/ppt/notesMasters/notesMaster1.xml" Id="R2ec0843137324c2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bfd1231870146ab" /><Relationship Type="http://schemas.openxmlformats.org/officeDocument/2006/relationships/notesMaster" Target="/ppt/notesMasters/notesMaster1.xml" Id="R4f444b4febe9417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a40c6cb825c4dc7" /><Relationship Type="http://schemas.openxmlformats.org/officeDocument/2006/relationships/notesMaster" Target="/ppt/notesMasters/notesMaster1.xml" Id="R58be11e601234f8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699f0dc4495407a" /><Relationship Type="http://schemas.openxmlformats.org/officeDocument/2006/relationships/notesMaster" Target="/ppt/notesMasters/notesMaster1.xml" Id="Rb91d6944b14046b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7e01a7ff077454f" /><Relationship Type="http://schemas.openxmlformats.org/officeDocument/2006/relationships/notesMaster" Target="/ppt/notesMasters/notesMaster1.xml" Id="R086b3c001dd5486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7efb71ec4764022" /><Relationship Type="http://schemas.openxmlformats.org/officeDocument/2006/relationships/notesMaster" Target="/ppt/notesMasters/notesMaster1.xml" Id="R11e1fc80655446c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47da63eac224985" /><Relationship Type="http://schemas.openxmlformats.org/officeDocument/2006/relationships/notesMaster" Target="/ppt/notesMasters/notesMaster1.xml" Id="Ra9069182417a4cc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d60b45c4f5e4fe9" /><Relationship Type="http://schemas.openxmlformats.org/officeDocument/2006/relationships/notesMaster" Target="/ppt/notesMasters/notesMaster1.xml" Id="R7660ed9973a1421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1bfc9587f124cad" /><Relationship Type="http://schemas.openxmlformats.org/officeDocument/2006/relationships/notesMaster" Target="/ppt/notesMasters/notesMaster1.xml" Id="R65314274a8d646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f6568665dd4e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8ff96eae51cc4b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20547b10d25f41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BF5C4AC2-E824-48C7-85CA-CCBCD7B5D831}"/>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4ba6fa2aff489e" /><Relationship Type="http://schemas.openxmlformats.org/officeDocument/2006/relationships/slideLayout" Target="/ppt/slideLayouts/slideLayout1.xml" Id="R4ed5181d6abc4ad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413c76cb7d74fcf" /><Relationship Type="http://schemas.openxmlformats.org/officeDocument/2006/relationships/slideLayout" Target="/ppt/slideLayouts/slideLayout2.xml" Id="R012922c669da4632" /><Relationship Type="http://schemas.openxmlformats.org/officeDocument/2006/relationships/slideLayout" Target="/ppt/slideLayouts/slideLayout3.xml" Id="R04d951a97da240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d5181d6abc4ad0"/>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012922c669da4632"/>
    <p:sldLayoutId xmlns:r="http://schemas.openxmlformats.org/officeDocument/2006/relationships" id="2147483652" r:id="R04d951a97da2402e"/>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2b73bdf260e048a1" /><Relationship Type="http://schemas.openxmlformats.org/officeDocument/2006/relationships/notesSlide" Target="/ppt/notesSlides/notesSlide1.xml" Id="R3f60193783d446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eeb264efb9f498e" /><Relationship Type="http://schemas.openxmlformats.org/officeDocument/2006/relationships/image" Target="/ppt/media/image.png" Id="R4d74d10cb2d3482b" /><Relationship Type="http://schemas.openxmlformats.org/officeDocument/2006/relationships/notesSlide" Target="/ppt/notesSlides/notesSlide2.xml" Id="R1a7cf72c08b045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6c42b31338e467f" /><Relationship Type="http://schemas.openxmlformats.org/officeDocument/2006/relationships/notesSlide" Target="/ppt/notesSlides/notesSlide3.xml" Id="Ra499a4e0a19749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a48bed37b0342ef" /><Relationship Type="http://schemas.openxmlformats.org/officeDocument/2006/relationships/notesSlide" Target="/ppt/notesSlides/notesSlide4.xml" Id="R7a8533bbd31144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73df1fb603d4dcc" /><Relationship Type="http://schemas.openxmlformats.org/officeDocument/2006/relationships/notesSlide" Target="/ppt/notesSlides/notesSlide5.xml" Id="R0b5b119f96b64d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27d7195ba574611" /><Relationship Type="http://schemas.openxmlformats.org/officeDocument/2006/relationships/notesSlide" Target="/ppt/notesSlides/notesSlide6.xml" Id="Rd39fdb32891840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78d0aaf4222425c" /><Relationship Type="http://schemas.openxmlformats.org/officeDocument/2006/relationships/notesSlide" Target="/ppt/notesSlides/notesSlide7.xml" Id="R3c406c302e7b4e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e161be061a647c7" /><Relationship Type="http://schemas.openxmlformats.org/officeDocument/2006/relationships/notesSlide" Target="/ppt/notesSlides/notesSlide8.xml" Id="Rf370b346886b42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defef4147094d7f" /><Relationship Type="http://schemas.openxmlformats.org/officeDocument/2006/relationships/notesSlide" Target="/ppt/notesSlides/notesSlide9.xml" Id="R993649f548d640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29f1072c14e4b42" /><Relationship Type="http://schemas.openxmlformats.org/officeDocument/2006/relationships/image" Target="/ppt/media/image2.png" Id="Rc1b458d913a541a9" /><Relationship Type="http://schemas.openxmlformats.org/officeDocument/2006/relationships/notesSlide" Target="/ppt/notesSlides/notesSlide10.xml" Id="Rb467d510c8b04a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0f15fe80b344e6f" /><Relationship Type="http://schemas.openxmlformats.org/officeDocument/2006/relationships/image" Target="/ppt/media/image3.png" Id="R941c60df65014a7a" /><Relationship Type="http://schemas.openxmlformats.org/officeDocument/2006/relationships/notesSlide" Target="/ppt/notesSlides/notesSlide11.xml" Id="Rf3a2d2ad31d443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cc2cae4a13ec403c" /><Relationship Type="http://schemas.openxmlformats.org/officeDocument/2006/relationships/image" Target="/ppt/media/image4.png" Id="R665e553aff0f4a59" /><Relationship Type="http://schemas.openxmlformats.org/officeDocument/2006/relationships/notesSlide" Target="/ppt/notesSlides/notesSlide12.xml" Id="R383b9c1a0c6f44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6817e237ed94ef8" /><Relationship Type="http://schemas.openxmlformats.org/officeDocument/2006/relationships/image" Target="/ppt/media/image5.png" Id="R87c462948ebf44ce" /><Relationship Type="http://schemas.openxmlformats.org/officeDocument/2006/relationships/notesSlide" Target="/ppt/notesSlides/notesSlide13.xml" Id="R2d67565cfb6449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d02de56cd164276" /><Relationship Type="http://schemas.openxmlformats.org/officeDocument/2006/relationships/image" Target="/ppt/media/image6.png" Id="R57822ac05cd14493" /><Relationship Type="http://schemas.openxmlformats.org/officeDocument/2006/relationships/notesSlide" Target="/ppt/notesSlides/notesSlide14.xml" Id="R2a5981476ea841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005d1aa57e0491e" /><Relationship Type="http://schemas.openxmlformats.org/officeDocument/2006/relationships/image" Target="/ppt/media/image7.png" Id="Re6ae913044e64316" /><Relationship Type="http://schemas.openxmlformats.org/officeDocument/2006/relationships/notesSlide" Target="/ppt/notesSlides/notesSlide15.xml" Id="R77581c83e6a24b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81818de5bcc44267" /><Relationship Type="http://schemas.openxmlformats.org/officeDocument/2006/relationships/image" Target="/ppt/media/image8.png" Id="R30d52bc25ac341f8" /><Relationship Type="http://schemas.openxmlformats.org/officeDocument/2006/relationships/notesSlide" Target="/ppt/notesSlides/notesSlide16.xml" Id="Rbc51c8e07a3b49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b4dd072a329481e" /><Relationship Type="http://schemas.openxmlformats.org/officeDocument/2006/relationships/image" Target="/ppt/media/image9.png" Id="R3c9af5007adb4aab" /><Relationship Type="http://schemas.openxmlformats.org/officeDocument/2006/relationships/image" Target="/ppt/media/image10.png" Id="Rd942d271afd7474c" /><Relationship Type="http://schemas.openxmlformats.org/officeDocument/2006/relationships/notesSlide" Target="/ppt/notesSlides/notesSlide17.xml" Id="R9f258a94bd17488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fc172741781f4bad" /><Relationship Type="http://schemas.openxmlformats.org/officeDocument/2006/relationships/image" Target="/ppt/media/image11.png" Id="Rcbbeb79841fa4447" /><Relationship Type="http://schemas.openxmlformats.org/officeDocument/2006/relationships/notesSlide" Target="/ppt/notesSlides/notesSlide18.xml" Id="R3128cbc0eeff4a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2100d850fd9c4e48" /><Relationship Type="http://schemas.openxmlformats.org/officeDocument/2006/relationships/image" Target="/ppt/media/image12.png" Id="Ra2f9684e264547d2" /><Relationship Type="http://schemas.openxmlformats.org/officeDocument/2006/relationships/notesSlide" Target="/ppt/notesSlides/notesSlide19.xml" Id="Red57d91d2a21412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ddfbcf3357b46a5" /><Relationship Type="http://schemas.openxmlformats.org/officeDocument/2006/relationships/image" Target="/ppt/media/image13.png" Id="R9de0fa9ac3ca4111" /><Relationship Type="http://schemas.openxmlformats.org/officeDocument/2006/relationships/notesSlide" Target="/ppt/notesSlides/notesSlide20.xml" Id="Ra75cb5b5729043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165b07277d2a4332" /><Relationship Type="http://schemas.openxmlformats.org/officeDocument/2006/relationships/image" Target="/ppt/media/image14.png" Id="R154dfe39439d492d" /><Relationship Type="http://schemas.openxmlformats.org/officeDocument/2006/relationships/notesSlide" Target="/ppt/notesSlides/notesSlide21.xml" Id="R784f63573e9a4f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01902c25bdd4ced" /><Relationship Type="http://schemas.openxmlformats.org/officeDocument/2006/relationships/image" Target="/ppt/media/image15.png" Id="R99a02bf9bb924423" /><Relationship Type="http://schemas.openxmlformats.org/officeDocument/2006/relationships/image" Target="/ppt/media/image16.png" Id="Rd9bee6691d484cc0" /><Relationship Type="http://schemas.openxmlformats.org/officeDocument/2006/relationships/notesSlide" Target="/ppt/notesSlides/notesSlide22.xml" Id="R524144224db047b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7b28ef1c3dd4855" /><Relationship Type="http://schemas.openxmlformats.org/officeDocument/2006/relationships/image" Target="/ppt/media/image17.png" Id="R4733751b01974a79" /><Relationship Type="http://schemas.openxmlformats.org/officeDocument/2006/relationships/notesSlide" Target="/ppt/notesSlides/notesSlide23.xml" Id="Ree8ba4b3af8e42f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702911858eb4478e" /><Relationship Type="http://schemas.openxmlformats.org/officeDocument/2006/relationships/image" Target="/ppt/media/image18.png" Id="Rea6866024c19422e" /><Relationship Type="http://schemas.openxmlformats.org/officeDocument/2006/relationships/notesSlide" Target="/ppt/notesSlides/notesSlide24.xml" Id="R40e73f4915cd40b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5080408163404b22" /><Relationship Type="http://schemas.openxmlformats.org/officeDocument/2006/relationships/image" Target="/ppt/media/image19.png" Id="R5258d3ffc16d43d1" /><Relationship Type="http://schemas.openxmlformats.org/officeDocument/2006/relationships/notesSlide" Target="/ppt/notesSlides/notesSlide25.xml" Id="R1911ee8314f2491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399868266f854d11" /><Relationship Type="http://schemas.openxmlformats.org/officeDocument/2006/relationships/image" Target="/ppt/media/image20.png" Id="R51921cca499644bf" /><Relationship Type="http://schemas.openxmlformats.org/officeDocument/2006/relationships/notesSlide" Target="/ppt/notesSlides/notesSlide26.xml" Id="Re8a3d92d041b4c3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546eb30745534a81" /><Relationship Type="http://schemas.openxmlformats.org/officeDocument/2006/relationships/image" Target="/ppt/media/image21.png" Id="Rf0627aca5c1f4205" /><Relationship Type="http://schemas.openxmlformats.org/officeDocument/2006/relationships/image" Target="/ppt/media/image22.png" Id="Rd7da8b0b0e124acc" /><Relationship Type="http://schemas.openxmlformats.org/officeDocument/2006/relationships/notesSlide" Target="/ppt/notesSlides/notesSlide27.xml" Id="Ra506a369de75451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1a1075fb91064b6c" /><Relationship Type="http://schemas.openxmlformats.org/officeDocument/2006/relationships/image" Target="/ppt/media/image23.png" Id="R99cf5fa672f946f6" /><Relationship Type="http://schemas.openxmlformats.org/officeDocument/2006/relationships/notesSlide" Target="/ppt/notesSlides/notesSlide28.xml" Id="R60c158649b3b4d5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1e8e82cd0ec34b28" /><Relationship Type="http://schemas.openxmlformats.org/officeDocument/2006/relationships/image" Target="/ppt/media/image24.png" Id="Rd2332f66d0b64732" /><Relationship Type="http://schemas.openxmlformats.org/officeDocument/2006/relationships/notesSlide" Target="/ppt/notesSlides/notesSlide29.xml" Id="R5cd61a6a7a91454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3cdc7d83a4724e43" /><Relationship Type="http://schemas.openxmlformats.org/officeDocument/2006/relationships/image" Target="/ppt/media/image25.png" Id="Rfc6e821fb28f48d2" /><Relationship Type="http://schemas.openxmlformats.org/officeDocument/2006/relationships/notesSlide" Target="/ppt/notesSlides/notesSlide30.xml" Id="Rb128aa736b104d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b76bdf036764b09" /><Relationship Type="http://schemas.openxmlformats.org/officeDocument/2006/relationships/image" Target="/ppt/media/image26.png" Id="Reeea38cd32a542e5" /><Relationship Type="http://schemas.openxmlformats.org/officeDocument/2006/relationships/notesSlide" Target="/ppt/notesSlides/notesSlide31.xml" Id="Reb63388e751c468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22a33cafc7740a1" /><Relationship Type="http://schemas.openxmlformats.org/officeDocument/2006/relationships/image" Target="/ppt/media/image27.png" Id="R02966a875a1843fa" /><Relationship Type="http://schemas.openxmlformats.org/officeDocument/2006/relationships/image" Target="/ppt/media/image28.png" Id="Ra3f64c8a2f7847e9" /><Relationship Type="http://schemas.openxmlformats.org/officeDocument/2006/relationships/notesSlide" Target="/ppt/notesSlides/notesSlide32.xml" Id="R605e0e1bd4564b8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31e21886c6a54d84" /><Relationship Type="http://schemas.openxmlformats.org/officeDocument/2006/relationships/image" Target="/ppt/media/image29.png" Id="Rdc2dec792e7b4edd" /><Relationship Type="http://schemas.openxmlformats.org/officeDocument/2006/relationships/notesSlide" Target="/ppt/notesSlides/notesSlide33.xml" Id="Rb7b2bba73a1c44b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ac640a960524d14" /><Relationship Type="http://schemas.openxmlformats.org/officeDocument/2006/relationships/image" Target="/ppt/media/image30.png" Id="R2557ab25b9c34263" /><Relationship Type="http://schemas.openxmlformats.org/officeDocument/2006/relationships/notesSlide" Target="/ppt/notesSlides/notesSlide34.xml" Id="Ra8e3b8f9078d48b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0d3aec3da4b04140" /><Relationship Type="http://schemas.openxmlformats.org/officeDocument/2006/relationships/image" Target="/ppt/media/image31.png" Id="Rea06ffc9f3bd43a7" /><Relationship Type="http://schemas.openxmlformats.org/officeDocument/2006/relationships/notesSlide" Target="/ppt/notesSlides/notesSlide35.xml" Id="R19777d65c9544d9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08e324ccc22f4e28" /><Relationship Type="http://schemas.openxmlformats.org/officeDocument/2006/relationships/image" Target="/ppt/media/image32.png" Id="Rff3dd31f2fe5433b" /><Relationship Type="http://schemas.openxmlformats.org/officeDocument/2006/relationships/notesSlide" Target="/ppt/notesSlides/notesSlide36.xml" Id="Rf4b1968725dc4e4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43bb210efa774916" /><Relationship Type="http://schemas.openxmlformats.org/officeDocument/2006/relationships/image" Target="/ppt/media/image33.png" Id="R09c595fb6b8b4303" /><Relationship Type="http://schemas.openxmlformats.org/officeDocument/2006/relationships/image" Target="/ppt/media/image34.png" Id="R10989bd489a04f13" /><Relationship Type="http://schemas.openxmlformats.org/officeDocument/2006/relationships/notesSlide" Target="/ppt/notesSlides/notesSlide37.xml" Id="R9973ef082f7a46d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1f2d9f2b1a2d4505" /><Relationship Type="http://schemas.openxmlformats.org/officeDocument/2006/relationships/image" Target="/ppt/media/image35.png" Id="R3e7afd7e6fab4374" /><Relationship Type="http://schemas.openxmlformats.org/officeDocument/2006/relationships/notesSlide" Target="/ppt/notesSlides/notesSlide38.xml" Id="R0ed021db5b0640c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85636c13afca4b30" /><Relationship Type="http://schemas.openxmlformats.org/officeDocument/2006/relationships/image" Target="/ppt/media/image36.png" Id="R2ac0ae35dfc7469c" /><Relationship Type="http://schemas.openxmlformats.org/officeDocument/2006/relationships/notesSlide" Target="/ppt/notesSlides/notesSlide39.xml" Id="R76053edc06b3430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9f144024c5e94740" /><Relationship Type="http://schemas.openxmlformats.org/officeDocument/2006/relationships/image" Target="/ppt/media/image37.png" Id="R6f08ed4bced64746" /><Relationship Type="http://schemas.openxmlformats.org/officeDocument/2006/relationships/notesSlide" Target="/ppt/notesSlides/notesSlide40.xml" Id="R3800a08d342e4ca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c28f3a66a58a4001" /><Relationship Type="http://schemas.openxmlformats.org/officeDocument/2006/relationships/image" Target="/ppt/media/image38.png" Id="Rff6e63d9488d43e8" /><Relationship Type="http://schemas.openxmlformats.org/officeDocument/2006/relationships/notesSlide" Target="/ppt/notesSlides/notesSlide41.xml" Id="R56d0762e7b014ef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89839fa2770741e8" /><Relationship Type="http://schemas.openxmlformats.org/officeDocument/2006/relationships/image" Target="/ppt/media/image39.png" Id="Rc62d04ed8de24afa" /><Relationship Type="http://schemas.openxmlformats.org/officeDocument/2006/relationships/image" Target="/ppt/media/image40.png" Id="Rdeb0c42dcb954c0a" /><Relationship Type="http://schemas.openxmlformats.org/officeDocument/2006/relationships/notesSlide" Target="/ppt/notesSlides/notesSlide42.xml" Id="R06b07ae5f8aa466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4831963d85a54c3d" /><Relationship Type="http://schemas.openxmlformats.org/officeDocument/2006/relationships/image" Target="/ppt/media/image41.png" Id="R562d4c4125624f8a" /><Relationship Type="http://schemas.openxmlformats.org/officeDocument/2006/relationships/notesSlide" Target="/ppt/notesSlides/notesSlide43.xml" Id="Rcefe7a128907433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2a391d2783284f75" /><Relationship Type="http://schemas.openxmlformats.org/officeDocument/2006/relationships/image" Target="/ppt/media/image42.png" Id="Ra841df65952c49a4" /><Relationship Type="http://schemas.openxmlformats.org/officeDocument/2006/relationships/notesSlide" Target="/ppt/notesSlides/notesSlide44.xml" Id="Rd1e4144472084ed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84fe61837628470a" /><Relationship Type="http://schemas.openxmlformats.org/officeDocument/2006/relationships/image" Target="/ppt/media/image43.png" Id="R9802172817554052" /><Relationship Type="http://schemas.openxmlformats.org/officeDocument/2006/relationships/notesSlide" Target="/ppt/notesSlides/notesSlide45.xml" Id="R7f3590d9b047464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66711a9fe08a42cd" /><Relationship Type="http://schemas.openxmlformats.org/officeDocument/2006/relationships/image" Target="/ppt/media/image44.png" Id="R149d6ab90ec344f1" /><Relationship Type="http://schemas.openxmlformats.org/officeDocument/2006/relationships/notesSlide" Target="/ppt/notesSlides/notesSlide46.xml" Id="R2a0def91d5dd46c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37ff1ef6f7a643ef" /><Relationship Type="http://schemas.openxmlformats.org/officeDocument/2006/relationships/image" Target="/ppt/media/image45.png" Id="Rd2ed116b3c274cbf" /><Relationship Type="http://schemas.openxmlformats.org/officeDocument/2006/relationships/notesSlide" Target="/ppt/notesSlides/notesSlide47.xml" Id="R97f3cb1bc99d426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f251d96890a041c7" /><Relationship Type="http://schemas.openxmlformats.org/officeDocument/2006/relationships/notesSlide" Target="/ppt/notesSlides/notesSlide48.xml" Id="R8863d1afe2ff46a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0bb47d55215c42bc" /><Relationship Type="http://schemas.openxmlformats.org/officeDocument/2006/relationships/image" Target="/ppt/media/image46.png" Id="R0295bd9f159c43a0" /><Relationship Type="http://schemas.openxmlformats.org/officeDocument/2006/relationships/notesSlide" Target="/ppt/notesSlides/notesSlide49.xml" Id="Rcd64a79105f24bf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499e56986af14ec3" /><Relationship Type="http://schemas.openxmlformats.org/officeDocument/2006/relationships/image" Target="/ppt/media/image47.png" Id="Rbf291126cd3048cf" /><Relationship Type="http://schemas.openxmlformats.org/officeDocument/2006/relationships/notesSlide" Target="/ppt/notesSlides/notesSlide50.xml" Id="Ra9cf4767942c40c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42f501fe14084ed1" /><Relationship Type="http://schemas.openxmlformats.org/officeDocument/2006/relationships/notesSlide" Target="/ppt/notesSlides/notesSlide51.xml" Id="R9e1093cb14b1408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3f42e086da324970" /><Relationship Type="http://schemas.openxmlformats.org/officeDocument/2006/relationships/image" Target="/ppt/media/image48.png" Id="R9cf54e5c75fe43a5" /><Relationship Type="http://schemas.openxmlformats.org/officeDocument/2006/relationships/notesSlide" Target="/ppt/notesSlides/notesSlide52.xml" Id="R8113b257947c41e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2f016dede3b94cdc" /><Relationship Type="http://schemas.openxmlformats.org/officeDocument/2006/relationships/notesSlide" Target="/ppt/notesSlides/notesSlide53.xml" Id="R531770489bed49d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4acdfd3a4f764e1e" /><Relationship Type="http://schemas.openxmlformats.org/officeDocument/2006/relationships/notesSlide" Target="/ppt/notesSlides/notesSlide54.xml" Id="R97f14567601445b6"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090E92BA-7872-4EF8-8E2D-36CE551F8C02}"/>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62C86300-CD1E-4E2C-B024-68274849A05E}"/>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557C5F4F-2B1C-4524-A15B-50BD2E8A3895}"/>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ACEC176B-CB67-43BA-B2E9-321C1ACF4B1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49514339"/>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4d74d10cb2d3482b"/>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7FF51997-2383-411E-A7CC-727336D185C2}"/>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B14FEB66-97DA-411D-A18E-8A4440442811}"/>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CB881B23-8DFB-4180-98D3-3D3DA6D97F87}"/>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E0E87907-0442-4400-AD9B-1400FE55D795}"/>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D27CB764-FA57-4632-A17D-F17A38D24C85}"/>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B6A7E264-7F16-4C4C-9577-33FE969E219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360872857"/>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636860A4-8EA9-4678-A304-6F93A5F2C806}"/>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CF7DD2A2-371D-44C1-96AC-CE553694D98B}"/>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A8CC237F-055E-47B6-8E1D-55784AFBF7B6}"/>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ABA99DFB-487B-41AF-990F-BE50F8522A45}"/>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2EEC4F5B-42DB-42AC-8DE7-84ADDF0E562B}"/>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A865483A-253A-47EE-A4A7-843BD6D116B1}"/>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BAC63D27-A2A9-435D-950F-60EA868003A2}"/>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ACDDCA88-B6CF-481E-B9B0-9BD02FA43264}"/>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5C4AA0E7-D2D7-4DA6-8BDC-4ACE76D39CE5}"/>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4C2298B4-9720-4545-B579-9FFF134558D3}"/>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787395D4-46E9-4E72-B232-2E69E582E763}"/>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FA627213-F50D-459A-93D7-8C89923A6EDA}"/>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6A7410A1-AC9A-4F21-A5AA-5A3BA5EB0535}"/>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5F2B4426-4F4D-42F9-8A8F-1F70EDA4508D}"/>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7B0A25F3-51EC-450A-94E5-56C1A46C6950}"/>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F4F8BFCE-3A30-435E-A981-188C55DBA218}"/>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BE1E1979-9CB8-4BC5-B97C-70C237FF3DF2}"/>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84EA7B1A-8BC2-4BE9-87EA-153AECE19EDC}"/>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17167B44-3F59-4A1D-89D1-271766F27357}"/>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B4CB51BD-D03F-47F1-8607-C336F1475892}"/>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42284F13-4112-4532-AE5D-243A45EBBF71}"/>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7D7948FD-89EA-40F2-A604-98D2F4FE9C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745100304"/>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1C8C2392-6219-4B60-BDDC-9C258ADA6CE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6498A6EF-F3CD-4E5C-96C3-1DEF0CED71F6}"/>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1CBCA26D-32CE-4BA9-BA76-EDD8E74CBD4E}"/>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DCDD9B4D-4670-4FB3-8D2B-690CBE570B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80558885"/>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B4B8D474-DAB9-49A6-AA55-FADC001F3E58}"/>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8E9AE904-BC6E-4B32-826F-2C37CA95A1AA}"/>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8DBC7BFD-D632-4E8D-989B-7CA7CC1F83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19943579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BE061A3F-E02E-460A-8487-C4B30DE73291}"/>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50C2D7A8-C477-4005-9588-6CE1AA4F221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D6975397-4A42-4DF2-8517-0900F4DE32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402322447"/>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FD859EEE-749D-45B8-B266-49347DE1CB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836071351"/>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FF9BD5B1-5868-48F4-9BED-D246F9022E46}"/>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6548FC4A-5B1E-4EBB-A686-C2DC4AF98E24}"/>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A4F200AC-EC2B-4150-90C3-55BC50346408}"/>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A56B3A47-9B8C-4E2B-8B07-CC6FC8D1EC98}"/>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21C660D0-7D1B-458B-A506-3F4F04FAB7CD}"/>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43BBFEFA-F2FC-4B4B-A944-A759D4F38FFB}"/>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A71F6916-2E25-49E3-9E14-565700096782}"/>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751F4E7F-AFBE-489F-B8B9-2C5F14E00750}"/>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975F8929-878C-4D98-9084-74D3A864E2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94609002"/>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6A01C8EA-DC78-4A18-9B2F-C950BF2857D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CB9A5726-259D-4060-98E3-FE09E699DBC6}"/>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068145BF-3B98-4A04-8C7E-A7B8A559195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45E7B909-1C2C-49EE-949D-E48DF05C9F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890699355"/>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c1b458d913a541a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CAD888A7-9E85-45EA-B5EC-98C586E879D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5079281"/>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941c60df65014a7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FB225EB6-BCEC-4836-9990-9407DAFB0C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339377979"/>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665e553aff0f4a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4719D821-0CBA-443A-A0BA-EE75F2E1479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77088197"/>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87c462948ebf44c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24E04205-D723-41DF-886A-65F56BF9EA4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012273664"/>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57822ac05cd1449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FA9F4A07-C3CE-4CF3-B4BD-E9F50BBA4A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5501998"/>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e6ae913044e6431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809E3028-EC75-4EB7-9C74-F67D3FE4EE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78921496"/>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381E9EB8-C30C-4FB3-8A18-8AC763EC485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2" name="mini-map"/>
          <p:cNvPicPr>
            <a:picLocks xmlns:a="http://schemas.openxmlformats.org/drawingml/2006/main" noChangeAspect="1"/>
          </p:cNvPicPr>
          <p:nvPr/>
        </p:nvPicPr>
        <p:blipFill>
          <a:blip xmlns:r="http://schemas.openxmlformats.org/officeDocument/2006/relationships" xmlns:a="http://schemas.openxmlformats.org/drawingml/2006/main" r:embed="R30d52bc25ac341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slide-title">
            <a:extLst xmlns:a="http://schemas.openxmlformats.org/drawingml/2006/main">
              <a:ext uri="{FF2B5EF4-FFF2-40B4-BE49-F238E27FC236}">
                <a16:creationId xmlns:a16="http://schemas.microsoft.com/office/drawing/2014/main" id="{8D57AA2E-BCB8-4279-8322-D0FEC20F0A4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4" name="header-divider">
            <a:extLst xmlns:a="http://schemas.openxmlformats.org/drawingml/2006/main">
              <a:ext uri="{FF2B5EF4-FFF2-40B4-BE49-F238E27FC236}">
                <a16:creationId xmlns:a16="http://schemas.microsoft.com/office/drawing/2014/main" id="{2A785C37-DEC2-4C64-81DE-2B1B89A2416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5" name="10-text-1">
            <a:extLst xmlns:a="http://schemas.openxmlformats.org/drawingml/2006/main">
              <a:ext uri="{FF2B5EF4-FFF2-40B4-BE49-F238E27FC236}">
                <a16:creationId xmlns:a16="http://schemas.microsoft.com/office/drawing/2014/main" id="{041A0522-1AF1-4CE9-B2D4-9969D9A95BE8}"/>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76" name="10-text-2">
            <a:extLst xmlns:a="http://schemas.openxmlformats.org/drawingml/2006/main">
              <a:ext uri="{FF2B5EF4-FFF2-40B4-BE49-F238E27FC236}">
                <a16:creationId xmlns:a16="http://schemas.microsoft.com/office/drawing/2014/main" id="{B6BB4B90-3922-4AB9-93B1-FF92E2E7500A}"/>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77" name="10-text-3">
            <a:extLst xmlns:a="http://schemas.openxmlformats.org/drawingml/2006/main">
              <a:ext uri="{FF2B5EF4-FFF2-40B4-BE49-F238E27FC236}">
                <a16:creationId xmlns:a16="http://schemas.microsoft.com/office/drawing/2014/main" id="{7EC6E49A-414E-4620-9F06-24DF4FBC77A7}"/>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78" name="10-text-4">
            <a:extLst xmlns:a="http://schemas.openxmlformats.org/drawingml/2006/main">
              <a:ext uri="{FF2B5EF4-FFF2-40B4-BE49-F238E27FC236}">
                <a16:creationId xmlns:a16="http://schemas.microsoft.com/office/drawing/2014/main" id="{57D3A528-B7C0-4A7E-AB5D-66A7FB36A098}"/>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79" name="10-text-5">
            <a:extLst xmlns:a="http://schemas.openxmlformats.org/drawingml/2006/main">
              <a:ext uri="{FF2B5EF4-FFF2-40B4-BE49-F238E27FC236}">
                <a16:creationId xmlns:a16="http://schemas.microsoft.com/office/drawing/2014/main" id="{91CB4906-E705-498B-ACF9-3679ED4B3326}"/>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0" name="10-text-6">
            <a:extLst xmlns:a="http://schemas.openxmlformats.org/drawingml/2006/main">
              <a:ext uri="{FF2B5EF4-FFF2-40B4-BE49-F238E27FC236}">
                <a16:creationId xmlns:a16="http://schemas.microsoft.com/office/drawing/2014/main" id="{C408CD6E-388F-4B1E-A131-E20F4BB4DDD9}"/>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1" name="10-text-7">
            <a:extLst xmlns:a="http://schemas.openxmlformats.org/drawingml/2006/main">
              <a:ext uri="{FF2B5EF4-FFF2-40B4-BE49-F238E27FC236}">
                <a16:creationId xmlns:a16="http://schemas.microsoft.com/office/drawing/2014/main" id="{CBDF0918-9A6A-44AD-95F7-13C8B88376A4}"/>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2" name="10-text-8">
            <a:extLst xmlns:a="http://schemas.openxmlformats.org/drawingml/2006/main">
              <a:ext uri="{FF2B5EF4-FFF2-40B4-BE49-F238E27FC236}">
                <a16:creationId xmlns:a16="http://schemas.microsoft.com/office/drawing/2014/main" id="{937AE679-EB99-453E-AF53-5C5A54D24580}"/>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3" name="10-text-9">
            <a:extLst xmlns:a="http://schemas.openxmlformats.org/drawingml/2006/main">
              <a:ext uri="{FF2B5EF4-FFF2-40B4-BE49-F238E27FC236}">
                <a16:creationId xmlns:a16="http://schemas.microsoft.com/office/drawing/2014/main" id="{0C1B7E57-2A5E-4F30-8951-6CD98C3D9637}"/>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4" name="10-text-10">
            <a:extLst xmlns:a="http://schemas.openxmlformats.org/drawingml/2006/main">
              <a:ext uri="{FF2B5EF4-FFF2-40B4-BE49-F238E27FC236}">
                <a16:creationId xmlns:a16="http://schemas.microsoft.com/office/drawing/2014/main" id="{51022C49-5830-42C7-B79D-37B2CAE4CC39}"/>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85" name="10-text-11">
            <a:extLst xmlns:a="http://schemas.openxmlformats.org/drawingml/2006/main">
              <a:ext uri="{FF2B5EF4-FFF2-40B4-BE49-F238E27FC236}">
                <a16:creationId xmlns:a16="http://schemas.microsoft.com/office/drawing/2014/main" id="{1619C32D-030B-45DD-9698-CB96C3E7BC68}"/>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86" name="10-text-12">
            <a:extLst xmlns:a="http://schemas.openxmlformats.org/drawingml/2006/main">
              <a:ext uri="{FF2B5EF4-FFF2-40B4-BE49-F238E27FC236}">
                <a16:creationId xmlns:a16="http://schemas.microsoft.com/office/drawing/2014/main" id="{ABB0CFA1-73D9-42FE-9689-1A039C9C6742}"/>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87" name="10-text-13">
            <a:extLst xmlns:a="http://schemas.openxmlformats.org/drawingml/2006/main">
              <a:ext uri="{FF2B5EF4-FFF2-40B4-BE49-F238E27FC236}">
                <a16:creationId xmlns:a16="http://schemas.microsoft.com/office/drawing/2014/main" id="{1EA21281-F450-42FA-9696-DB01461E176A}"/>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88" name="10-text-14">
            <a:extLst xmlns:a="http://schemas.openxmlformats.org/drawingml/2006/main">
              <a:ext uri="{FF2B5EF4-FFF2-40B4-BE49-F238E27FC236}">
                <a16:creationId xmlns:a16="http://schemas.microsoft.com/office/drawing/2014/main" id="{7A1C8A33-5017-4120-9B57-3D14CAFDBEFB}"/>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89" name="10-text-15">
            <a:extLst xmlns:a="http://schemas.openxmlformats.org/drawingml/2006/main">
              <a:ext uri="{FF2B5EF4-FFF2-40B4-BE49-F238E27FC236}">
                <a16:creationId xmlns:a16="http://schemas.microsoft.com/office/drawing/2014/main" id="{9BD7B887-0662-42C7-9D3A-482DFFA05A64}"/>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0" name="narrative-number">
            <a:extLst xmlns:a="http://schemas.openxmlformats.org/drawingml/2006/main">
              <a:ext uri="{FF2B5EF4-FFF2-40B4-BE49-F238E27FC236}">
                <a16:creationId xmlns:a16="http://schemas.microsoft.com/office/drawing/2014/main" id="{121DA963-5865-402B-A761-C0992DD164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965103970"/>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1" name="!!area-name">
            <a:extLst xmlns:a="http://schemas.openxmlformats.org/drawingml/2006/main">
              <a:ext uri="{FF2B5EF4-FFF2-40B4-BE49-F238E27FC236}">
                <a16:creationId xmlns:a16="http://schemas.microsoft.com/office/drawing/2014/main" id="{C489A8BC-B356-4981-88A6-39A78F15B5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3c9af5007adb4a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3" name="header-divider">
            <a:extLst xmlns:a="http://schemas.openxmlformats.org/drawingml/2006/main">
              <a:ext uri="{FF2B5EF4-FFF2-40B4-BE49-F238E27FC236}">
                <a16:creationId xmlns:a16="http://schemas.microsoft.com/office/drawing/2014/main" id="{2957AFCE-1B15-4054-90B5-97F46C8F78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4" name="11-text-1">
            <a:extLst xmlns:a="http://schemas.openxmlformats.org/drawingml/2006/main">
              <a:ext uri="{FF2B5EF4-FFF2-40B4-BE49-F238E27FC236}">
                <a16:creationId xmlns:a16="http://schemas.microsoft.com/office/drawing/2014/main" id="{863E0C73-DD74-4899-8E3C-60E7B5EE599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95" name="11-text-2">
            <a:extLst xmlns:a="http://schemas.openxmlformats.org/drawingml/2006/main">
              <a:ext uri="{FF2B5EF4-FFF2-40B4-BE49-F238E27FC236}">
                <a16:creationId xmlns:a16="http://schemas.microsoft.com/office/drawing/2014/main" id="{E63817F8-0DD5-432E-AB48-AB825F9ECF32}"/>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96" name="11-text-3">
            <a:extLst xmlns:a="http://schemas.openxmlformats.org/drawingml/2006/main">
              <a:ext uri="{FF2B5EF4-FFF2-40B4-BE49-F238E27FC236}">
                <a16:creationId xmlns:a16="http://schemas.microsoft.com/office/drawing/2014/main" id="{355AD141-9748-43FA-A539-D775DD3309A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05" name="11-image-4"/>
          <p:cNvPicPr>
            <a:picLocks xmlns:a="http://schemas.openxmlformats.org/drawingml/2006/main" noChangeAspect="1"/>
          </p:cNvPicPr>
          <p:nvPr/>
        </p:nvPicPr>
        <p:blipFill>
          <a:blip xmlns:r="http://schemas.openxmlformats.org/officeDocument/2006/relationships" xmlns:a="http://schemas.openxmlformats.org/drawingml/2006/main" r:embed="Rd942d271afd7474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98" name="narrative-number">
            <a:extLst xmlns:a="http://schemas.openxmlformats.org/drawingml/2006/main">
              <a:ext uri="{FF2B5EF4-FFF2-40B4-BE49-F238E27FC236}">
                <a16:creationId xmlns:a16="http://schemas.microsoft.com/office/drawing/2014/main" id="{8B28E647-6086-4E29-930B-B21E6FF6E6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937365950"/>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C0121F5B-6808-4704-9727-BEDB3A6C2D2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0" name="mini-map"/>
          <p:cNvPicPr>
            <a:picLocks xmlns:a="http://schemas.openxmlformats.org/drawingml/2006/main" noChangeAspect="1"/>
          </p:cNvPicPr>
          <p:nvPr/>
        </p:nvPicPr>
        <p:blipFill>
          <a:blip xmlns:r="http://schemas.openxmlformats.org/officeDocument/2006/relationships" xmlns:a="http://schemas.openxmlformats.org/drawingml/2006/main" r:embed="Rcbbeb79841fa444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72FFED6D-4E00-41CB-A853-5A91C619ADE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2" name="header-divider">
            <a:extLst xmlns:a="http://schemas.openxmlformats.org/drawingml/2006/main">
              <a:ext uri="{FF2B5EF4-FFF2-40B4-BE49-F238E27FC236}">
                <a16:creationId xmlns:a16="http://schemas.microsoft.com/office/drawing/2014/main" id="{3CA97200-F940-450D-903B-5A38CE7881A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1F902361-6C1A-44E2-A2DF-16F546E3C735}"/>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4" name="12-text-2">
            <a:extLst xmlns:a="http://schemas.openxmlformats.org/drawingml/2006/main">
              <a:ext uri="{FF2B5EF4-FFF2-40B4-BE49-F238E27FC236}">
                <a16:creationId xmlns:a16="http://schemas.microsoft.com/office/drawing/2014/main" id="{3A230208-1A2B-405B-9A32-B23B06615D15}"/>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5" name="12-text-3">
            <a:extLst xmlns:a="http://schemas.openxmlformats.org/drawingml/2006/main">
              <a:ext uri="{FF2B5EF4-FFF2-40B4-BE49-F238E27FC236}">
                <a16:creationId xmlns:a16="http://schemas.microsoft.com/office/drawing/2014/main" id="{DE4B4C82-4BE7-48B9-A38A-00ECE0E8C350}"/>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6" name="12-text-4">
            <a:extLst xmlns:a="http://schemas.openxmlformats.org/drawingml/2006/main">
              <a:ext uri="{FF2B5EF4-FFF2-40B4-BE49-F238E27FC236}">
                <a16:creationId xmlns:a16="http://schemas.microsoft.com/office/drawing/2014/main" id="{2BD32C3A-7CF3-4E01-AD6D-4F61A6F5061B}"/>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7" name="12-text-5">
            <a:extLst xmlns:a="http://schemas.openxmlformats.org/drawingml/2006/main">
              <a:ext uri="{FF2B5EF4-FFF2-40B4-BE49-F238E27FC236}">
                <a16:creationId xmlns:a16="http://schemas.microsoft.com/office/drawing/2014/main" id="{96EDDD2A-E353-4D3B-A472-8D36FCFBDD8E}"/>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08" name="12-text-6">
            <a:extLst xmlns:a="http://schemas.openxmlformats.org/drawingml/2006/main">
              <a:ext uri="{FF2B5EF4-FFF2-40B4-BE49-F238E27FC236}">
                <a16:creationId xmlns:a16="http://schemas.microsoft.com/office/drawing/2014/main" id="{C57B2988-EFDF-409E-AC12-CAC7FDD1F3F9}"/>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09" name="12-line-8">
            <a:extLst xmlns:a="http://schemas.openxmlformats.org/drawingml/2006/main">
              <a:ext uri="{FF2B5EF4-FFF2-40B4-BE49-F238E27FC236}">
                <a16:creationId xmlns:a16="http://schemas.microsoft.com/office/drawing/2014/main" id="{9F48E921-5278-4C50-A875-C7D96E1746F5}"/>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0" name="12-line-10">
            <a:extLst xmlns:a="http://schemas.openxmlformats.org/drawingml/2006/main">
              <a:ext uri="{FF2B5EF4-FFF2-40B4-BE49-F238E27FC236}">
                <a16:creationId xmlns:a16="http://schemas.microsoft.com/office/drawing/2014/main" id="{EDD71F76-E808-4B1B-AB63-01F4D284402E}"/>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1" name="12-text-11">
            <a:extLst xmlns:a="http://schemas.openxmlformats.org/drawingml/2006/main">
              <a:ext uri="{FF2B5EF4-FFF2-40B4-BE49-F238E27FC236}">
                <a16:creationId xmlns:a16="http://schemas.microsoft.com/office/drawing/2014/main" id="{0FBEB2F8-13CE-4B38-8C4A-4E17BD335ED3}"/>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2" name="12-text-12">
            <a:extLst xmlns:a="http://schemas.openxmlformats.org/drawingml/2006/main">
              <a:ext uri="{FF2B5EF4-FFF2-40B4-BE49-F238E27FC236}">
                <a16:creationId xmlns:a16="http://schemas.microsoft.com/office/drawing/2014/main" id="{D7971CE7-75DB-481C-B7D4-DD6B689EEDD9}"/>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3" name="12-text-13">
            <a:extLst xmlns:a="http://schemas.openxmlformats.org/drawingml/2006/main">
              <a:ext uri="{FF2B5EF4-FFF2-40B4-BE49-F238E27FC236}">
                <a16:creationId xmlns:a16="http://schemas.microsoft.com/office/drawing/2014/main" id="{FBF70438-9C4E-4188-8B6E-CCFF38C94965}"/>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4" name="12-text-14">
            <a:extLst xmlns:a="http://schemas.openxmlformats.org/drawingml/2006/main">
              <a:ext uri="{FF2B5EF4-FFF2-40B4-BE49-F238E27FC236}">
                <a16:creationId xmlns:a16="http://schemas.microsoft.com/office/drawing/2014/main" id="{D6854B08-531F-4D0B-954F-C86EA0F7C78B}"/>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15" name="12-text-15">
            <a:extLst xmlns:a="http://schemas.openxmlformats.org/drawingml/2006/main">
              <a:ext uri="{FF2B5EF4-FFF2-40B4-BE49-F238E27FC236}">
                <a16:creationId xmlns:a16="http://schemas.microsoft.com/office/drawing/2014/main" id="{7C0D2198-B6F5-4FF6-8B49-0E9C0650D6D4}"/>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6" name="12-text-16">
            <a:extLst xmlns:a="http://schemas.openxmlformats.org/drawingml/2006/main">
              <a:ext uri="{FF2B5EF4-FFF2-40B4-BE49-F238E27FC236}">
                <a16:creationId xmlns:a16="http://schemas.microsoft.com/office/drawing/2014/main" id="{5C291006-74C9-437D-8821-5FDD090504FD}"/>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17" name="12-text-17">
            <a:extLst xmlns:a="http://schemas.openxmlformats.org/drawingml/2006/main">
              <a:ext uri="{FF2B5EF4-FFF2-40B4-BE49-F238E27FC236}">
                <a16:creationId xmlns:a16="http://schemas.microsoft.com/office/drawing/2014/main" id="{58425936-CD2C-4B76-BB7F-2A217422CD67}"/>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18" name="narrative-number">
            <a:extLst xmlns:a="http://schemas.openxmlformats.org/drawingml/2006/main">
              <a:ext uri="{FF2B5EF4-FFF2-40B4-BE49-F238E27FC236}">
                <a16:creationId xmlns:a16="http://schemas.microsoft.com/office/drawing/2014/main" id="{2BCF52C4-1A72-4309-8C54-D33B91F5BA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182902996"/>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9" name="!!area-name">
            <a:extLst xmlns:a="http://schemas.openxmlformats.org/drawingml/2006/main">
              <a:ext uri="{FF2B5EF4-FFF2-40B4-BE49-F238E27FC236}">
                <a16:creationId xmlns:a16="http://schemas.microsoft.com/office/drawing/2014/main" id="{BCE09ED3-7545-4333-8C7A-C02544D6202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1" name="mini-map"/>
          <p:cNvPicPr>
            <a:picLocks xmlns:a="http://schemas.openxmlformats.org/drawingml/2006/main" noChangeAspect="1"/>
          </p:cNvPicPr>
          <p:nvPr/>
        </p:nvPicPr>
        <p:blipFill>
          <a:blip xmlns:r="http://schemas.openxmlformats.org/officeDocument/2006/relationships" xmlns:a="http://schemas.openxmlformats.org/drawingml/2006/main" r:embed="Ra2f9684e264547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1" name="slide-title">
            <a:extLst xmlns:a="http://schemas.openxmlformats.org/drawingml/2006/main">
              <a:ext uri="{FF2B5EF4-FFF2-40B4-BE49-F238E27FC236}">
                <a16:creationId xmlns:a16="http://schemas.microsoft.com/office/drawing/2014/main" id="{FE5C611D-E5C0-4849-A63B-67CA4CFB13E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2" name="header-divider">
            <a:extLst xmlns:a="http://schemas.openxmlformats.org/drawingml/2006/main">
              <a:ext uri="{FF2B5EF4-FFF2-40B4-BE49-F238E27FC236}">
                <a16:creationId xmlns:a16="http://schemas.microsoft.com/office/drawing/2014/main" id="{91F6A82D-E65C-4E05-8BA1-B4FAC892FA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3" name="13-text-1">
            <a:extLst xmlns:a="http://schemas.openxmlformats.org/drawingml/2006/main">
              <a:ext uri="{FF2B5EF4-FFF2-40B4-BE49-F238E27FC236}">
                <a16:creationId xmlns:a16="http://schemas.microsoft.com/office/drawing/2014/main" id="{48C1E9F2-C42A-4EC6-B6CC-C42AE8CB6065}"/>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4" name="13-text-2">
            <a:extLst xmlns:a="http://schemas.openxmlformats.org/drawingml/2006/main">
              <a:ext uri="{FF2B5EF4-FFF2-40B4-BE49-F238E27FC236}">
                <a16:creationId xmlns:a16="http://schemas.microsoft.com/office/drawing/2014/main" id="{684B35FA-1F1D-4622-A16C-A199BE7C733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25" name="13-text-3">
            <a:extLst xmlns:a="http://schemas.openxmlformats.org/drawingml/2006/main">
              <a:ext uri="{FF2B5EF4-FFF2-40B4-BE49-F238E27FC236}">
                <a16:creationId xmlns:a16="http://schemas.microsoft.com/office/drawing/2014/main" id="{553D821F-0012-464C-8F2D-3493E9EEF1D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26" name="13-text-4">
            <a:extLst xmlns:a="http://schemas.openxmlformats.org/drawingml/2006/main">
              <a:ext uri="{FF2B5EF4-FFF2-40B4-BE49-F238E27FC236}">
                <a16:creationId xmlns:a16="http://schemas.microsoft.com/office/drawing/2014/main" id="{FF1931C1-5D34-4AE7-8AEC-AD2A06450717}"/>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27" name="13-text-5">
            <a:extLst xmlns:a="http://schemas.openxmlformats.org/drawingml/2006/main">
              <a:ext uri="{FF2B5EF4-FFF2-40B4-BE49-F238E27FC236}">
                <a16:creationId xmlns:a16="http://schemas.microsoft.com/office/drawing/2014/main" id="{DFC08CA2-D241-4E03-B18F-DADB7155FA7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28" name="13-text-6">
            <a:extLst xmlns:a="http://schemas.openxmlformats.org/drawingml/2006/main">
              <a:ext uri="{FF2B5EF4-FFF2-40B4-BE49-F238E27FC236}">
                <a16:creationId xmlns:a16="http://schemas.microsoft.com/office/drawing/2014/main" id="{18C158CD-A2F5-4CCD-A93A-32BBF43EE18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29" name="narrative-number">
            <a:extLst xmlns:a="http://schemas.openxmlformats.org/drawingml/2006/main">
              <a:ext uri="{FF2B5EF4-FFF2-40B4-BE49-F238E27FC236}">
                <a16:creationId xmlns:a16="http://schemas.microsoft.com/office/drawing/2014/main" id="{005FDBB6-1144-44FF-85EA-901F6DA7D74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527327683"/>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0" name="!!area-name">
            <a:extLst xmlns:a="http://schemas.openxmlformats.org/drawingml/2006/main">
              <a:ext uri="{FF2B5EF4-FFF2-40B4-BE49-F238E27FC236}">
                <a16:creationId xmlns:a16="http://schemas.microsoft.com/office/drawing/2014/main" id="{6CF902CE-69B5-4671-802A-C2FFD045253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4" name="mini-map"/>
          <p:cNvPicPr>
            <a:picLocks xmlns:a="http://schemas.openxmlformats.org/drawingml/2006/main" noChangeAspect="1"/>
          </p:cNvPicPr>
          <p:nvPr/>
        </p:nvPicPr>
        <p:blipFill>
          <a:blip xmlns:r="http://schemas.openxmlformats.org/officeDocument/2006/relationships" xmlns:a="http://schemas.openxmlformats.org/drawingml/2006/main" r:embed="R9de0fa9ac3ca411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2" name="slide-title">
            <a:extLst xmlns:a="http://schemas.openxmlformats.org/drawingml/2006/main">
              <a:ext uri="{FF2B5EF4-FFF2-40B4-BE49-F238E27FC236}">
                <a16:creationId xmlns:a16="http://schemas.microsoft.com/office/drawing/2014/main" id="{4201A088-3BE7-4BB1-B7A3-E00A511FF6A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3" name="header-divider">
            <a:extLst xmlns:a="http://schemas.openxmlformats.org/drawingml/2006/main">
              <a:ext uri="{FF2B5EF4-FFF2-40B4-BE49-F238E27FC236}">
                <a16:creationId xmlns:a16="http://schemas.microsoft.com/office/drawing/2014/main" id="{B46792FB-D05C-4F32-9DDC-7420E1965A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4" name="14-text-1">
            <a:extLst xmlns:a="http://schemas.openxmlformats.org/drawingml/2006/main">
              <a:ext uri="{FF2B5EF4-FFF2-40B4-BE49-F238E27FC236}">
                <a16:creationId xmlns:a16="http://schemas.microsoft.com/office/drawing/2014/main" id="{A03855D2-4802-4F25-92AC-1F94E6F38A8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35" name="14-text-2">
            <a:extLst xmlns:a="http://schemas.openxmlformats.org/drawingml/2006/main">
              <a:ext uri="{FF2B5EF4-FFF2-40B4-BE49-F238E27FC236}">
                <a16:creationId xmlns:a16="http://schemas.microsoft.com/office/drawing/2014/main" id="{887F05FD-BFBB-484D-8704-5A902BE603B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36" name="14-text-3">
            <a:extLst xmlns:a="http://schemas.openxmlformats.org/drawingml/2006/main">
              <a:ext uri="{FF2B5EF4-FFF2-40B4-BE49-F238E27FC236}">
                <a16:creationId xmlns:a16="http://schemas.microsoft.com/office/drawing/2014/main" id="{DD1B0B26-ECE3-428F-ABE2-0465C8F17F7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37" name="14-text-4">
            <a:extLst xmlns:a="http://schemas.openxmlformats.org/drawingml/2006/main">
              <a:ext uri="{FF2B5EF4-FFF2-40B4-BE49-F238E27FC236}">
                <a16:creationId xmlns:a16="http://schemas.microsoft.com/office/drawing/2014/main" id="{13A6E2D9-303A-419E-864D-3C6E0A0D6AC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38" name="14-text-5">
            <a:extLst xmlns:a="http://schemas.openxmlformats.org/drawingml/2006/main">
              <a:ext uri="{FF2B5EF4-FFF2-40B4-BE49-F238E27FC236}">
                <a16:creationId xmlns:a16="http://schemas.microsoft.com/office/drawing/2014/main" id="{334AD8E3-2740-4626-8333-DD744703E7C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39" name="14-text-6">
            <a:extLst xmlns:a="http://schemas.openxmlformats.org/drawingml/2006/main">
              <a:ext uri="{FF2B5EF4-FFF2-40B4-BE49-F238E27FC236}">
                <a16:creationId xmlns:a16="http://schemas.microsoft.com/office/drawing/2014/main" id="{EDE5AE71-6AD9-44A5-8207-8DE830BFEDC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0" name="14-text-7">
            <a:extLst xmlns:a="http://schemas.openxmlformats.org/drawingml/2006/main">
              <a:ext uri="{FF2B5EF4-FFF2-40B4-BE49-F238E27FC236}">
                <a16:creationId xmlns:a16="http://schemas.microsoft.com/office/drawing/2014/main" id="{CE17D85E-3236-4BD2-B430-3536960D997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1" name="14-text-8">
            <a:extLst xmlns:a="http://schemas.openxmlformats.org/drawingml/2006/main">
              <a:ext uri="{FF2B5EF4-FFF2-40B4-BE49-F238E27FC236}">
                <a16:creationId xmlns:a16="http://schemas.microsoft.com/office/drawing/2014/main" id="{39BBD1BF-5E49-415D-925F-732CCAF88AB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2" name="narrative-number">
            <a:extLst xmlns:a="http://schemas.openxmlformats.org/drawingml/2006/main">
              <a:ext uri="{FF2B5EF4-FFF2-40B4-BE49-F238E27FC236}">
                <a16:creationId xmlns:a16="http://schemas.microsoft.com/office/drawing/2014/main" id="{2B5FF233-53DB-4A09-8FE7-58CC42E304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16023305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3" name="!!area-name">
            <a:extLst xmlns:a="http://schemas.openxmlformats.org/drawingml/2006/main">
              <a:ext uri="{FF2B5EF4-FFF2-40B4-BE49-F238E27FC236}">
                <a16:creationId xmlns:a16="http://schemas.microsoft.com/office/drawing/2014/main" id="{DC383B68-ADC9-4906-A746-AC4B267DACA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57" name="mini-map"/>
          <p:cNvPicPr>
            <a:picLocks xmlns:a="http://schemas.openxmlformats.org/drawingml/2006/main" noChangeAspect="1"/>
          </p:cNvPicPr>
          <p:nvPr/>
        </p:nvPicPr>
        <p:blipFill>
          <a:blip xmlns:r="http://schemas.openxmlformats.org/officeDocument/2006/relationships" xmlns:a="http://schemas.openxmlformats.org/drawingml/2006/main" r:embed="R154dfe39439d492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5" name="slide-title">
            <a:extLst xmlns:a="http://schemas.openxmlformats.org/drawingml/2006/main">
              <a:ext uri="{FF2B5EF4-FFF2-40B4-BE49-F238E27FC236}">
                <a16:creationId xmlns:a16="http://schemas.microsoft.com/office/drawing/2014/main" id="{580CBA3C-2488-480A-BE1D-98473E2FE50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6" name="header-divider">
            <a:extLst xmlns:a="http://schemas.openxmlformats.org/drawingml/2006/main">
              <a:ext uri="{FF2B5EF4-FFF2-40B4-BE49-F238E27FC236}">
                <a16:creationId xmlns:a16="http://schemas.microsoft.com/office/drawing/2014/main" id="{A7FC2A88-A011-40E1-A0C1-461B5E32A4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7" name="15-text-1">
            <a:extLst xmlns:a="http://schemas.openxmlformats.org/drawingml/2006/main">
              <a:ext uri="{FF2B5EF4-FFF2-40B4-BE49-F238E27FC236}">
                <a16:creationId xmlns:a16="http://schemas.microsoft.com/office/drawing/2014/main" id="{B92CE271-4CB7-4396-B3E3-33387B3ED36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48" name="15-text-2">
            <a:extLst xmlns:a="http://schemas.openxmlformats.org/drawingml/2006/main">
              <a:ext uri="{FF2B5EF4-FFF2-40B4-BE49-F238E27FC236}">
                <a16:creationId xmlns:a16="http://schemas.microsoft.com/office/drawing/2014/main" id="{8DE392A0-6DA7-46F5-BE1E-E7F59CCC57BF}"/>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49" name="15-text-3">
            <a:extLst xmlns:a="http://schemas.openxmlformats.org/drawingml/2006/main">
              <a:ext uri="{FF2B5EF4-FFF2-40B4-BE49-F238E27FC236}">
                <a16:creationId xmlns:a16="http://schemas.microsoft.com/office/drawing/2014/main" id="{1126D252-4DB0-4169-95B4-760B680AFFC9}"/>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0" name="15-text-4">
            <a:extLst xmlns:a="http://schemas.openxmlformats.org/drawingml/2006/main">
              <a:ext uri="{FF2B5EF4-FFF2-40B4-BE49-F238E27FC236}">
                <a16:creationId xmlns:a16="http://schemas.microsoft.com/office/drawing/2014/main" id="{0770A450-831A-4458-82A0-11829A71F104}"/>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1" name="15-text-5">
            <a:extLst xmlns:a="http://schemas.openxmlformats.org/drawingml/2006/main">
              <a:ext uri="{FF2B5EF4-FFF2-40B4-BE49-F238E27FC236}">
                <a16:creationId xmlns:a16="http://schemas.microsoft.com/office/drawing/2014/main" id="{6CD974EE-2E8A-4D42-B8CF-6B70503E5B2D}"/>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2" name="15-text-6">
            <a:extLst xmlns:a="http://schemas.openxmlformats.org/drawingml/2006/main">
              <a:ext uri="{FF2B5EF4-FFF2-40B4-BE49-F238E27FC236}">
                <a16:creationId xmlns:a16="http://schemas.microsoft.com/office/drawing/2014/main" id="{B48BC12E-6491-4CA9-A9E8-D0194E88404A}"/>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3" name="15-text-7">
            <a:extLst xmlns:a="http://schemas.openxmlformats.org/drawingml/2006/main">
              <a:ext uri="{FF2B5EF4-FFF2-40B4-BE49-F238E27FC236}">
                <a16:creationId xmlns:a16="http://schemas.microsoft.com/office/drawing/2014/main" id="{F3D0C3FC-DE26-4B9A-B00C-F1C3DD438E28}"/>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67"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55" name="narrative-number">
            <a:extLst xmlns:a="http://schemas.openxmlformats.org/drawingml/2006/main">
              <a:ext uri="{FF2B5EF4-FFF2-40B4-BE49-F238E27FC236}">
                <a16:creationId xmlns:a16="http://schemas.microsoft.com/office/drawing/2014/main" id="{DF0C95EA-B740-41BB-80F4-6E1B492109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030580200"/>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6" name="!!area-name">
            <a:extLst xmlns:a="http://schemas.openxmlformats.org/drawingml/2006/main">
              <a:ext uri="{FF2B5EF4-FFF2-40B4-BE49-F238E27FC236}">
                <a16:creationId xmlns:a16="http://schemas.microsoft.com/office/drawing/2014/main" id="{8F7C87F5-2E95-4AFA-9781-2220B3F9E57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99a02bf9bb92442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8" name="header-divider">
            <a:extLst xmlns:a="http://schemas.openxmlformats.org/drawingml/2006/main">
              <a:ext uri="{FF2B5EF4-FFF2-40B4-BE49-F238E27FC236}">
                <a16:creationId xmlns:a16="http://schemas.microsoft.com/office/drawing/2014/main" id="{C48C691C-0999-4E7D-8A11-0C1469B3818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9" name="16-text-1">
            <a:extLst xmlns:a="http://schemas.openxmlformats.org/drawingml/2006/main">
              <a:ext uri="{FF2B5EF4-FFF2-40B4-BE49-F238E27FC236}">
                <a16:creationId xmlns:a16="http://schemas.microsoft.com/office/drawing/2014/main" id="{077630F1-F840-47D5-87D2-2B8A03E04BB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0" name="16-text-2">
            <a:extLst xmlns:a="http://schemas.openxmlformats.org/drawingml/2006/main">
              <a:ext uri="{FF2B5EF4-FFF2-40B4-BE49-F238E27FC236}">
                <a16:creationId xmlns:a16="http://schemas.microsoft.com/office/drawing/2014/main" id="{4E8C859B-03A3-44FC-B5BD-6684835CD62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1" name="16-text-3">
            <a:extLst xmlns:a="http://schemas.openxmlformats.org/drawingml/2006/main">
              <a:ext uri="{FF2B5EF4-FFF2-40B4-BE49-F238E27FC236}">
                <a16:creationId xmlns:a16="http://schemas.microsoft.com/office/drawing/2014/main" id="{8F002893-9C73-4ADF-B9C9-A4589529295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0" name="16-image-4"/>
          <p:cNvPicPr>
            <a:picLocks xmlns:a="http://schemas.openxmlformats.org/drawingml/2006/main" noChangeAspect="1"/>
          </p:cNvPicPr>
          <p:nvPr/>
        </p:nvPicPr>
        <p:blipFill>
          <a:blip xmlns:r="http://schemas.openxmlformats.org/officeDocument/2006/relationships" xmlns:a="http://schemas.openxmlformats.org/drawingml/2006/main" r:embed="Rd9bee6691d484cc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3" name="narrative-number">
            <a:extLst xmlns:a="http://schemas.openxmlformats.org/drawingml/2006/main">
              <a:ext uri="{FF2B5EF4-FFF2-40B4-BE49-F238E27FC236}">
                <a16:creationId xmlns:a16="http://schemas.microsoft.com/office/drawing/2014/main" id="{3D85FA2E-B886-4D53-BB48-3A98DFAC72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281676309"/>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F99C3A54-ED98-4B55-A550-6EF29CD816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79" name="mini-map"/>
          <p:cNvPicPr>
            <a:picLocks xmlns:a="http://schemas.openxmlformats.org/drawingml/2006/main" noChangeAspect="1"/>
          </p:cNvPicPr>
          <p:nvPr/>
        </p:nvPicPr>
        <p:blipFill>
          <a:blip xmlns:r="http://schemas.openxmlformats.org/officeDocument/2006/relationships" xmlns:a="http://schemas.openxmlformats.org/drawingml/2006/main" r:embed="R4733751b01974a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B543A910-E945-436F-B337-3F33F24CC30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67" name="header-divider">
            <a:extLst xmlns:a="http://schemas.openxmlformats.org/drawingml/2006/main">
              <a:ext uri="{FF2B5EF4-FFF2-40B4-BE49-F238E27FC236}">
                <a16:creationId xmlns:a16="http://schemas.microsoft.com/office/drawing/2014/main" id="{9B73FAEF-21F2-499A-910E-B81F5C4C0DC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7-text-1">
            <a:extLst xmlns:a="http://schemas.openxmlformats.org/drawingml/2006/main">
              <a:ext uri="{FF2B5EF4-FFF2-40B4-BE49-F238E27FC236}">
                <a16:creationId xmlns:a16="http://schemas.microsoft.com/office/drawing/2014/main" id="{D19FDBC4-2A1D-4D0F-ADD0-92E71F4A8DB1}"/>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69" name="17-text-2">
            <a:extLst xmlns:a="http://schemas.openxmlformats.org/drawingml/2006/main">
              <a:ext uri="{FF2B5EF4-FFF2-40B4-BE49-F238E27FC236}">
                <a16:creationId xmlns:a16="http://schemas.microsoft.com/office/drawing/2014/main" id="{26B9B686-ACB8-4D25-8573-467E92CF80CF}"/>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70" name="17-text-3">
            <a:extLst xmlns:a="http://schemas.openxmlformats.org/drawingml/2006/main">
              <a:ext uri="{FF2B5EF4-FFF2-40B4-BE49-F238E27FC236}">
                <a16:creationId xmlns:a16="http://schemas.microsoft.com/office/drawing/2014/main" id="{C6E9BD19-FABA-4C6B-83D2-87A1F43206F4}"/>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71" name="17-text-4">
            <a:extLst xmlns:a="http://schemas.openxmlformats.org/drawingml/2006/main">
              <a:ext uri="{FF2B5EF4-FFF2-40B4-BE49-F238E27FC236}">
                <a16:creationId xmlns:a16="http://schemas.microsoft.com/office/drawing/2014/main" id="{3DE9C7DA-4C23-4EFD-9A0C-E0C4B475B382}"/>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72" name="working-context-boundary">
            <a:extLst xmlns:a="http://schemas.openxmlformats.org/drawingml/2006/main">
              <a:ext uri="{FF2B5EF4-FFF2-40B4-BE49-F238E27FC236}">
                <a16:creationId xmlns:a16="http://schemas.microsoft.com/office/drawing/2014/main" id="{9D983C3D-158A-4B91-84E7-7DF3FC173FC1}"/>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3" name="17-text-5">
            <a:extLst xmlns:a="http://schemas.openxmlformats.org/drawingml/2006/main">
              <a:ext uri="{FF2B5EF4-FFF2-40B4-BE49-F238E27FC236}">
                <a16:creationId xmlns:a16="http://schemas.microsoft.com/office/drawing/2014/main" id="{692AFD7A-FB66-4962-B8A0-4DB5135585A4}"/>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74" name="17-text-6">
            <a:extLst xmlns:a="http://schemas.openxmlformats.org/drawingml/2006/main">
              <a:ext uri="{FF2B5EF4-FFF2-40B4-BE49-F238E27FC236}">
                <a16:creationId xmlns:a16="http://schemas.microsoft.com/office/drawing/2014/main" id="{4DAB0399-B229-494E-879D-3C5E46FA06E0}"/>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75" name="17-line-8">
            <a:extLst xmlns:a="http://schemas.openxmlformats.org/drawingml/2006/main">
              <a:ext uri="{FF2B5EF4-FFF2-40B4-BE49-F238E27FC236}">
                <a16:creationId xmlns:a16="http://schemas.microsoft.com/office/drawing/2014/main" id="{390DB16F-F26D-496C-B508-1B162067A7EC}"/>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6" name="17-line-10">
            <a:extLst xmlns:a="http://schemas.openxmlformats.org/drawingml/2006/main">
              <a:ext uri="{FF2B5EF4-FFF2-40B4-BE49-F238E27FC236}">
                <a16:creationId xmlns:a16="http://schemas.microsoft.com/office/drawing/2014/main" id="{82AE40B4-BE30-4F5F-830E-B82893438B0F}"/>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7" name="narrative-number">
            <a:extLst xmlns:a="http://schemas.openxmlformats.org/drawingml/2006/main">
              <a:ext uri="{FF2B5EF4-FFF2-40B4-BE49-F238E27FC236}">
                <a16:creationId xmlns:a16="http://schemas.microsoft.com/office/drawing/2014/main" id="{389032AE-ACC8-4DDB-AA2C-9D06AB4271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400873990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8" name="!!area-name">
            <a:extLst xmlns:a="http://schemas.openxmlformats.org/drawingml/2006/main">
              <a:ext uri="{FF2B5EF4-FFF2-40B4-BE49-F238E27FC236}">
                <a16:creationId xmlns:a16="http://schemas.microsoft.com/office/drawing/2014/main" id="{A601C36B-2AD0-4E48-A7E0-3C39D9FDA6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ea6866024c1942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0" name="slide-title">
            <a:extLst xmlns:a="http://schemas.openxmlformats.org/drawingml/2006/main">
              <a:ext uri="{FF2B5EF4-FFF2-40B4-BE49-F238E27FC236}">
                <a16:creationId xmlns:a16="http://schemas.microsoft.com/office/drawing/2014/main" id="{95FC2790-3DB8-4B72-88F8-B633EB5F217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81" name="header-divider">
            <a:extLst xmlns:a="http://schemas.openxmlformats.org/drawingml/2006/main">
              <a:ext uri="{FF2B5EF4-FFF2-40B4-BE49-F238E27FC236}">
                <a16:creationId xmlns:a16="http://schemas.microsoft.com/office/drawing/2014/main" id="{133F45CE-E534-48E0-85A4-8F5C06DEA7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2" name="18-text-1">
            <a:extLst xmlns:a="http://schemas.openxmlformats.org/drawingml/2006/main">
              <a:ext uri="{FF2B5EF4-FFF2-40B4-BE49-F238E27FC236}">
                <a16:creationId xmlns:a16="http://schemas.microsoft.com/office/drawing/2014/main" id="{237B65FC-90DD-4567-8B01-D64215892E5A}"/>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83" name="18-text-2">
            <a:extLst xmlns:a="http://schemas.openxmlformats.org/drawingml/2006/main">
              <a:ext uri="{FF2B5EF4-FFF2-40B4-BE49-F238E27FC236}">
                <a16:creationId xmlns:a16="http://schemas.microsoft.com/office/drawing/2014/main" id="{096F2521-32E9-49A0-8DAC-CC1FA5B83620}"/>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84" name="18-text-3">
            <a:extLst xmlns:a="http://schemas.openxmlformats.org/drawingml/2006/main">
              <a:ext uri="{FF2B5EF4-FFF2-40B4-BE49-F238E27FC236}">
                <a16:creationId xmlns:a16="http://schemas.microsoft.com/office/drawing/2014/main" id="{13DE6257-236F-4F48-829C-C1E8CA3AF09C}"/>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5" name="18-text-4">
            <a:extLst xmlns:a="http://schemas.openxmlformats.org/drawingml/2006/main">
              <a:ext uri="{FF2B5EF4-FFF2-40B4-BE49-F238E27FC236}">
                <a16:creationId xmlns:a16="http://schemas.microsoft.com/office/drawing/2014/main" id="{845A7D74-B321-4BF9-90B0-B9FEFD8ADC48}"/>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86" name="18-text-5">
            <a:extLst xmlns:a="http://schemas.openxmlformats.org/drawingml/2006/main">
              <a:ext uri="{FF2B5EF4-FFF2-40B4-BE49-F238E27FC236}">
                <a16:creationId xmlns:a16="http://schemas.microsoft.com/office/drawing/2014/main" id="{B2AC4EF8-15B1-46E2-A5FE-2C77987A9BC5}"/>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87" name="18-text-6">
            <a:extLst xmlns:a="http://schemas.openxmlformats.org/drawingml/2006/main">
              <a:ext uri="{FF2B5EF4-FFF2-40B4-BE49-F238E27FC236}">
                <a16:creationId xmlns:a16="http://schemas.microsoft.com/office/drawing/2014/main" id="{03312DBE-3131-403A-9F74-BC3314D27174}"/>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88" name="18-line-8">
            <a:extLst xmlns:a="http://schemas.openxmlformats.org/drawingml/2006/main">
              <a:ext uri="{FF2B5EF4-FFF2-40B4-BE49-F238E27FC236}">
                <a16:creationId xmlns:a16="http://schemas.microsoft.com/office/drawing/2014/main" id="{82F6770C-7A13-4EED-AF1D-B75CDCC71233}"/>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9" name="18-line-10">
            <a:extLst xmlns:a="http://schemas.openxmlformats.org/drawingml/2006/main">
              <a:ext uri="{FF2B5EF4-FFF2-40B4-BE49-F238E27FC236}">
                <a16:creationId xmlns:a16="http://schemas.microsoft.com/office/drawing/2014/main" id="{0BB634BE-3DE4-4B65-BC89-A40C531B102A}"/>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0" name="18-line-12">
            <a:extLst xmlns:a="http://schemas.openxmlformats.org/drawingml/2006/main">
              <a:ext uri="{FF2B5EF4-FFF2-40B4-BE49-F238E27FC236}">
                <a16:creationId xmlns:a16="http://schemas.microsoft.com/office/drawing/2014/main" id="{6E207DF6-D62E-4426-B3AF-B54177A234F1}"/>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1" name="18-text-13">
            <a:extLst xmlns:a="http://schemas.openxmlformats.org/drawingml/2006/main">
              <a:ext uri="{FF2B5EF4-FFF2-40B4-BE49-F238E27FC236}">
                <a16:creationId xmlns:a16="http://schemas.microsoft.com/office/drawing/2014/main" id="{DDA31919-84FE-473E-9B60-0898AE774755}"/>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92" name="18-text-14">
            <a:extLst xmlns:a="http://schemas.openxmlformats.org/drawingml/2006/main">
              <a:ext uri="{FF2B5EF4-FFF2-40B4-BE49-F238E27FC236}">
                <a16:creationId xmlns:a16="http://schemas.microsoft.com/office/drawing/2014/main" id="{11A0F38C-1C81-45B8-8CF9-AC53F2EB6B31}"/>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93" name="18-text-15">
            <a:extLst xmlns:a="http://schemas.openxmlformats.org/drawingml/2006/main">
              <a:ext uri="{FF2B5EF4-FFF2-40B4-BE49-F238E27FC236}">
                <a16:creationId xmlns:a16="http://schemas.microsoft.com/office/drawing/2014/main" id="{2B2C24B5-6757-4279-906A-E47144C71BC6}"/>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94" name="18-text-16">
            <a:extLst xmlns:a="http://schemas.openxmlformats.org/drawingml/2006/main">
              <a:ext uri="{FF2B5EF4-FFF2-40B4-BE49-F238E27FC236}">
                <a16:creationId xmlns:a16="http://schemas.microsoft.com/office/drawing/2014/main" id="{80997910-2948-433C-8B7F-5B0E78158B95}"/>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95" name="18-text-17">
            <a:extLst xmlns:a="http://schemas.openxmlformats.org/drawingml/2006/main">
              <a:ext uri="{FF2B5EF4-FFF2-40B4-BE49-F238E27FC236}">
                <a16:creationId xmlns:a16="http://schemas.microsoft.com/office/drawing/2014/main" id="{063F3B64-0EA9-4AA5-81BB-17BFE6668D95}"/>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96" name="narrative-number">
            <a:extLst xmlns:a="http://schemas.openxmlformats.org/drawingml/2006/main">
              <a:ext uri="{FF2B5EF4-FFF2-40B4-BE49-F238E27FC236}">
                <a16:creationId xmlns:a16="http://schemas.microsoft.com/office/drawing/2014/main" id="{6E36A18B-B3B7-488D-A32A-E6D94A9357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397578636"/>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663FC808-28D9-4EC1-B72C-2E37EC93B1D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5258d3ffc16d43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FBB8DE19-70AC-45E0-B764-80479AAAE3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0" name="header-divider">
            <a:extLst xmlns:a="http://schemas.openxmlformats.org/drawingml/2006/main">
              <a:ext uri="{FF2B5EF4-FFF2-40B4-BE49-F238E27FC236}">
                <a16:creationId xmlns:a16="http://schemas.microsoft.com/office/drawing/2014/main" id="{85513437-1E71-467D-899A-1B2AF3869E4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19-text-1">
            <a:extLst xmlns:a="http://schemas.openxmlformats.org/drawingml/2006/main">
              <a:ext uri="{FF2B5EF4-FFF2-40B4-BE49-F238E27FC236}">
                <a16:creationId xmlns:a16="http://schemas.microsoft.com/office/drawing/2014/main" id="{B754977B-E9D6-4F86-AAF6-3AE1B05F993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02" name="19-text-2">
            <a:extLst xmlns:a="http://schemas.openxmlformats.org/drawingml/2006/main">
              <a:ext uri="{FF2B5EF4-FFF2-40B4-BE49-F238E27FC236}">
                <a16:creationId xmlns:a16="http://schemas.microsoft.com/office/drawing/2014/main" id="{841C25B8-5442-4407-A64C-9539608B3F8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03" name="19-text-3">
            <a:extLst xmlns:a="http://schemas.openxmlformats.org/drawingml/2006/main">
              <a:ext uri="{FF2B5EF4-FFF2-40B4-BE49-F238E27FC236}">
                <a16:creationId xmlns:a16="http://schemas.microsoft.com/office/drawing/2014/main" id="{176CC632-41AE-4282-BF2F-12122E7A051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04" name="19-text-4">
            <a:extLst xmlns:a="http://schemas.openxmlformats.org/drawingml/2006/main">
              <a:ext uri="{FF2B5EF4-FFF2-40B4-BE49-F238E27FC236}">
                <a16:creationId xmlns:a16="http://schemas.microsoft.com/office/drawing/2014/main" id="{7F826998-E852-4669-A8B6-983C44CFD18B}"/>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05" name="19-text-5">
            <a:extLst xmlns:a="http://schemas.openxmlformats.org/drawingml/2006/main">
              <a:ext uri="{FF2B5EF4-FFF2-40B4-BE49-F238E27FC236}">
                <a16:creationId xmlns:a16="http://schemas.microsoft.com/office/drawing/2014/main" id="{3455742B-0E5A-4E18-B121-81EBA862402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06" name="19-text-6">
            <a:extLst xmlns:a="http://schemas.openxmlformats.org/drawingml/2006/main">
              <a:ext uri="{FF2B5EF4-FFF2-40B4-BE49-F238E27FC236}">
                <a16:creationId xmlns:a16="http://schemas.microsoft.com/office/drawing/2014/main" id="{D74CDEF8-F3F3-44E6-8474-C14A21AC7A1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07" name="19-text-7">
            <a:extLst xmlns:a="http://schemas.openxmlformats.org/drawingml/2006/main">
              <a:ext uri="{FF2B5EF4-FFF2-40B4-BE49-F238E27FC236}">
                <a16:creationId xmlns:a16="http://schemas.microsoft.com/office/drawing/2014/main" id="{5083C052-A39D-4BD4-A936-8CDBC77BCD2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19-text-8">
            <a:extLst xmlns:a="http://schemas.openxmlformats.org/drawingml/2006/main">
              <a:ext uri="{FF2B5EF4-FFF2-40B4-BE49-F238E27FC236}">
                <a16:creationId xmlns:a16="http://schemas.microsoft.com/office/drawing/2014/main" id="{4083FE98-CD83-4FDC-92C8-0B42A693FB7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363DFCED-C431-4272-99E3-093483436F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578318679"/>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E13FD5D7-918D-48F0-A842-11007B0B7E8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27" name="mini-map"/>
          <p:cNvPicPr>
            <a:picLocks xmlns:a="http://schemas.openxmlformats.org/drawingml/2006/main" noChangeAspect="1"/>
          </p:cNvPicPr>
          <p:nvPr/>
        </p:nvPicPr>
        <p:blipFill>
          <a:blip xmlns:r="http://schemas.openxmlformats.org/officeDocument/2006/relationships" xmlns:a="http://schemas.openxmlformats.org/drawingml/2006/main" r:embed="R51921cca499644b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A68FE431-AE48-4855-9C86-6598CF9064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CCCFBFC2-D847-49D4-BC06-1836BCDC4C4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20-text-1">
            <a:extLst xmlns:a="http://schemas.openxmlformats.org/drawingml/2006/main">
              <a:ext uri="{FF2B5EF4-FFF2-40B4-BE49-F238E27FC236}">
                <a16:creationId xmlns:a16="http://schemas.microsoft.com/office/drawing/2014/main" id="{F81C9062-503A-4957-949F-BB43926486D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15" name="20-text-2">
            <a:extLst xmlns:a="http://schemas.openxmlformats.org/drawingml/2006/main">
              <a:ext uri="{FF2B5EF4-FFF2-40B4-BE49-F238E27FC236}">
                <a16:creationId xmlns:a16="http://schemas.microsoft.com/office/drawing/2014/main" id="{6C8503C5-2EA0-4355-87B5-858D67CD1817}"/>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16" name="20-text-3">
            <a:extLst xmlns:a="http://schemas.openxmlformats.org/drawingml/2006/main">
              <a:ext uri="{FF2B5EF4-FFF2-40B4-BE49-F238E27FC236}">
                <a16:creationId xmlns:a16="http://schemas.microsoft.com/office/drawing/2014/main" id="{2D6B9678-5E5C-40B3-B4BE-C7232B5D53FE}"/>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17" name="20-text-4">
            <a:extLst xmlns:a="http://schemas.openxmlformats.org/drawingml/2006/main">
              <a:ext uri="{FF2B5EF4-FFF2-40B4-BE49-F238E27FC236}">
                <a16:creationId xmlns:a16="http://schemas.microsoft.com/office/drawing/2014/main" id="{F8D0B9C4-FCB3-4CEB-A2E8-F964FAF2C7DA}"/>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18" name="20-text-5">
            <a:extLst xmlns:a="http://schemas.openxmlformats.org/drawingml/2006/main">
              <a:ext uri="{FF2B5EF4-FFF2-40B4-BE49-F238E27FC236}">
                <a16:creationId xmlns:a16="http://schemas.microsoft.com/office/drawing/2014/main" id="{1B1055C1-7566-49CA-B8EB-CE03D243B1EF}"/>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19" name="20-text-6">
            <a:extLst xmlns:a="http://schemas.openxmlformats.org/drawingml/2006/main">
              <a:ext uri="{FF2B5EF4-FFF2-40B4-BE49-F238E27FC236}">
                <a16:creationId xmlns:a16="http://schemas.microsoft.com/office/drawing/2014/main" id="{E8B2622E-519E-4840-8742-BDA9C444ECA3}"/>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20" name="20-text-7">
            <a:extLst xmlns:a="http://schemas.openxmlformats.org/drawingml/2006/main">
              <a:ext uri="{FF2B5EF4-FFF2-40B4-BE49-F238E27FC236}">
                <a16:creationId xmlns:a16="http://schemas.microsoft.com/office/drawing/2014/main" id="{1CA8FD59-F70A-404C-B846-15367FF70BC1}"/>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21" name="20-text-8">
            <a:extLst xmlns:a="http://schemas.openxmlformats.org/drawingml/2006/main">
              <a:ext uri="{FF2B5EF4-FFF2-40B4-BE49-F238E27FC236}">
                <a16:creationId xmlns:a16="http://schemas.microsoft.com/office/drawing/2014/main" id="{6C95A0C6-AFD2-41FA-9F17-FB9DD87A5B71}"/>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22" name="20-text-9">
            <a:extLst xmlns:a="http://schemas.openxmlformats.org/drawingml/2006/main">
              <a:ext uri="{FF2B5EF4-FFF2-40B4-BE49-F238E27FC236}">
                <a16:creationId xmlns:a16="http://schemas.microsoft.com/office/drawing/2014/main" id="{458A696B-9CEE-4754-AF3A-27988FD8C0E0}"/>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23" name="20-text-10">
            <a:extLst xmlns:a="http://schemas.openxmlformats.org/drawingml/2006/main">
              <a:ext uri="{FF2B5EF4-FFF2-40B4-BE49-F238E27FC236}">
                <a16:creationId xmlns:a16="http://schemas.microsoft.com/office/drawing/2014/main" id="{50B8CA9E-3FAA-47DD-9AEF-27FEA535D4E5}"/>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24" name="20-text-11">
            <a:extLst xmlns:a="http://schemas.openxmlformats.org/drawingml/2006/main">
              <a:ext uri="{FF2B5EF4-FFF2-40B4-BE49-F238E27FC236}">
                <a16:creationId xmlns:a16="http://schemas.microsoft.com/office/drawing/2014/main" id="{C15F93BE-B69A-4645-902A-338C235BE750}"/>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25" name="narrative-number">
            <a:extLst xmlns:a="http://schemas.openxmlformats.org/drawingml/2006/main">
              <a:ext uri="{FF2B5EF4-FFF2-40B4-BE49-F238E27FC236}">
                <a16:creationId xmlns:a16="http://schemas.microsoft.com/office/drawing/2014/main" id="{5D4D4275-8326-490A-986D-B9D03727665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520621724"/>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6" name="!!area-name">
            <a:extLst xmlns:a="http://schemas.openxmlformats.org/drawingml/2006/main">
              <a:ext uri="{FF2B5EF4-FFF2-40B4-BE49-F238E27FC236}">
                <a16:creationId xmlns:a16="http://schemas.microsoft.com/office/drawing/2014/main" id="{9DAFCB75-A543-4A0F-870E-8D27ABAC083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f0627aca5c1f420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8" name="header-divider">
            <a:extLst xmlns:a="http://schemas.openxmlformats.org/drawingml/2006/main">
              <a:ext uri="{FF2B5EF4-FFF2-40B4-BE49-F238E27FC236}">
                <a16:creationId xmlns:a16="http://schemas.microsoft.com/office/drawing/2014/main" id="{54E85E7D-51F7-4DCA-85F1-E3AA0D5F888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9" name="21-text-1">
            <a:extLst xmlns:a="http://schemas.openxmlformats.org/drawingml/2006/main">
              <a:ext uri="{FF2B5EF4-FFF2-40B4-BE49-F238E27FC236}">
                <a16:creationId xmlns:a16="http://schemas.microsoft.com/office/drawing/2014/main" id="{A2B215DD-9737-4DA4-897C-B11A36EBCD4A}"/>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30" name="21-text-2">
            <a:extLst xmlns:a="http://schemas.openxmlformats.org/drawingml/2006/main">
              <a:ext uri="{FF2B5EF4-FFF2-40B4-BE49-F238E27FC236}">
                <a16:creationId xmlns:a16="http://schemas.microsoft.com/office/drawing/2014/main" id="{90B95728-DC1A-4B5E-A22A-E5A0896E9F6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1" name="21-text-3">
            <a:extLst xmlns:a="http://schemas.openxmlformats.org/drawingml/2006/main">
              <a:ext uri="{FF2B5EF4-FFF2-40B4-BE49-F238E27FC236}">
                <a16:creationId xmlns:a16="http://schemas.microsoft.com/office/drawing/2014/main" id="{2A0E8764-831D-4B6A-A0C9-98B5046D3D1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40" name="21-image-4"/>
          <p:cNvPicPr>
            <a:picLocks xmlns:a="http://schemas.openxmlformats.org/drawingml/2006/main" noChangeAspect="1"/>
          </p:cNvPicPr>
          <p:nvPr/>
        </p:nvPicPr>
        <p:blipFill>
          <a:blip xmlns:r="http://schemas.openxmlformats.org/officeDocument/2006/relationships" xmlns:a="http://schemas.openxmlformats.org/drawingml/2006/main" r:embed="Rd7da8b0b0e124ac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3" name="narrative-number">
            <a:extLst xmlns:a="http://schemas.openxmlformats.org/drawingml/2006/main">
              <a:ext uri="{FF2B5EF4-FFF2-40B4-BE49-F238E27FC236}">
                <a16:creationId xmlns:a16="http://schemas.microsoft.com/office/drawing/2014/main" id="{6E2E1566-F8D0-4FD9-82E8-8FE557EBE62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202445952"/>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81442B71-F055-4595-A53A-592EA6F7403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52" name="mini-map"/>
          <p:cNvPicPr>
            <a:picLocks xmlns:a="http://schemas.openxmlformats.org/drawingml/2006/main" noChangeAspect="1"/>
          </p:cNvPicPr>
          <p:nvPr/>
        </p:nvPicPr>
        <p:blipFill>
          <a:blip xmlns:r="http://schemas.openxmlformats.org/officeDocument/2006/relationships" xmlns:a="http://schemas.openxmlformats.org/drawingml/2006/main" r:embed="R99cf5fa672f946f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36B6B118-3C38-46E1-888E-6B258ACB479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37" name="header-divider">
            <a:extLst xmlns:a="http://schemas.openxmlformats.org/drawingml/2006/main">
              <a:ext uri="{FF2B5EF4-FFF2-40B4-BE49-F238E27FC236}">
                <a16:creationId xmlns:a16="http://schemas.microsoft.com/office/drawing/2014/main" id="{0FA06EC5-9D5F-4435-8CB0-7E11202CEAE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2-text-1">
            <a:extLst xmlns:a="http://schemas.openxmlformats.org/drawingml/2006/main">
              <a:ext uri="{FF2B5EF4-FFF2-40B4-BE49-F238E27FC236}">
                <a16:creationId xmlns:a16="http://schemas.microsoft.com/office/drawing/2014/main" id="{774685B2-64BD-4BBA-AD87-DFAF3D6C51AD}"/>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39" name="22-text-2">
            <a:extLst xmlns:a="http://schemas.openxmlformats.org/drawingml/2006/main">
              <a:ext uri="{FF2B5EF4-FFF2-40B4-BE49-F238E27FC236}">
                <a16:creationId xmlns:a16="http://schemas.microsoft.com/office/drawing/2014/main" id="{B57BA540-A0CE-4BFF-82F0-6DC9C8A054E2}"/>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40" name="22-text-3">
            <a:extLst xmlns:a="http://schemas.openxmlformats.org/drawingml/2006/main">
              <a:ext uri="{FF2B5EF4-FFF2-40B4-BE49-F238E27FC236}">
                <a16:creationId xmlns:a16="http://schemas.microsoft.com/office/drawing/2014/main" id="{D1F6AD27-A2AF-4057-9AAB-4195E227B4D1}"/>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41" name="22-text-4">
            <a:extLst xmlns:a="http://schemas.openxmlformats.org/drawingml/2006/main">
              <a:ext uri="{FF2B5EF4-FFF2-40B4-BE49-F238E27FC236}">
                <a16:creationId xmlns:a16="http://schemas.microsoft.com/office/drawing/2014/main" id="{D5559EAC-7C3D-4BDA-A898-90FA2FBA1B15}"/>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42" name="22-text-5">
            <a:extLst xmlns:a="http://schemas.openxmlformats.org/drawingml/2006/main">
              <a:ext uri="{FF2B5EF4-FFF2-40B4-BE49-F238E27FC236}">
                <a16:creationId xmlns:a16="http://schemas.microsoft.com/office/drawing/2014/main" id="{D195DF51-DD4E-4E2C-BA05-4C79C364FDC6}"/>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43" name="22-text-6">
            <a:extLst xmlns:a="http://schemas.openxmlformats.org/drawingml/2006/main">
              <a:ext uri="{FF2B5EF4-FFF2-40B4-BE49-F238E27FC236}">
                <a16:creationId xmlns:a16="http://schemas.microsoft.com/office/drawing/2014/main" id="{6AF34745-506D-4F9F-AB64-2C2F800D47B9}"/>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44" name="22-line-8">
            <a:extLst xmlns:a="http://schemas.openxmlformats.org/drawingml/2006/main">
              <a:ext uri="{FF2B5EF4-FFF2-40B4-BE49-F238E27FC236}">
                <a16:creationId xmlns:a16="http://schemas.microsoft.com/office/drawing/2014/main" id="{63FC6D11-8A12-44A3-88EB-5D639B1671EB}"/>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5" name="22-line-10">
            <a:extLst xmlns:a="http://schemas.openxmlformats.org/drawingml/2006/main">
              <a:ext uri="{FF2B5EF4-FFF2-40B4-BE49-F238E27FC236}">
                <a16:creationId xmlns:a16="http://schemas.microsoft.com/office/drawing/2014/main" id="{A64121BC-D908-4229-9110-D062E0848740}"/>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6" name="22-text-11">
            <a:extLst xmlns:a="http://schemas.openxmlformats.org/drawingml/2006/main">
              <a:ext uri="{FF2B5EF4-FFF2-40B4-BE49-F238E27FC236}">
                <a16:creationId xmlns:a16="http://schemas.microsoft.com/office/drawing/2014/main" id="{09446403-1558-404A-9841-C9041952BB44}"/>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47" name="22-text-12">
            <a:extLst xmlns:a="http://schemas.openxmlformats.org/drawingml/2006/main">
              <a:ext uri="{FF2B5EF4-FFF2-40B4-BE49-F238E27FC236}">
                <a16:creationId xmlns:a16="http://schemas.microsoft.com/office/drawing/2014/main" id="{BD8609E4-0FD5-4B34-836F-65210CFAB714}"/>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48" name="22-text-13">
            <a:extLst xmlns:a="http://schemas.openxmlformats.org/drawingml/2006/main">
              <a:ext uri="{FF2B5EF4-FFF2-40B4-BE49-F238E27FC236}">
                <a16:creationId xmlns:a16="http://schemas.microsoft.com/office/drawing/2014/main" id="{B47FD07C-26B6-428D-B390-63DFEA0A23B6}"/>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49" name="22-text-14">
            <a:extLst xmlns:a="http://schemas.openxmlformats.org/drawingml/2006/main">
              <a:ext uri="{FF2B5EF4-FFF2-40B4-BE49-F238E27FC236}">
                <a16:creationId xmlns:a16="http://schemas.microsoft.com/office/drawing/2014/main" id="{4B01E881-798E-48A6-AEC4-95926A8840C2}"/>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50" name="narrative-number">
            <a:extLst xmlns:a="http://schemas.openxmlformats.org/drawingml/2006/main">
              <a:ext uri="{FF2B5EF4-FFF2-40B4-BE49-F238E27FC236}">
                <a16:creationId xmlns:a16="http://schemas.microsoft.com/office/drawing/2014/main" id="{AE7488D1-4FF3-4BE8-AC68-16BCCDFC02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910354274"/>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1" name="!!area-name">
            <a:extLst xmlns:a="http://schemas.openxmlformats.org/drawingml/2006/main">
              <a:ext uri="{FF2B5EF4-FFF2-40B4-BE49-F238E27FC236}">
                <a16:creationId xmlns:a16="http://schemas.microsoft.com/office/drawing/2014/main" id="{52F6E4B7-1688-46F0-BA95-80786042BED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d2332f66d0b647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3" name="slide-title">
            <a:extLst xmlns:a="http://schemas.openxmlformats.org/drawingml/2006/main">
              <a:ext uri="{FF2B5EF4-FFF2-40B4-BE49-F238E27FC236}">
                <a16:creationId xmlns:a16="http://schemas.microsoft.com/office/drawing/2014/main" id="{2B6BFFDD-C5A4-40C6-B84D-5AF32FB86EB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54" name="header-divider">
            <a:extLst xmlns:a="http://schemas.openxmlformats.org/drawingml/2006/main">
              <a:ext uri="{FF2B5EF4-FFF2-40B4-BE49-F238E27FC236}">
                <a16:creationId xmlns:a16="http://schemas.microsoft.com/office/drawing/2014/main" id="{F15BF309-9AE4-4B15-B936-6EE117B7C60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5" name="23-text-1">
            <a:extLst xmlns:a="http://schemas.openxmlformats.org/drawingml/2006/main">
              <a:ext uri="{FF2B5EF4-FFF2-40B4-BE49-F238E27FC236}">
                <a16:creationId xmlns:a16="http://schemas.microsoft.com/office/drawing/2014/main" id="{61C69579-E8BA-474D-820D-CF02D62226B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56" name="23-text-2">
            <a:extLst xmlns:a="http://schemas.openxmlformats.org/drawingml/2006/main">
              <a:ext uri="{FF2B5EF4-FFF2-40B4-BE49-F238E27FC236}">
                <a16:creationId xmlns:a16="http://schemas.microsoft.com/office/drawing/2014/main" id="{629494B1-F42C-4ED5-A155-951DCD63F0E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67"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58" name="23-text-4">
            <a:extLst xmlns:a="http://schemas.openxmlformats.org/drawingml/2006/main">
              <a:ext uri="{FF2B5EF4-FFF2-40B4-BE49-F238E27FC236}">
                <a16:creationId xmlns:a16="http://schemas.microsoft.com/office/drawing/2014/main" id="{AF433756-7E00-4CFC-BF24-5F6A5DB2D419}"/>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59" name="23-text-5">
            <a:extLst xmlns:a="http://schemas.openxmlformats.org/drawingml/2006/main">
              <a:ext uri="{FF2B5EF4-FFF2-40B4-BE49-F238E27FC236}">
                <a16:creationId xmlns:a16="http://schemas.microsoft.com/office/drawing/2014/main" id="{0DD6B2A8-3E51-4910-A45F-671D88A67420}"/>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60" name="narrative-number">
            <a:extLst xmlns:a="http://schemas.openxmlformats.org/drawingml/2006/main">
              <a:ext uri="{FF2B5EF4-FFF2-40B4-BE49-F238E27FC236}">
                <a16:creationId xmlns:a16="http://schemas.microsoft.com/office/drawing/2014/main" id="{B2E63371-A0D2-44E5-A5C9-47DAFF63A3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355011463"/>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8CF1E54F-DCB6-4C7E-9D1B-E35FB190E5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75" name="mini-map"/>
          <p:cNvPicPr>
            <a:picLocks xmlns:a="http://schemas.openxmlformats.org/drawingml/2006/main" noChangeAspect="1"/>
          </p:cNvPicPr>
          <p:nvPr/>
        </p:nvPicPr>
        <p:blipFill>
          <a:blip xmlns:r="http://schemas.openxmlformats.org/officeDocument/2006/relationships" xmlns:a="http://schemas.openxmlformats.org/drawingml/2006/main" r:embed="Rfc6e821fb28f48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7D1408BF-AEDA-42BF-9E74-8ADF659502B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64" name="header-divider">
            <a:extLst xmlns:a="http://schemas.openxmlformats.org/drawingml/2006/main">
              <a:ext uri="{FF2B5EF4-FFF2-40B4-BE49-F238E27FC236}">
                <a16:creationId xmlns:a16="http://schemas.microsoft.com/office/drawing/2014/main" id="{554D0083-06B9-48B2-B994-6C9FB832DA7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5" name="24-text-1">
            <a:extLst xmlns:a="http://schemas.openxmlformats.org/drawingml/2006/main">
              <a:ext uri="{FF2B5EF4-FFF2-40B4-BE49-F238E27FC236}">
                <a16:creationId xmlns:a16="http://schemas.microsoft.com/office/drawing/2014/main" id="{7193F99B-A372-4516-A373-3843245FE7A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66" name="24-text-2">
            <a:extLst xmlns:a="http://schemas.openxmlformats.org/drawingml/2006/main">
              <a:ext uri="{FF2B5EF4-FFF2-40B4-BE49-F238E27FC236}">
                <a16:creationId xmlns:a16="http://schemas.microsoft.com/office/drawing/2014/main" id="{71B1C373-802A-4859-A876-1552D2599D6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67" name="24-text-3">
            <a:extLst xmlns:a="http://schemas.openxmlformats.org/drawingml/2006/main">
              <a:ext uri="{FF2B5EF4-FFF2-40B4-BE49-F238E27FC236}">
                <a16:creationId xmlns:a16="http://schemas.microsoft.com/office/drawing/2014/main" id="{277F7C49-14D3-49D3-9B73-4F7AE90556A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68" name="24-text-4">
            <a:extLst xmlns:a="http://schemas.openxmlformats.org/drawingml/2006/main">
              <a:ext uri="{FF2B5EF4-FFF2-40B4-BE49-F238E27FC236}">
                <a16:creationId xmlns:a16="http://schemas.microsoft.com/office/drawing/2014/main" id="{EA359441-4CED-4E90-9CB7-456C5D175C8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69" name="24-text-5">
            <a:extLst xmlns:a="http://schemas.openxmlformats.org/drawingml/2006/main">
              <a:ext uri="{FF2B5EF4-FFF2-40B4-BE49-F238E27FC236}">
                <a16:creationId xmlns:a16="http://schemas.microsoft.com/office/drawing/2014/main" id="{0481B9A2-5B09-4F5C-BB07-9D25B78DE05C}"/>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0" name="24-text-6">
            <a:extLst xmlns:a="http://schemas.openxmlformats.org/drawingml/2006/main">
              <a:ext uri="{FF2B5EF4-FFF2-40B4-BE49-F238E27FC236}">
                <a16:creationId xmlns:a16="http://schemas.microsoft.com/office/drawing/2014/main" id="{194CB993-6C2A-408D-848D-2C7493DD2EB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71" name="24-text-7">
            <a:extLst xmlns:a="http://schemas.openxmlformats.org/drawingml/2006/main">
              <a:ext uri="{FF2B5EF4-FFF2-40B4-BE49-F238E27FC236}">
                <a16:creationId xmlns:a16="http://schemas.microsoft.com/office/drawing/2014/main" id="{F2E8640F-2BD5-4BDC-B063-110590AAF5B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2" name="24-text-8">
            <a:extLst xmlns:a="http://schemas.openxmlformats.org/drawingml/2006/main">
              <a:ext uri="{FF2B5EF4-FFF2-40B4-BE49-F238E27FC236}">
                <a16:creationId xmlns:a16="http://schemas.microsoft.com/office/drawing/2014/main" id="{9C33B56E-5797-4CC4-8248-607CE938940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73" name="narrative-number">
            <a:extLst xmlns:a="http://schemas.openxmlformats.org/drawingml/2006/main">
              <a:ext uri="{FF2B5EF4-FFF2-40B4-BE49-F238E27FC236}">
                <a16:creationId xmlns:a16="http://schemas.microsoft.com/office/drawing/2014/main" id="{A57E7F59-C99D-4E3A-8D74-04816E6F0E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917038375"/>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4" name="!!area-name">
            <a:extLst xmlns:a="http://schemas.openxmlformats.org/drawingml/2006/main">
              <a:ext uri="{FF2B5EF4-FFF2-40B4-BE49-F238E27FC236}">
                <a16:creationId xmlns:a16="http://schemas.microsoft.com/office/drawing/2014/main" id="{0EE06A1D-222A-48AF-AD6B-B6AE2B59603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88" name="mini-map"/>
          <p:cNvPicPr>
            <a:picLocks xmlns:a="http://schemas.openxmlformats.org/drawingml/2006/main" noChangeAspect="1"/>
          </p:cNvPicPr>
          <p:nvPr/>
        </p:nvPicPr>
        <p:blipFill>
          <a:blip xmlns:r="http://schemas.openxmlformats.org/officeDocument/2006/relationships" xmlns:a="http://schemas.openxmlformats.org/drawingml/2006/main" r:embed="Reeea38cd32a542e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6" name="slide-title">
            <a:extLst xmlns:a="http://schemas.openxmlformats.org/drawingml/2006/main">
              <a:ext uri="{FF2B5EF4-FFF2-40B4-BE49-F238E27FC236}">
                <a16:creationId xmlns:a16="http://schemas.microsoft.com/office/drawing/2014/main" id="{9FFDB247-8031-46D9-8D90-EA7A51E8D9A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77" name="header-divider">
            <a:extLst xmlns:a="http://schemas.openxmlformats.org/drawingml/2006/main">
              <a:ext uri="{FF2B5EF4-FFF2-40B4-BE49-F238E27FC236}">
                <a16:creationId xmlns:a16="http://schemas.microsoft.com/office/drawing/2014/main" id="{5C4D6868-BC1C-4751-BB5E-A61FED5C8A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8" name="25-text-1">
            <a:extLst xmlns:a="http://schemas.openxmlformats.org/drawingml/2006/main">
              <a:ext uri="{FF2B5EF4-FFF2-40B4-BE49-F238E27FC236}">
                <a16:creationId xmlns:a16="http://schemas.microsoft.com/office/drawing/2014/main" id="{55132902-9ECF-42BD-9706-1F57D13E2D7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79" name="25-text-2">
            <a:extLst xmlns:a="http://schemas.openxmlformats.org/drawingml/2006/main">
              <a:ext uri="{FF2B5EF4-FFF2-40B4-BE49-F238E27FC236}">
                <a16:creationId xmlns:a16="http://schemas.microsoft.com/office/drawing/2014/main" id="{7ACEF61B-9CB1-4359-9E11-B5EF4D54837D}"/>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0" name="25-text-3">
            <a:extLst xmlns:a="http://schemas.openxmlformats.org/drawingml/2006/main">
              <a:ext uri="{FF2B5EF4-FFF2-40B4-BE49-F238E27FC236}">
                <a16:creationId xmlns:a16="http://schemas.microsoft.com/office/drawing/2014/main" id="{F9D643E9-9F55-4E53-8C77-E798CACE909D}"/>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94"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2" name="25-text-5">
            <a:extLst xmlns:a="http://schemas.openxmlformats.org/drawingml/2006/main">
              <a:ext uri="{FF2B5EF4-FFF2-40B4-BE49-F238E27FC236}">
                <a16:creationId xmlns:a16="http://schemas.microsoft.com/office/drawing/2014/main" id="{1B7749DC-0703-4F9F-9A10-D2C9032A3B62}"/>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83" name="25-text-6">
            <a:extLst xmlns:a="http://schemas.openxmlformats.org/drawingml/2006/main">
              <a:ext uri="{FF2B5EF4-FFF2-40B4-BE49-F238E27FC236}">
                <a16:creationId xmlns:a16="http://schemas.microsoft.com/office/drawing/2014/main" id="{7C892680-C9B3-4CBA-99C9-30E1C742300A}"/>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84" name="25-text-7">
            <a:extLst xmlns:a="http://schemas.openxmlformats.org/drawingml/2006/main">
              <a:ext uri="{FF2B5EF4-FFF2-40B4-BE49-F238E27FC236}">
                <a16:creationId xmlns:a16="http://schemas.microsoft.com/office/drawing/2014/main" id="{0D88DBBB-5134-4158-8EFD-7011A4A6FD0F}"/>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85" name="25-text-8">
            <a:extLst xmlns:a="http://schemas.openxmlformats.org/drawingml/2006/main">
              <a:ext uri="{FF2B5EF4-FFF2-40B4-BE49-F238E27FC236}">
                <a16:creationId xmlns:a16="http://schemas.microsoft.com/office/drawing/2014/main" id="{6FD3EB3D-1A12-44DE-B08C-FC7D75F54547}"/>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86" name="narrative-number">
            <a:extLst xmlns:a="http://schemas.openxmlformats.org/drawingml/2006/main">
              <a:ext uri="{FF2B5EF4-FFF2-40B4-BE49-F238E27FC236}">
                <a16:creationId xmlns:a16="http://schemas.microsoft.com/office/drawing/2014/main" id="{8EB15E67-3F6B-4AAA-861E-5EB930128F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383013802"/>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7" name="!!area-name">
            <a:extLst xmlns:a="http://schemas.openxmlformats.org/drawingml/2006/main">
              <a:ext uri="{FF2B5EF4-FFF2-40B4-BE49-F238E27FC236}">
                <a16:creationId xmlns:a16="http://schemas.microsoft.com/office/drawing/2014/main" id="{E8C061AD-DA62-4F88-8F37-7D47C968E5B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02966a875a1843f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9" name="header-divider">
            <a:extLst xmlns:a="http://schemas.openxmlformats.org/drawingml/2006/main">
              <a:ext uri="{FF2B5EF4-FFF2-40B4-BE49-F238E27FC236}">
                <a16:creationId xmlns:a16="http://schemas.microsoft.com/office/drawing/2014/main" id="{1D49BB04-E3D9-4A20-B0DE-D0BA9E7033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0" name="26-text-1">
            <a:extLst xmlns:a="http://schemas.openxmlformats.org/drawingml/2006/main">
              <a:ext uri="{FF2B5EF4-FFF2-40B4-BE49-F238E27FC236}">
                <a16:creationId xmlns:a16="http://schemas.microsoft.com/office/drawing/2014/main" id="{D7008DE4-7959-427A-BB3D-F3DFE2F9288E}"/>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1" name="26-text-2">
            <a:extLst xmlns:a="http://schemas.openxmlformats.org/drawingml/2006/main">
              <a:ext uri="{FF2B5EF4-FFF2-40B4-BE49-F238E27FC236}">
                <a16:creationId xmlns:a16="http://schemas.microsoft.com/office/drawing/2014/main" id="{A0AD8EC6-3ADA-49A8-A2B5-8DD9314FB58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2" name="26-text-3">
            <a:extLst xmlns:a="http://schemas.openxmlformats.org/drawingml/2006/main">
              <a:ext uri="{FF2B5EF4-FFF2-40B4-BE49-F238E27FC236}">
                <a16:creationId xmlns:a16="http://schemas.microsoft.com/office/drawing/2014/main" id="{B6B02032-E137-4B46-A379-6DF6940072C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1" name="26-image-4"/>
          <p:cNvPicPr>
            <a:picLocks xmlns:a="http://schemas.openxmlformats.org/drawingml/2006/main" noChangeAspect="1"/>
          </p:cNvPicPr>
          <p:nvPr/>
        </p:nvPicPr>
        <p:blipFill>
          <a:blip xmlns:r="http://schemas.openxmlformats.org/officeDocument/2006/relationships" xmlns:a="http://schemas.openxmlformats.org/drawingml/2006/main" r:embed="Ra3f64c8a2f7847e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4" name="narrative-number">
            <a:extLst xmlns:a="http://schemas.openxmlformats.org/drawingml/2006/main">
              <a:ext uri="{FF2B5EF4-FFF2-40B4-BE49-F238E27FC236}">
                <a16:creationId xmlns:a16="http://schemas.microsoft.com/office/drawing/2014/main" id="{632A0C9E-1C12-4B69-90E1-30E15FCD9E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743684420"/>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92C33746-EF06-449E-9626-DA70ACAD036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dc2dec792e7b4e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B015256C-B46B-4A0E-9F85-63AB8E548EC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98" name="header-divider">
            <a:extLst xmlns:a="http://schemas.openxmlformats.org/drawingml/2006/main">
              <a:ext uri="{FF2B5EF4-FFF2-40B4-BE49-F238E27FC236}">
                <a16:creationId xmlns:a16="http://schemas.microsoft.com/office/drawing/2014/main" id="{3CBC4140-D653-4AD7-8F2F-078B25BFB9F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7-text-1">
            <a:extLst xmlns:a="http://schemas.openxmlformats.org/drawingml/2006/main">
              <a:ext uri="{FF2B5EF4-FFF2-40B4-BE49-F238E27FC236}">
                <a16:creationId xmlns:a16="http://schemas.microsoft.com/office/drawing/2014/main" id="{5302B50C-4A7E-4719-B183-D0A4059C9D0A}"/>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0" name="27-text-2">
            <a:extLst xmlns:a="http://schemas.openxmlformats.org/drawingml/2006/main">
              <a:ext uri="{FF2B5EF4-FFF2-40B4-BE49-F238E27FC236}">
                <a16:creationId xmlns:a16="http://schemas.microsoft.com/office/drawing/2014/main" id="{D7784C26-070E-4ACA-B193-D637E26DAB86}"/>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01" name="27-text-3">
            <a:extLst xmlns:a="http://schemas.openxmlformats.org/drawingml/2006/main">
              <a:ext uri="{FF2B5EF4-FFF2-40B4-BE49-F238E27FC236}">
                <a16:creationId xmlns:a16="http://schemas.microsoft.com/office/drawing/2014/main" id="{B2A9BA88-49B8-4852-A525-0DAF738CFA11}"/>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2" name="27-text-4">
            <a:extLst xmlns:a="http://schemas.openxmlformats.org/drawingml/2006/main">
              <a:ext uri="{FF2B5EF4-FFF2-40B4-BE49-F238E27FC236}">
                <a16:creationId xmlns:a16="http://schemas.microsoft.com/office/drawing/2014/main" id="{0B222328-8603-496C-A73F-3363F295C29B}"/>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03" name="27-text-5">
            <a:extLst xmlns:a="http://schemas.openxmlformats.org/drawingml/2006/main">
              <a:ext uri="{FF2B5EF4-FFF2-40B4-BE49-F238E27FC236}">
                <a16:creationId xmlns:a16="http://schemas.microsoft.com/office/drawing/2014/main" id="{49E560E7-CEAA-4312-B5A3-9D1A6F4FE05C}"/>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04" name="27-text-6">
            <a:extLst xmlns:a="http://schemas.openxmlformats.org/drawingml/2006/main">
              <a:ext uri="{FF2B5EF4-FFF2-40B4-BE49-F238E27FC236}">
                <a16:creationId xmlns:a16="http://schemas.microsoft.com/office/drawing/2014/main" id="{8BF5BBB4-D4B0-4167-BCD8-B4DA30570835}"/>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05" name="27-text-7">
            <a:extLst xmlns:a="http://schemas.openxmlformats.org/drawingml/2006/main">
              <a:ext uri="{FF2B5EF4-FFF2-40B4-BE49-F238E27FC236}">
                <a16:creationId xmlns:a16="http://schemas.microsoft.com/office/drawing/2014/main" id="{A5C48902-6506-4CAA-BCDE-39DEFC22F876}"/>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06" name="27-text-8">
            <a:extLst xmlns:a="http://schemas.openxmlformats.org/drawingml/2006/main">
              <a:ext uri="{FF2B5EF4-FFF2-40B4-BE49-F238E27FC236}">
                <a16:creationId xmlns:a16="http://schemas.microsoft.com/office/drawing/2014/main" id="{9EFD0460-E61F-4FD5-88C6-46AA9ECC900E}"/>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07" name="27-text-9">
            <a:extLst xmlns:a="http://schemas.openxmlformats.org/drawingml/2006/main">
              <a:ext uri="{FF2B5EF4-FFF2-40B4-BE49-F238E27FC236}">
                <a16:creationId xmlns:a16="http://schemas.microsoft.com/office/drawing/2014/main" id="{4B191A1D-4292-49E8-8AE4-07C073616D89}"/>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08" name="27-line-11">
            <a:extLst xmlns:a="http://schemas.openxmlformats.org/drawingml/2006/main">
              <a:ext uri="{FF2B5EF4-FFF2-40B4-BE49-F238E27FC236}">
                <a16:creationId xmlns:a16="http://schemas.microsoft.com/office/drawing/2014/main" id="{2A9DBD67-F1F7-4486-8866-ABBEA97F8D37}"/>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9" name="27-line-13">
            <a:extLst xmlns:a="http://schemas.openxmlformats.org/drawingml/2006/main">
              <a:ext uri="{FF2B5EF4-FFF2-40B4-BE49-F238E27FC236}">
                <a16:creationId xmlns:a16="http://schemas.microsoft.com/office/drawing/2014/main" id="{36AD77E3-0AE1-4BD1-82B6-796CE900AEB2}"/>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0" name="27-line-15">
            <a:extLst xmlns:a="http://schemas.openxmlformats.org/drawingml/2006/main">
              <a:ext uri="{FF2B5EF4-FFF2-40B4-BE49-F238E27FC236}">
                <a16:creationId xmlns:a16="http://schemas.microsoft.com/office/drawing/2014/main" id="{7FB37E77-B922-4BC5-B365-15A9B06C93EE}"/>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1" name="27-line-17">
            <a:extLst xmlns:a="http://schemas.openxmlformats.org/drawingml/2006/main">
              <a:ext uri="{FF2B5EF4-FFF2-40B4-BE49-F238E27FC236}">
                <a16:creationId xmlns:a16="http://schemas.microsoft.com/office/drawing/2014/main" id="{8D972ED4-68B6-4955-8216-0DC9B3736249}"/>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2" name="27-line-19">
            <a:extLst xmlns:a="http://schemas.openxmlformats.org/drawingml/2006/main">
              <a:ext uri="{FF2B5EF4-FFF2-40B4-BE49-F238E27FC236}">
                <a16:creationId xmlns:a16="http://schemas.microsoft.com/office/drawing/2014/main" id="{74362281-D9A8-4D94-B5A1-BE7C647FA206}"/>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inspect-stage">
            <a:extLst xmlns:a="http://schemas.openxmlformats.org/drawingml/2006/main">
              <a:ext uri="{FF2B5EF4-FFF2-40B4-BE49-F238E27FC236}">
                <a16:creationId xmlns:a16="http://schemas.microsoft.com/office/drawing/2014/main" id="{5E09DB1B-D5CE-4CDC-A1BA-2CA392FE9D90}"/>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4" name="27-line-21">
            <a:extLst xmlns:a="http://schemas.openxmlformats.org/drawingml/2006/main">
              <a:ext uri="{FF2B5EF4-FFF2-40B4-BE49-F238E27FC236}">
                <a16:creationId xmlns:a16="http://schemas.microsoft.com/office/drawing/2014/main" id="{2725DEC7-2F08-4844-A571-A3ABA31083D4}"/>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15" name="bounded-agent-loop">
            <a:extLst xmlns:a="http://schemas.openxmlformats.org/drawingml/2006/main">
              <a:ext uri="{FF2B5EF4-FFF2-40B4-BE49-F238E27FC236}">
                <a16:creationId xmlns:a16="http://schemas.microsoft.com/office/drawing/2014/main" id="{2B048D5D-CD7F-4A6E-9EED-27460B27079A}"/>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6" name="27-text-22">
            <a:extLst xmlns:a="http://schemas.openxmlformats.org/drawingml/2006/main">
              <a:ext uri="{FF2B5EF4-FFF2-40B4-BE49-F238E27FC236}">
                <a16:creationId xmlns:a16="http://schemas.microsoft.com/office/drawing/2014/main" id="{56029F06-DAB7-427D-BA44-86F879770D96}"/>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17" name="27-text-23">
            <a:extLst xmlns:a="http://schemas.openxmlformats.org/drawingml/2006/main">
              <a:ext uri="{FF2B5EF4-FFF2-40B4-BE49-F238E27FC236}">
                <a16:creationId xmlns:a16="http://schemas.microsoft.com/office/drawing/2014/main" id="{42C59003-A97A-4172-B742-C719685570CE}"/>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18" name="27-text-24">
            <a:extLst xmlns:a="http://schemas.openxmlformats.org/drawingml/2006/main">
              <a:ext uri="{FF2B5EF4-FFF2-40B4-BE49-F238E27FC236}">
                <a16:creationId xmlns:a16="http://schemas.microsoft.com/office/drawing/2014/main" id="{92562B16-9D53-4FC1-95F5-AADCB8B57A92}"/>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text-25">
            <a:extLst xmlns:a="http://schemas.openxmlformats.org/drawingml/2006/main">
              <a:ext uri="{FF2B5EF4-FFF2-40B4-BE49-F238E27FC236}">
                <a16:creationId xmlns:a16="http://schemas.microsoft.com/office/drawing/2014/main" id="{F61A8CE6-C1EB-4E4A-8477-B8DCBF6592E3}"/>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0" name="27-text-26">
            <a:extLst xmlns:a="http://schemas.openxmlformats.org/drawingml/2006/main">
              <a:ext uri="{FF2B5EF4-FFF2-40B4-BE49-F238E27FC236}">
                <a16:creationId xmlns:a16="http://schemas.microsoft.com/office/drawing/2014/main" id="{711E3E13-84D6-44C3-AAE8-013026E961B0}"/>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21" name="27-text-27">
            <a:extLst xmlns:a="http://schemas.openxmlformats.org/drawingml/2006/main">
              <a:ext uri="{FF2B5EF4-FFF2-40B4-BE49-F238E27FC236}">
                <a16:creationId xmlns:a16="http://schemas.microsoft.com/office/drawing/2014/main" id="{6E1598D7-A3A7-43F5-BB9E-6FC586B79F5B}"/>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22" name="27-line-29">
            <a:extLst xmlns:a="http://schemas.openxmlformats.org/drawingml/2006/main">
              <a:ext uri="{FF2B5EF4-FFF2-40B4-BE49-F238E27FC236}">
                <a16:creationId xmlns:a16="http://schemas.microsoft.com/office/drawing/2014/main" id="{0A0A0507-65DB-43BF-9456-D048CD170F66}"/>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3" name="27-line-31">
            <a:extLst xmlns:a="http://schemas.openxmlformats.org/drawingml/2006/main">
              <a:ext uri="{FF2B5EF4-FFF2-40B4-BE49-F238E27FC236}">
                <a16:creationId xmlns:a16="http://schemas.microsoft.com/office/drawing/2014/main" id="{8DDB7AAF-BA52-42D3-A093-1529DA773D29}"/>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27-line-33">
            <a:extLst xmlns:a="http://schemas.openxmlformats.org/drawingml/2006/main">
              <a:ext uri="{FF2B5EF4-FFF2-40B4-BE49-F238E27FC236}">
                <a16:creationId xmlns:a16="http://schemas.microsoft.com/office/drawing/2014/main" id="{37624785-4683-4C9C-BD82-1043A61A716D}"/>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35">
            <a:extLst xmlns:a="http://schemas.openxmlformats.org/drawingml/2006/main">
              <a:ext uri="{FF2B5EF4-FFF2-40B4-BE49-F238E27FC236}">
                <a16:creationId xmlns:a16="http://schemas.microsoft.com/office/drawing/2014/main" id="{F3C1C059-0D43-4C0F-85EB-B4BB20A77481}"/>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6" name="27-line-37">
            <a:extLst xmlns:a="http://schemas.openxmlformats.org/drawingml/2006/main">
              <a:ext uri="{FF2B5EF4-FFF2-40B4-BE49-F238E27FC236}">
                <a16:creationId xmlns:a16="http://schemas.microsoft.com/office/drawing/2014/main" id="{8A8ECF07-0828-43EE-9DDB-CC8D11ADAD80}"/>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7" name="27-line-39">
            <a:extLst xmlns:a="http://schemas.openxmlformats.org/drawingml/2006/main">
              <a:ext uri="{FF2B5EF4-FFF2-40B4-BE49-F238E27FC236}">
                <a16:creationId xmlns:a16="http://schemas.microsoft.com/office/drawing/2014/main" id="{2B381B89-9088-452D-B58A-F72C721F988F}"/>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8" name="27-text-40">
            <a:extLst xmlns:a="http://schemas.openxmlformats.org/drawingml/2006/main">
              <a:ext uri="{FF2B5EF4-FFF2-40B4-BE49-F238E27FC236}">
                <a16:creationId xmlns:a16="http://schemas.microsoft.com/office/drawing/2014/main" id="{99BE0FBB-3313-4B29-8101-E77E0B2641B3}"/>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29" name="27-text-41">
            <a:extLst xmlns:a="http://schemas.openxmlformats.org/drawingml/2006/main">
              <a:ext uri="{FF2B5EF4-FFF2-40B4-BE49-F238E27FC236}">
                <a16:creationId xmlns:a16="http://schemas.microsoft.com/office/drawing/2014/main" id="{C6F3EBEC-AE80-4002-984B-1AD72C2654D6}"/>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0" name="narrative-number">
            <a:extLst xmlns:a="http://schemas.openxmlformats.org/drawingml/2006/main">
              <a:ext uri="{FF2B5EF4-FFF2-40B4-BE49-F238E27FC236}">
                <a16:creationId xmlns:a16="http://schemas.microsoft.com/office/drawing/2014/main" id="{73C5CE9B-6E7B-4F5E-B7D2-3D7F4CD2DB4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70457811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B28D10FE-2CF4-4B54-AB89-9058B936A1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45" name="mini-map"/>
          <p:cNvPicPr>
            <a:picLocks xmlns:a="http://schemas.openxmlformats.org/drawingml/2006/main" noChangeAspect="1"/>
          </p:cNvPicPr>
          <p:nvPr/>
        </p:nvPicPr>
        <p:blipFill>
          <a:blip xmlns:r="http://schemas.openxmlformats.org/officeDocument/2006/relationships" xmlns:a="http://schemas.openxmlformats.org/drawingml/2006/main" r:embed="R2557ab25b9c3426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D50B4BF3-9066-45DB-A30D-AEDD7E852F7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34" name="header-divider">
            <a:extLst xmlns:a="http://schemas.openxmlformats.org/drawingml/2006/main">
              <a:ext uri="{FF2B5EF4-FFF2-40B4-BE49-F238E27FC236}">
                <a16:creationId xmlns:a16="http://schemas.microsoft.com/office/drawing/2014/main" id="{913C990F-759E-433F-9036-1C63DE66BE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28-text-1">
            <a:extLst xmlns:a="http://schemas.openxmlformats.org/drawingml/2006/main">
              <a:ext uri="{FF2B5EF4-FFF2-40B4-BE49-F238E27FC236}">
                <a16:creationId xmlns:a16="http://schemas.microsoft.com/office/drawing/2014/main" id="{F891D0BD-EB45-4FF3-BFAF-497D9547252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36" name="28-text-2">
            <a:extLst xmlns:a="http://schemas.openxmlformats.org/drawingml/2006/main">
              <a:ext uri="{FF2B5EF4-FFF2-40B4-BE49-F238E27FC236}">
                <a16:creationId xmlns:a16="http://schemas.microsoft.com/office/drawing/2014/main" id="{DB633ECD-B387-4DAA-A480-0DB9EEC66A0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37" name="28-text-3">
            <a:extLst xmlns:a="http://schemas.openxmlformats.org/drawingml/2006/main">
              <a:ext uri="{FF2B5EF4-FFF2-40B4-BE49-F238E27FC236}">
                <a16:creationId xmlns:a16="http://schemas.microsoft.com/office/drawing/2014/main" id="{3CB16051-EE0F-451A-9ECC-8964FE467DDF}"/>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8" name="28-text-4">
            <a:extLst xmlns:a="http://schemas.openxmlformats.org/drawingml/2006/main">
              <a:ext uri="{FF2B5EF4-FFF2-40B4-BE49-F238E27FC236}">
                <a16:creationId xmlns:a16="http://schemas.microsoft.com/office/drawing/2014/main" id="{94BF3327-7568-4ADC-B4C1-1CE95513ECE4}"/>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39" name="28-text-5">
            <a:extLst xmlns:a="http://schemas.openxmlformats.org/drawingml/2006/main">
              <a:ext uri="{FF2B5EF4-FFF2-40B4-BE49-F238E27FC236}">
                <a16:creationId xmlns:a16="http://schemas.microsoft.com/office/drawing/2014/main" id="{F029D5D0-5239-4096-85DB-7741B64DFD3D}"/>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0" name="28-text-6">
            <a:extLst xmlns:a="http://schemas.openxmlformats.org/drawingml/2006/main">
              <a:ext uri="{FF2B5EF4-FFF2-40B4-BE49-F238E27FC236}">
                <a16:creationId xmlns:a16="http://schemas.microsoft.com/office/drawing/2014/main" id="{64016EA8-0FF1-4786-AAEB-471B5A65A709}"/>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41" name="28-text-7">
            <a:extLst xmlns:a="http://schemas.openxmlformats.org/drawingml/2006/main">
              <a:ext uri="{FF2B5EF4-FFF2-40B4-BE49-F238E27FC236}">
                <a16:creationId xmlns:a16="http://schemas.microsoft.com/office/drawing/2014/main" id="{8BDE3521-F8AA-4E09-88CB-11D3FB2C1082}"/>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42" name="28-text-8">
            <a:extLst xmlns:a="http://schemas.openxmlformats.org/drawingml/2006/main">
              <a:ext uri="{FF2B5EF4-FFF2-40B4-BE49-F238E27FC236}">
                <a16:creationId xmlns:a16="http://schemas.microsoft.com/office/drawing/2014/main" id="{CEB032E3-AB1D-4083-8B7E-E83A7C5B2B4F}"/>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43" name="narrative-number">
            <a:extLst xmlns:a="http://schemas.openxmlformats.org/drawingml/2006/main">
              <a:ext uri="{FF2B5EF4-FFF2-40B4-BE49-F238E27FC236}">
                <a16:creationId xmlns:a16="http://schemas.microsoft.com/office/drawing/2014/main" id="{5EFFB9B7-0187-44F7-9B4D-C14F65A10F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3649304645"/>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4" name="!!area-name">
            <a:extLst xmlns:a="http://schemas.openxmlformats.org/drawingml/2006/main">
              <a:ext uri="{FF2B5EF4-FFF2-40B4-BE49-F238E27FC236}">
                <a16:creationId xmlns:a16="http://schemas.microsoft.com/office/drawing/2014/main" id="{22FF86D8-88E9-4D5E-B03D-CFD4AFEEF2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ea06ffc9f3bd43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6" name="slide-title">
            <a:extLst xmlns:a="http://schemas.openxmlformats.org/drawingml/2006/main">
              <a:ext uri="{FF2B5EF4-FFF2-40B4-BE49-F238E27FC236}">
                <a16:creationId xmlns:a16="http://schemas.microsoft.com/office/drawing/2014/main" id="{5E8286D9-468C-40B9-9ECB-58DAB02D619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7" name="header-divider">
            <a:extLst xmlns:a="http://schemas.openxmlformats.org/drawingml/2006/main">
              <a:ext uri="{FF2B5EF4-FFF2-40B4-BE49-F238E27FC236}">
                <a16:creationId xmlns:a16="http://schemas.microsoft.com/office/drawing/2014/main" id="{719E3803-5EED-4C7B-9E3D-CE4A97EB66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8" name="29-text-1">
            <a:extLst xmlns:a="http://schemas.openxmlformats.org/drawingml/2006/main">
              <a:ext uri="{FF2B5EF4-FFF2-40B4-BE49-F238E27FC236}">
                <a16:creationId xmlns:a16="http://schemas.microsoft.com/office/drawing/2014/main" id="{6E9BA1A7-6199-493E-A315-569C9E2BF69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49" name="29-text-2">
            <a:extLst xmlns:a="http://schemas.openxmlformats.org/drawingml/2006/main">
              <a:ext uri="{FF2B5EF4-FFF2-40B4-BE49-F238E27FC236}">
                <a16:creationId xmlns:a16="http://schemas.microsoft.com/office/drawing/2014/main" id="{AA6381BE-8C50-41E9-9E9D-4EE3E407CE74}"/>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0" name="29-text-3">
            <a:extLst xmlns:a="http://schemas.openxmlformats.org/drawingml/2006/main">
              <a:ext uri="{FF2B5EF4-FFF2-40B4-BE49-F238E27FC236}">
                <a16:creationId xmlns:a16="http://schemas.microsoft.com/office/drawing/2014/main" id="{147392DA-EDCB-469D-8E2A-133F7626D575}"/>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51" name="29-text-4">
            <a:extLst xmlns:a="http://schemas.openxmlformats.org/drawingml/2006/main">
              <a:ext uri="{FF2B5EF4-FFF2-40B4-BE49-F238E27FC236}">
                <a16:creationId xmlns:a16="http://schemas.microsoft.com/office/drawing/2014/main" id="{8DD24A1F-2D20-4815-A7D6-F57499CB852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52" name="29-text-5">
            <a:extLst xmlns:a="http://schemas.openxmlformats.org/drawingml/2006/main">
              <a:ext uri="{FF2B5EF4-FFF2-40B4-BE49-F238E27FC236}">
                <a16:creationId xmlns:a16="http://schemas.microsoft.com/office/drawing/2014/main" id="{47AD1D84-E3F1-40F2-8FAF-E57D49A5D78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3" name="29-text-6">
            <a:extLst xmlns:a="http://schemas.openxmlformats.org/drawingml/2006/main">
              <a:ext uri="{FF2B5EF4-FFF2-40B4-BE49-F238E27FC236}">
                <a16:creationId xmlns:a16="http://schemas.microsoft.com/office/drawing/2014/main" id="{75F3BD93-A9BD-416D-9BF8-C4625761CB4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54" name="29-text-7">
            <a:extLst xmlns:a="http://schemas.openxmlformats.org/drawingml/2006/main">
              <a:ext uri="{FF2B5EF4-FFF2-40B4-BE49-F238E27FC236}">
                <a16:creationId xmlns:a16="http://schemas.microsoft.com/office/drawing/2014/main" id="{BE1D874D-BA7F-45E8-9CFF-A99203667F0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55" name="29-text-8">
            <a:extLst xmlns:a="http://schemas.openxmlformats.org/drawingml/2006/main">
              <a:ext uri="{FF2B5EF4-FFF2-40B4-BE49-F238E27FC236}">
                <a16:creationId xmlns:a16="http://schemas.microsoft.com/office/drawing/2014/main" id="{45FC3164-4A45-4634-8BF9-7634EAC0B50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56" name="narrative-number">
            <a:extLst xmlns:a="http://schemas.openxmlformats.org/drawingml/2006/main">
              <a:ext uri="{FF2B5EF4-FFF2-40B4-BE49-F238E27FC236}">
                <a16:creationId xmlns:a16="http://schemas.microsoft.com/office/drawing/2014/main" id="{E562B492-8BFE-4D4F-999E-60C81FCCFB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527911677"/>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847DDDBE-6670-4675-8A5D-84831178FE7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ff3dd31f2fe5433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D24FACA4-7C5F-441A-995C-9C59BDCDEA2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0" name="header-divider">
            <a:extLst xmlns:a="http://schemas.openxmlformats.org/drawingml/2006/main">
              <a:ext uri="{FF2B5EF4-FFF2-40B4-BE49-F238E27FC236}">
                <a16:creationId xmlns:a16="http://schemas.microsoft.com/office/drawing/2014/main" id="{FDDC6E9D-3D96-438B-BB2C-B5E464F163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30-text-1">
            <a:extLst xmlns:a="http://schemas.openxmlformats.org/drawingml/2006/main">
              <a:ext uri="{FF2B5EF4-FFF2-40B4-BE49-F238E27FC236}">
                <a16:creationId xmlns:a16="http://schemas.microsoft.com/office/drawing/2014/main" id="{68804BEC-98DF-4BB9-82DA-92BD8FC96AA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2" name="30-text-2">
            <a:extLst xmlns:a="http://schemas.openxmlformats.org/drawingml/2006/main">
              <a:ext uri="{FF2B5EF4-FFF2-40B4-BE49-F238E27FC236}">
                <a16:creationId xmlns:a16="http://schemas.microsoft.com/office/drawing/2014/main" id="{3F49042A-3D32-4E20-9AC0-A70AB4C2CE17}"/>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3" name="30-text-3">
            <a:extLst xmlns:a="http://schemas.openxmlformats.org/drawingml/2006/main">
              <a:ext uri="{FF2B5EF4-FFF2-40B4-BE49-F238E27FC236}">
                <a16:creationId xmlns:a16="http://schemas.microsoft.com/office/drawing/2014/main" id="{92D278D6-71D8-4CE4-A913-A4CE029B6483}"/>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4" name="30-text-4">
            <a:extLst xmlns:a="http://schemas.openxmlformats.org/drawingml/2006/main">
              <a:ext uri="{FF2B5EF4-FFF2-40B4-BE49-F238E27FC236}">
                <a16:creationId xmlns:a16="http://schemas.microsoft.com/office/drawing/2014/main" id="{9F17230C-B96E-4177-9A35-DC29719341C1}"/>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65" name="30-text-5">
            <a:extLst xmlns:a="http://schemas.openxmlformats.org/drawingml/2006/main">
              <a:ext uri="{FF2B5EF4-FFF2-40B4-BE49-F238E27FC236}">
                <a16:creationId xmlns:a16="http://schemas.microsoft.com/office/drawing/2014/main" id="{7AAC23EB-22A0-4D51-95C1-44E6CD364FC3}"/>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66" name="30-line-7">
            <a:extLst xmlns:a="http://schemas.openxmlformats.org/drawingml/2006/main">
              <a:ext uri="{FF2B5EF4-FFF2-40B4-BE49-F238E27FC236}">
                <a16:creationId xmlns:a16="http://schemas.microsoft.com/office/drawing/2014/main" id="{5EDF5EE1-EFC1-4D57-BCA4-0F4B8F14DD5C}"/>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7" name="30-text-8">
            <a:extLst xmlns:a="http://schemas.openxmlformats.org/drawingml/2006/main">
              <a:ext uri="{FF2B5EF4-FFF2-40B4-BE49-F238E27FC236}">
                <a16:creationId xmlns:a16="http://schemas.microsoft.com/office/drawing/2014/main" id="{F120D4F7-5D98-4BAE-A8EB-1A2557896077}"/>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8" name="30-text-9">
            <a:extLst xmlns:a="http://schemas.openxmlformats.org/drawingml/2006/main">
              <a:ext uri="{FF2B5EF4-FFF2-40B4-BE49-F238E27FC236}">
                <a16:creationId xmlns:a16="http://schemas.microsoft.com/office/drawing/2014/main" id="{6C397CF7-A41B-47C6-B3C0-7933B7374F87}"/>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9" name="30-line-11">
            <a:extLst xmlns:a="http://schemas.openxmlformats.org/drawingml/2006/main">
              <a:ext uri="{FF2B5EF4-FFF2-40B4-BE49-F238E27FC236}">
                <a16:creationId xmlns:a16="http://schemas.microsoft.com/office/drawing/2014/main" id="{39EB8A84-5900-4613-96FA-B9F8B4CFF317}"/>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0" name="30-line-13">
            <a:extLst xmlns:a="http://schemas.openxmlformats.org/drawingml/2006/main">
              <a:ext uri="{FF2B5EF4-FFF2-40B4-BE49-F238E27FC236}">
                <a16:creationId xmlns:a16="http://schemas.microsoft.com/office/drawing/2014/main" id="{46E16063-4DA4-47FC-8CDD-9B1CA43F1829}"/>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1" name="30-line-15">
            <a:extLst xmlns:a="http://schemas.openxmlformats.org/drawingml/2006/main">
              <a:ext uri="{FF2B5EF4-FFF2-40B4-BE49-F238E27FC236}">
                <a16:creationId xmlns:a16="http://schemas.microsoft.com/office/drawing/2014/main" id="{22CF49A3-886C-4FA3-94D2-B4E2F622AAE0}"/>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2" name="30-line-17">
            <a:extLst xmlns:a="http://schemas.openxmlformats.org/drawingml/2006/main">
              <a:ext uri="{FF2B5EF4-FFF2-40B4-BE49-F238E27FC236}">
                <a16:creationId xmlns:a16="http://schemas.microsoft.com/office/drawing/2014/main" id="{43CE9CBD-A315-434F-A2F5-1534201448DB}"/>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3" name="30-text-18">
            <a:extLst xmlns:a="http://schemas.openxmlformats.org/drawingml/2006/main">
              <a:ext uri="{FF2B5EF4-FFF2-40B4-BE49-F238E27FC236}">
                <a16:creationId xmlns:a16="http://schemas.microsoft.com/office/drawing/2014/main" id="{0DFF459D-B2C4-4D33-9909-6C80EAB6FF4C}"/>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4" name="30-text-19">
            <a:extLst xmlns:a="http://schemas.openxmlformats.org/drawingml/2006/main">
              <a:ext uri="{FF2B5EF4-FFF2-40B4-BE49-F238E27FC236}">
                <a16:creationId xmlns:a16="http://schemas.microsoft.com/office/drawing/2014/main" id="{2BF3EBFC-239D-43EE-BBFB-DC446E7165BF}"/>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75" name="30-line-21">
            <a:extLst xmlns:a="http://schemas.openxmlformats.org/drawingml/2006/main">
              <a:ext uri="{FF2B5EF4-FFF2-40B4-BE49-F238E27FC236}">
                <a16:creationId xmlns:a16="http://schemas.microsoft.com/office/drawing/2014/main" id="{8F6F1F8F-9E1D-415B-A395-5B671EEAD57E}"/>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6" name="30-text-22">
            <a:extLst xmlns:a="http://schemas.openxmlformats.org/drawingml/2006/main">
              <a:ext uri="{FF2B5EF4-FFF2-40B4-BE49-F238E27FC236}">
                <a16:creationId xmlns:a16="http://schemas.microsoft.com/office/drawing/2014/main" id="{3E7E0C02-3314-44BD-819B-88944304E863}"/>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7" name="30-text-23">
            <a:extLst xmlns:a="http://schemas.openxmlformats.org/drawingml/2006/main">
              <a:ext uri="{FF2B5EF4-FFF2-40B4-BE49-F238E27FC236}">
                <a16:creationId xmlns:a16="http://schemas.microsoft.com/office/drawing/2014/main" id="{69941D5C-3949-4C00-8961-9EFE37845742}"/>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8" name="30-text-24">
            <a:extLst xmlns:a="http://schemas.openxmlformats.org/drawingml/2006/main">
              <a:ext uri="{FF2B5EF4-FFF2-40B4-BE49-F238E27FC236}">
                <a16:creationId xmlns:a16="http://schemas.microsoft.com/office/drawing/2014/main" id="{7D44A4E2-9EBB-43C8-953A-A9E3404D75C4}"/>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9" name="narrative-number">
            <a:extLst xmlns:a="http://schemas.openxmlformats.org/drawingml/2006/main">
              <a:ext uri="{FF2B5EF4-FFF2-40B4-BE49-F238E27FC236}">
                <a16:creationId xmlns:a16="http://schemas.microsoft.com/office/drawing/2014/main" id="{022E3E52-6639-416C-A4B0-D91BABD0772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08102132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2F135A88-C4B8-43B9-9521-76318A153AD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9" name="mini-map"/>
          <p:cNvPicPr>
            <a:picLocks xmlns:a="http://schemas.openxmlformats.org/drawingml/2006/main" noChangeAspect="1"/>
          </p:cNvPicPr>
          <p:nvPr/>
        </p:nvPicPr>
        <p:blipFill>
          <a:blip xmlns:r="http://schemas.openxmlformats.org/officeDocument/2006/relationships" xmlns:a="http://schemas.openxmlformats.org/drawingml/2006/main" r:embed="R09c595fb6b8b430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header-divider">
            <a:extLst xmlns:a="http://schemas.openxmlformats.org/drawingml/2006/main">
              <a:ext uri="{FF2B5EF4-FFF2-40B4-BE49-F238E27FC236}">
                <a16:creationId xmlns:a16="http://schemas.microsoft.com/office/drawing/2014/main" id="{662E34CA-AE58-490C-A8AF-3674729D27C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3" name="31-text-1">
            <a:extLst xmlns:a="http://schemas.openxmlformats.org/drawingml/2006/main">
              <a:ext uri="{FF2B5EF4-FFF2-40B4-BE49-F238E27FC236}">
                <a16:creationId xmlns:a16="http://schemas.microsoft.com/office/drawing/2014/main" id="{AD61E6FC-EB87-4F55-9487-0370ECB5FE66}"/>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4" name="31-text-2">
            <a:extLst xmlns:a="http://schemas.openxmlformats.org/drawingml/2006/main">
              <a:ext uri="{FF2B5EF4-FFF2-40B4-BE49-F238E27FC236}">
                <a16:creationId xmlns:a16="http://schemas.microsoft.com/office/drawing/2014/main" id="{427DF678-3A60-441B-A4D9-528F02C4DBB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85" name="31-text-3">
            <a:extLst xmlns:a="http://schemas.openxmlformats.org/drawingml/2006/main">
              <a:ext uri="{FF2B5EF4-FFF2-40B4-BE49-F238E27FC236}">
                <a16:creationId xmlns:a16="http://schemas.microsoft.com/office/drawing/2014/main" id="{2C9DD477-A1E4-4498-9F58-84D47A759E7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4" name="31-image-4"/>
          <p:cNvPicPr>
            <a:picLocks xmlns:a="http://schemas.openxmlformats.org/drawingml/2006/main" noChangeAspect="1"/>
          </p:cNvPicPr>
          <p:nvPr/>
        </p:nvPicPr>
        <p:blipFill>
          <a:blip xmlns:r="http://schemas.openxmlformats.org/officeDocument/2006/relationships" xmlns:a="http://schemas.openxmlformats.org/drawingml/2006/main" r:embed="R10989bd489a04f1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7" name="narrative-number">
            <a:extLst xmlns:a="http://schemas.openxmlformats.org/drawingml/2006/main">
              <a:ext uri="{FF2B5EF4-FFF2-40B4-BE49-F238E27FC236}">
                <a16:creationId xmlns:a16="http://schemas.microsoft.com/office/drawing/2014/main" id="{A9F5A15E-7B7C-4D84-8A48-38A5AD3ECF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014194639"/>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8" name="!!area-name">
            <a:extLst xmlns:a="http://schemas.openxmlformats.org/drawingml/2006/main">
              <a:ext uri="{FF2B5EF4-FFF2-40B4-BE49-F238E27FC236}">
                <a16:creationId xmlns:a16="http://schemas.microsoft.com/office/drawing/2014/main" id="{12709047-2AC0-4938-822D-978E167788F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05" name="mini-map"/>
          <p:cNvPicPr>
            <a:picLocks xmlns:a="http://schemas.openxmlformats.org/drawingml/2006/main" noChangeAspect="1"/>
          </p:cNvPicPr>
          <p:nvPr/>
        </p:nvPicPr>
        <p:blipFill>
          <a:blip xmlns:r="http://schemas.openxmlformats.org/officeDocument/2006/relationships" xmlns:a="http://schemas.openxmlformats.org/drawingml/2006/main" r:embed="R3e7afd7e6fab43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0" name="slide-title">
            <a:extLst xmlns:a="http://schemas.openxmlformats.org/drawingml/2006/main">
              <a:ext uri="{FF2B5EF4-FFF2-40B4-BE49-F238E27FC236}">
                <a16:creationId xmlns:a16="http://schemas.microsoft.com/office/drawing/2014/main" id="{A51A382E-D0E9-49C5-AF92-713485A0A18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1" name="header-divider">
            <a:extLst xmlns:a="http://schemas.openxmlformats.org/drawingml/2006/main">
              <a:ext uri="{FF2B5EF4-FFF2-40B4-BE49-F238E27FC236}">
                <a16:creationId xmlns:a16="http://schemas.microsoft.com/office/drawing/2014/main" id="{FCBFA72F-0E2A-4E74-ABA5-7CC1983BE50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2" name="32-text-1">
            <a:extLst xmlns:a="http://schemas.openxmlformats.org/drawingml/2006/main">
              <a:ext uri="{FF2B5EF4-FFF2-40B4-BE49-F238E27FC236}">
                <a16:creationId xmlns:a16="http://schemas.microsoft.com/office/drawing/2014/main" id="{CBF4A6A8-2A37-40E9-8301-4823C6C75C7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3" name="32-text-2">
            <a:extLst xmlns:a="http://schemas.openxmlformats.org/drawingml/2006/main">
              <a:ext uri="{FF2B5EF4-FFF2-40B4-BE49-F238E27FC236}">
                <a16:creationId xmlns:a16="http://schemas.microsoft.com/office/drawing/2014/main" id="{7D3D5974-036B-425D-9172-EFE12685275D}"/>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4" name="32-text-3">
            <a:extLst xmlns:a="http://schemas.openxmlformats.org/drawingml/2006/main">
              <a:ext uri="{FF2B5EF4-FFF2-40B4-BE49-F238E27FC236}">
                <a16:creationId xmlns:a16="http://schemas.microsoft.com/office/drawing/2014/main" id="{E335984D-2E9B-4DDE-879C-C0B8CF60F07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95" name="32-text-4">
            <a:extLst xmlns:a="http://schemas.openxmlformats.org/drawingml/2006/main">
              <a:ext uri="{FF2B5EF4-FFF2-40B4-BE49-F238E27FC236}">
                <a16:creationId xmlns:a16="http://schemas.microsoft.com/office/drawing/2014/main" id="{C49F2950-F787-4E82-BE26-C71F7C0D173E}"/>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96" name="32-shape-5">
            <a:extLst xmlns:a="http://schemas.openxmlformats.org/drawingml/2006/main">
              <a:ext uri="{FF2B5EF4-FFF2-40B4-BE49-F238E27FC236}">
                <a16:creationId xmlns:a16="http://schemas.microsoft.com/office/drawing/2014/main" id="{9B92DFC5-2863-43BA-BAA6-F21C95FDE315}"/>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2-text-6">
            <a:extLst xmlns:a="http://schemas.openxmlformats.org/drawingml/2006/main">
              <a:ext uri="{FF2B5EF4-FFF2-40B4-BE49-F238E27FC236}">
                <a16:creationId xmlns:a16="http://schemas.microsoft.com/office/drawing/2014/main" id="{FA720DF4-1907-4BBE-8499-60139ACDEB1F}"/>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8" name="32-text-7">
            <a:extLst xmlns:a="http://schemas.openxmlformats.org/drawingml/2006/main">
              <a:ext uri="{FF2B5EF4-FFF2-40B4-BE49-F238E27FC236}">
                <a16:creationId xmlns:a16="http://schemas.microsoft.com/office/drawing/2014/main" id="{0FB23471-038C-484C-BD41-CFDF5F398CDD}"/>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9" name="32-text-8">
            <a:extLst xmlns:a="http://schemas.openxmlformats.org/drawingml/2006/main">
              <a:ext uri="{FF2B5EF4-FFF2-40B4-BE49-F238E27FC236}">
                <a16:creationId xmlns:a16="http://schemas.microsoft.com/office/drawing/2014/main" id="{FF733F6B-E238-445E-B535-2F0F3A9D2DBA}"/>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0" name="32-text-9">
            <a:extLst xmlns:a="http://schemas.openxmlformats.org/drawingml/2006/main">
              <a:ext uri="{FF2B5EF4-FFF2-40B4-BE49-F238E27FC236}">
                <a16:creationId xmlns:a16="http://schemas.microsoft.com/office/drawing/2014/main" id="{43D4DD88-4C07-4ED7-8232-FE63DCCAF193}"/>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1" name="32-text-10">
            <a:extLst xmlns:a="http://schemas.openxmlformats.org/drawingml/2006/main">
              <a:ext uri="{FF2B5EF4-FFF2-40B4-BE49-F238E27FC236}">
                <a16:creationId xmlns:a16="http://schemas.microsoft.com/office/drawing/2014/main" id="{D9DA182D-3B88-4884-B838-13AADFBF5736}"/>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2" name="32-text-11">
            <a:extLst xmlns:a="http://schemas.openxmlformats.org/drawingml/2006/main">
              <a:ext uri="{FF2B5EF4-FFF2-40B4-BE49-F238E27FC236}">
                <a16:creationId xmlns:a16="http://schemas.microsoft.com/office/drawing/2014/main" id="{69215EDA-FF0E-4100-8E03-C7AB9C868AF5}"/>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3" name="narrative-number">
            <a:extLst xmlns:a="http://schemas.openxmlformats.org/drawingml/2006/main">
              <a:ext uri="{FF2B5EF4-FFF2-40B4-BE49-F238E27FC236}">
                <a16:creationId xmlns:a16="http://schemas.microsoft.com/office/drawing/2014/main" id="{B6E71B06-0C86-4C0E-B169-EBDD1D2E64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3957946956"/>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4" name="!!area-name">
            <a:extLst xmlns:a="http://schemas.openxmlformats.org/drawingml/2006/main">
              <a:ext uri="{FF2B5EF4-FFF2-40B4-BE49-F238E27FC236}">
                <a16:creationId xmlns:a16="http://schemas.microsoft.com/office/drawing/2014/main" id="{B846B047-78EF-4E9E-95A4-4D357999A14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4" name="mini-map"/>
          <p:cNvPicPr>
            <a:picLocks xmlns:a="http://schemas.openxmlformats.org/drawingml/2006/main" noChangeAspect="1"/>
          </p:cNvPicPr>
          <p:nvPr/>
        </p:nvPicPr>
        <p:blipFill>
          <a:blip xmlns:r="http://schemas.openxmlformats.org/officeDocument/2006/relationships" xmlns:a="http://schemas.openxmlformats.org/drawingml/2006/main" r:embed="R2ac0ae35dfc746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6" name="slide-title">
            <a:extLst xmlns:a="http://schemas.openxmlformats.org/drawingml/2006/main">
              <a:ext uri="{FF2B5EF4-FFF2-40B4-BE49-F238E27FC236}">
                <a16:creationId xmlns:a16="http://schemas.microsoft.com/office/drawing/2014/main" id="{9CAA2BBE-14E3-46F1-8169-0139E1125D7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7" name="header-divider">
            <a:extLst xmlns:a="http://schemas.openxmlformats.org/drawingml/2006/main">
              <a:ext uri="{FF2B5EF4-FFF2-40B4-BE49-F238E27FC236}">
                <a16:creationId xmlns:a16="http://schemas.microsoft.com/office/drawing/2014/main" id="{F045A1DD-1BDC-485A-84E0-87EC37DFC79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8" name="33-text-1">
            <a:extLst xmlns:a="http://schemas.openxmlformats.org/drawingml/2006/main">
              <a:ext uri="{FF2B5EF4-FFF2-40B4-BE49-F238E27FC236}">
                <a16:creationId xmlns:a16="http://schemas.microsoft.com/office/drawing/2014/main" id="{DAAE0E15-7863-4E91-9A16-F075C6CFE89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8"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0" name="33-text-3">
            <a:extLst xmlns:a="http://schemas.openxmlformats.org/drawingml/2006/main">
              <a:ext uri="{FF2B5EF4-FFF2-40B4-BE49-F238E27FC236}">
                <a16:creationId xmlns:a16="http://schemas.microsoft.com/office/drawing/2014/main" id="{27A554A3-D69F-4D33-99F1-EA956CD80F24}"/>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1" name="33-text-4">
            <a:extLst xmlns:a="http://schemas.openxmlformats.org/drawingml/2006/main">
              <a:ext uri="{FF2B5EF4-FFF2-40B4-BE49-F238E27FC236}">
                <a16:creationId xmlns:a16="http://schemas.microsoft.com/office/drawing/2014/main" id="{2E7E5007-BD76-48AE-91F9-81DC5FB571BE}"/>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2" name="narrative-number">
            <a:extLst xmlns:a="http://schemas.openxmlformats.org/drawingml/2006/main">
              <a:ext uri="{FF2B5EF4-FFF2-40B4-BE49-F238E27FC236}">
                <a16:creationId xmlns:a16="http://schemas.microsoft.com/office/drawing/2014/main" id="{9E670E4D-5F98-42FB-B492-6017C5E290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076904085"/>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3" name="!!area-name">
            <a:extLst xmlns:a="http://schemas.openxmlformats.org/drawingml/2006/main">
              <a:ext uri="{FF2B5EF4-FFF2-40B4-BE49-F238E27FC236}">
                <a16:creationId xmlns:a16="http://schemas.microsoft.com/office/drawing/2014/main" id="{9C3ADB2D-4020-443F-A832-358CE050F58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6f08ed4bced647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5" name="slide-title">
            <a:extLst xmlns:a="http://schemas.openxmlformats.org/drawingml/2006/main">
              <a:ext uri="{FF2B5EF4-FFF2-40B4-BE49-F238E27FC236}">
                <a16:creationId xmlns:a16="http://schemas.microsoft.com/office/drawing/2014/main" id="{E02D5C51-C25C-4947-A5D2-98F9B1AB9CD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6" name="header-divider">
            <a:extLst xmlns:a="http://schemas.openxmlformats.org/drawingml/2006/main">
              <a:ext uri="{FF2B5EF4-FFF2-40B4-BE49-F238E27FC236}">
                <a16:creationId xmlns:a16="http://schemas.microsoft.com/office/drawing/2014/main" id="{D14A86CA-E93E-4742-B226-92868C08870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34-text-1">
            <a:extLst xmlns:a="http://schemas.openxmlformats.org/drawingml/2006/main">
              <a:ext uri="{FF2B5EF4-FFF2-40B4-BE49-F238E27FC236}">
                <a16:creationId xmlns:a16="http://schemas.microsoft.com/office/drawing/2014/main" id="{1F356CC4-8B26-432F-B5C8-7FF5BAC0E44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8" name="34-text-2">
            <a:extLst xmlns:a="http://schemas.openxmlformats.org/drawingml/2006/main">
              <a:ext uri="{FF2B5EF4-FFF2-40B4-BE49-F238E27FC236}">
                <a16:creationId xmlns:a16="http://schemas.microsoft.com/office/drawing/2014/main" id="{6365FD95-958A-4172-B25B-C2F8FA813FC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9" name="34-text-3">
            <a:extLst xmlns:a="http://schemas.openxmlformats.org/drawingml/2006/main">
              <a:ext uri="{FF2B5EF4-FFF2-40B4-BE49-F238E27FC236}">
                <a16:creationId xmlns:a16="http://schemas.microsoft.com/office/drawing/2014/main" id="{51FF79CB-833D-46CC-924A-50077F891CA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0" name="34-text-4">
            <a:extLst xmlns:a="http://schemas.openxmlformats.org/drawingml/2006/main">
              <a:ext uri="{FF2B5EF4-FFF2-40B4-BE49-F238E27FC236}">
                <a16:creationId xmlns:a16="http://schemas.microsoft.com/office/drawing/2014/main" id="{86D66492-A374-496B-A975-1983BA591C5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1" name="34-text-5">
            <a:extLst xmlns:a="http://schemas.openxmlformats.org/drawingml/2006/main">
              <a:ext uri="{FF2B5EF4-FFF2-40B4-BE49-F238E27FC236}">
                <a16:creationId xmlns:a16="http://schemas.microsoft.com/office/drawing/2014/main" id="{DE3049C6-8E60-41C0-A0D0-5DC102C52B5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2" name="34-text-6">
            <a:extLst xmlns:a="http://schemas.openxmlformats.org/drawingml/2006/main">
              <a:ext uri="{FF2B5EF4-FFF2-40B4-BE49-F238E27FC236}">
                <a16:creationId xmlns:a16="http://schemas.microsoft.com/office/drawing/2014/main" id="{B4142B50-ABF0-4F69-9A3C-0A77272BF7F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3" name="34-text-7">
            <a:extLst xmlns:a="http://schemas.openxmlformats.org/drawingml/2006/main">
              <a:ext uri="{FF2B5EF4-FFF2-40B4-BE49-F238E27FC236}">
                <a16:creationId xmlns:a16="http://schemas.microsoft.com/office/drawing/2014/main" id="{7204BA6E-FCED-48D8-9C99-E6CDBB51374C}"/>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4" name="34-text-8">
            <a:extLst xmlns:a="http://schemas.openxmlformats.org/drawingml/2006/main">
              <a:ext uri="{FF2B5EF4-FFF2-40B4-BE49-F238E27FC236}">
                <a16:creationId xmlns:a16="http://schemas.microsoft.com/office/drawing/2014/main" id="{E33DA5E4-5971-4535-BF6B-5B12261BF49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5" name="34-text-9">
            <a:extLst xmlns:a="http://schemas.openxmlformats.org/drawingml/2006/main">
              <a:ext uri="{FF2B5EF4-FFF2-40B4-BE49-F238E27FC236}">
                <a16:creationId xmlns:a16="http://schemas.microsoft.com/office/drawing/2014/main" id="{439EAA99-77E5-4617-8775-84B70BE3DDE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6" name="narrative-number">
            <a:extLst xmlns:a="http://schemas.openxmlformats.org/drawingml/2006/main">
              <a:ext uri="{FF2B5EF4-FFF2-40B4-BE49-F238E27FC236}">
                <a16:creationId xmlns:a16="http://schemas.microsoft.com/office/drawing/2014/main" id="{0CE26487-AFD9-436C-82CE-EAAFCFE18A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012278625"/>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2AF7D154-2D5A-491E-935D-76F4D390E7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3" name="mini-map"/>
          <p:cNvPicPr>
            <a:picLocks xmlns:a="http://schemas.openxmlformats.org/drawingml/2006/main" noChangeAspect="1"/>
          </p:cNvPicPr>
          <p:nvPr/>
        </p:nvPicPr>
        <p:blipFill>
          <a:blip xmlns:r="http://schemas.openxmlformats.org/officeDocument/2006/relationships" xmlns:a="http://schemas.openxmlformats.org/drawingml/2006/main" r:embed="Rff6e63d9488d43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slide-title">
            <a:extLst xmlns:a="http://schemas.openxmlformats.org/drawingml/2006/main">
              <a:ext uri="{FF2B5EF4-FFF2-40B4-BE49-F238E27FC236}">
                <a16:creationId xmlns:a16="http://schemas.microsoft.com/office/drawing/2014/main" id="{2FB68B02-8A75-4828-84C3-2B1C96831DC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0" name="header-divider">
            <a:extLst xmlns:a="http://schemas.openxmlformats.org/drawingml/2006/main">
              <a:ext uri="{FF2B5EF4-FFF2-40B4-BE49-F238E27FC236}">
                <a16:creationId xmlns:a16="http://schemas.microsoft.com/office/drawing/2014/main" id="{DAEA8495-7A1A-4FE0-8242-6E048C6860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1" name="35-text-1">
            <a:extLst xmlns:a="http://schemas.openxmlformats.org/drawingml/2006/main">
              <a:ext uri="{FF2B5EF4-FFF2-40B4-BE49-F238E27FC236}">
                <a16:creationId xmlns:a16="http://schemas.microsoft.com/office/drawing/2014/main" id="{276CD6FB-D9C2-455A-B9C7-1A3823B13FA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2" name="35-text-2">
            <a:extLst xmlns:a="http://schemas.openxmlformats.org/drawingml/2006/main">
              <a:ext uri="{FF2B5EF4-FFF2-40B4-BE49-F238E27FC236}">
                <a16:creationId xmlns:a16="http://schemas.microsoft.com/office/drawing/2014/main" id="{3A444510-AEC9-4AC2-994F-5A92FCB36A5C}"/>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3" name="35-text-3">
            <a:extLst xmlns:a="http://schemas.openxmlformats.org/drawingml/2006/main">
              <a:ext uri="{FF2B5EF4-FFF2-40B4-BE49-F238E27FC236}">
                <a16:creationId xmlns:a16="http://schemas.microsoft.com/office/drawing/2014/main" id="{50C197CC-E780-4769-9BDB-D512708A46A1}"/>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4" name="35-text-4">
            <a:extLst xmlns:a="http://schemas.openxmlformats.org/drawingml/2006/main">
              <a:ext uri="{FF2B5EF4-FFF2-40B4-BE49-F238E27FC236}">
                <a16:creationId xmlns:a16="http://schemas.microsoft.com/office/drawing/2014/main" id="{1FDFFE73-8A55-447E-88D6-1ADE546F50F1}"/>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5" name="35-text-5">
            <a:extLst xmlns:a="http://schemas.openxmlformats.org/drawingml/2006/main">
              <a:ext uri="{FF2B5EF4-FFF2-40B4-BE49-F238E27FC236}">
                <a16:creationId xmlns:a16="http://schemas.microsoft.com/office/drawing/2014/main" id="{89AA2402-D3A4-4475-BA31-C98B6538C2CB}"/>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6" name="35-text-6">
            <a:extLst xmlns:a="http://schemas.openxmlformats.org/drawingml/2006/main">
              <a:ext uri="{FF2B5EF4-FFF2-40B4-BE49-F238E27FC236}">
                <a16:creationId xmlns:a16="http://schemas.microsoft.com/office/drawing/2014/main" id="{9BFBB6C6-2B18-4D2D-81D8-2AA1A6C34BD6}"/>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7" name="35-text-7">
            <a:extLst xmlns:a="http://schemas.openxmlformats.org/drawingml/2006/main">
              <a:ext uri="{FF2B5EF4-FFF2-40B4-BE49-F238E27FC236}">
                <a16:creationId xmlns:a16="http://schemas.microsoft.com/office/drawing/2014/main" id="{CA1A38BE-D73D-432A-B40B-F7785780A672}"/>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8" name="35-text-8">
            <a:extLst xmlns:a="http://schemas.openxmlformats.org/drawingml/2006/main">
              <a:ext uri="{FF2B5EF4-FFF2-40B4-BE49-F238E27FC236}">
                <a16:creationId xmlns:a16="http://schemas.microsoft.com/office/drawing/2014/main" id="{EE79CD55-BA0E-4C40-8286-B26FFD329BFC}"/>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9" name="35-text-9">
            <a:extLst xmlns:a="http://schemas.openxmlformats.org/drawingml/2006/main">
              <a:ext uri="{FF2B5EF4-FFF2-40B4-BE49-F238E27FC236}">
                <a16:creationId xmlns:a16="http://schemas.microsoft.com/office/drawing/2014/main" id="{8FF0CCAA-1FFB-4671-A647-B397FB14143B}"/>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0" name="35-text-10">
            <a:extLst xmlns:a="http://schemas.openxmlformats.org/drawingml/2006/main">
              <a:ext uri="{FF2B5EF4-FFF2-40B4-BE49-F238E27FC236}">
                <a16:creationId xmlns:a16="http://schemas.microsoft.com/office/drawing/2014/main" id="{2EA8D5BB-8ED9-4DFF-8C04-F14E1BEFAC39}"/>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1" name="narrative-number">
            <a:extLst xmlns:a="http://schemas.openxmlformats.org/drawingml/2006/main">
              <a:ext uri="{FF2B5EF4-FFF2-40B4-BE49-F238E27FC236}">
                <a16:creationId xmlns:a16="http://schemas.microsoft.com/office/drawing/2014/main" id="{F2CE47D8-E6CB-4875-BD85-D1433A103C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145850877"/>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9879E0A9-4CF8-45B7-8144-53042C3FFE5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1" name="mini-map"/>
          <p:cNvPicPr>
            <a:picLocks xmlns:a="http://schemas.openxmlformats.org/drawingml/2006/main" noChangeAspect="1"/>
          </p:cNvPicPr>
          <p:nvPr/>
        </p:nvPicPr>
        <p:blipFill>
          <a:blip xmlns:r="http://schemas.openxmlformats.org/officeDocument/2006/relationships" xmlns:a="http://schemas.openxmlformats.org/drawingml/2006/main" r:embed="Rc62d04ed8de24af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header-divider">
            <a:extLst xmlns:a="http://schemas.openxmlformats.org/drawingml/2006/main">
              <a:ext uri="{FF2B5EF4-FFF2-40B4-BE49-F238E27FC236}">
                <a16:creationId xmlns:a16="http://schemas.microsoft.com/office/drawing/2014/main" id="{1380F625-7F41-465C-863E-5FBBFD97CD7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36-text-1">
            <a:extLst xmlns:a="http://schemas.openxmlformats.org/drawingml/2006/main">
              <a:ext uri="{FF2B5EF4-FFF2-40B4-BE49-F238E27FC236}">
                <a16:creationId xmlns:a16="http://schemas.microsoft.com/office/drawing/2014/main" id="{E7EC054B-8350-4776-AD22-8188A3DC457B}"/>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4" name="36-image-2"/>
          <p:cNvPicPr>
            <a:picLocks xmlns:a="http://schemas.openxmlformats.org/drawingml/2006/main" noChangeAspect="1"/>
          </p:cNvPicPr>
          <p:nvPr/>
        </p:nvPicPr>
        <p:blipFill>
          <a:blip xmlns:r="http://schemas.openxmlformats.org/officeDocument/2006/relationships" xmlns:a="http://schemas.openxmlformats.org/drawingml/2006/main" r:embed="Rdeb0c42dcb954c0a"/>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7" name="36-text-3">
            <a:extLst xmlns:a="http://schemas.openxmlformats.org/drawingml/2006/main">
              <a:ext uri="{FF2B5EF4-FFF2-40B4-BE49-F238E27FC236}">
                <a16:creationId xmlns:a16="http://schemas.microsoft.com/office/drawing/2014/main" id="{3DB079BA-C43D-45E4-B22C-D2CE36540726}"/>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8" name="36-text-4">
            <a:extLst xmlns:a="http://schemas.openxmlformats.org/drawingml/2006/main">
              <a:ext uri="{FF2B5EF4-FFF2-40B4-BE49-F238E27FC236}">
                <a16:creationId xmlns:a16="http://schemas.microsoft.com/office/drawing/2014/main" id="{E26CAD92-1465-4FF0-9336-CC784250347C}"/>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9" name="narrative-number">
            <a:extLst xmlns:a="http://schemas.openxmlformats.org/drawingml/2006/main">
              <a:ext uri="{FF2B5EF4-FFF2-40B4-BE49-F238E27FC236}">
                <a16:creationId xmlns:a16="http://schemas.microsoft.com/office/drawing/2014/main" id="{15D45FD2-0242-43D4-87E4-CEB35D5A14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4177745675"/>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0" name="!!area-name">
            <a:extLst xmlns:a="http://schemas.openxmlformats.org/drawingml/2006/main">
              <a:ext uri="{FF2B5EF4-FFF2-40B4-BE49-F238E27FC236}">
                <a16:creationId xmlns:a16="http://schemas.microsoft.com/office/drawing/2014/main" id="{7556AE0E-1C1D-4912-9D23-5210FEA5A96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2" name="mini-map"/>
          <p:cNvPicPr>
            <a:picLocks xmlns:a="http://schemas.openxmlformats.org/drawingml/2006/main" noChangeAspect="1"/>
          </p:cNvPicPr>
          <p:nvPr/>
        </p:nvPicPr>
        <p:blipFill>
          <a:blip xmlns:r="http://schemas.openxmlformats.org/officeDocument/2006/relationships" xmlns:a="http://schemas.openxmlformats.org/drawingml/2006/main" r:embed="R562d4c4125624f8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2" name="slide-title">
            <a:extLst xmlns:a="http://schemas.openxmlformats.org/drawingml/2006/main">
              <a:ext uri="{FF2B5EF4-FFF2-40B4-BE49-F238E27FC236}">
                <a16:creationId xmlns:a16="http://schemas.microsoft.com/office/drawing/2014/main" id="{67EF8AFE-0522-4DE5-8789-8B99C97F26E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3" name="header-divider">
            <a:extLst xmlns:a="http://schemas.openxmlformats.org/drawingml/2006/main">
              <a:ext uri="{FF2B5EF4-FFF2-40B4-BE49-F238E27FC236}">
                <a16:creationId xmlns:a16="http://schemas.microsoft.com/office/drawing/2014/main" id="{49583822-1E1B-40AF-8B4E-E5D5A1B80E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4" name="37-text-1">
            <a:extLst xmlns:a="http://schemas.openxmlformats.org/drawingml/2006/main">
              <a:ext uri="{FF2B5EF4-FFF2-40B4-BE49-F238E27FC236}">
                <a16:creationId xmlns:a16="http://schemas.microsoft.com/office/drawing/2014/main" id="{489F64F1-BD4A-4E62-88C0-8684D6FB78B0}"/>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5" name="37-text-2">
            <a:extLst xmlns:a="http://schemas.openxmlformats.org/drawingml/2006/main">
              <a:ext uri="{FF2B5EF4-FFF2-40B4-BE49-F238E27FC236}">
                <a16:creationId xmlns:a16="http://schemas.microsoft.com/office/drawing/2014/main" id="{1CD24B6E-3ECE-4BD8-A1BA-46510BA767DD}"/>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6" name="37-text-3">
            <a:extLst xmlns:a="http://schemas.openxmlformats.org/drawingml/2006/main">
              <a:ext uri="{FF2B5EF4-FFF2-40B4-BE49-F238E27FC236}">
                <a16:creationId xmlns:a16="http://schemas.microsoft.com/office/drawing/2014/main" id="{7F521823-F5D0-424C-888B-4F0CA77B4E1D}"/>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7" name="37-text-4">
            <a:extLst xmlns:a="http://schemas.openxmlformats.org/drawingml/2006/main">
              <a:ext uri="{FF2B5EF4-FFF2-40B4-BE49-F238E27FC236}">
                <a16:creationId xmlns:a16="http://schemas.microsoft.com/office/drawing/2014/main" id="{3B9D68DF-8C1F-4EA5-AC31-B687E00465A1}"/>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8" name="37-text-5">
            <a:extLst xmlns:a="http://schemas.openxmlformats.org/drawingml/2006/main">
              <a:ext uri="{FF2B5EF4-FFF2-40B4-BE49-F238E27FC236}">
                <a16:creationId xmlns:a16="http://schemas.microsoft.com/office/drawing/2014/main" id="{6CD71543-1D81-4B35-BDED-49B5FA28B912}"/>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9" name="37-text-6">
            <a:extLst xmlns:a="http://schemas.openxmlformats.org/drawingml/2006/main">
              <a:ext uri="{FF2B5EF4-FFF2-40B4-BE49-F238E27FC236}">
                <a16:creationId xmlns:a16="http://schemas.microsoft.com/office/drawing/2014/main" id="{FB785B6F-7C08-4C9D-AA3E-8678FB68208C}"/>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0" name="37-text-7">
            <a:extLst xmlns:a="http://schemas.openxmlformats.org/drawingml/2006/main">
              <a:ext uri="{FF2B5EF4-FFF2-40B4-BE49-F238E27FC236}">
                <a16:creationId xmlns:a16="http://schemas.microsoft.com/office/drawing/2014/main" id="{84162A7D-5848-45F6-A8AB-649DE9AB976B}"/>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1" name="37-text-8">
            <a:extLst xmlns:a="http://schemas.openxmlformats.org/drawingml/2006/main">
              <a:ext uri="{FF2B5EF4-FFF2-40B4-BE49-F238E27FC236}">
                <a16:creationId xmlns:a16="http://schemas.microsoft.com/office/drawing/2014/main" id="{25FFA650-5916-4CEB-9D49-0B484F746507}"/>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2" name="37-text-9">
            <a:extLst xmlns:a="http://schemas.openxmlformats.org/drawingml/2006/main">
              <a:ext uri="{FF2B5EF4-FFF2-40B4-BE49-F238E27FC236}">
                <a16:creationId xmlns:a16="http://schemas.microsoft.com/office/drawing/2014/main" id="{37DCCEFC-87F8-4BEF-842D-C89D83B8D180}"/>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3" name="37-text-10">
            <a:extLst xmlns:a="http://schemas.openxmlformats.org/drawingml/2006/main">
              <a:ext uri="{FF2B5EF4-FFF2-40B4-BE49-F238E27FC236}">
                <a16:creationId xmlns:a16="http://schemas.microsoft.com/office/drawing/2014/main" id="{B2669C11-32C8-4B1D-8B0F-4B0C22D1A5B6}"/>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4" name="37-text-11">
            <a:extLst xmlns:a="http://schemas.openxmlformats.org/drawingml/2006/main">
              <a:ext uri="{FF2B5EF4-FFF2-40B4-BE49-F238E27FC236}">
                <a16:creationId xmlns:a16="http://schemas.microsoft.com/office/drawing/2014/main" id="{99083784-0E88-445C-B726-78589EF77D74}"/>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5" name="37-line-13">
            <a:extLst xmlns:a="http://schemas.openxmlformats.org/drawingml/2006/main">
              <a:ext uri="{FF2B5EF4-FFF2-40B4-BE49-F238E27FC236}">
                <a16:creationId xmlns:a16="http://schemas.microsoft.com/office/drawing/2014/main" id="{0E1C1DB8-58FA-427A-A91B-3C01DE7FCF3F}"/>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6" name="37-line-15">
            <a:extLst xmlns:a="http://schemas.openxmlformats.org/drawingml/2006/main">
              <a:ext uri="{FF2B5EF4-FFF2-40B4-BE49-F238E27FC236}">
                <a16:creationId xmlns:a16="http://schemas.microsoft.com/office/drawing/2014/main" id="{D5F341A4-6C8E-4ABA-BA0E-5C14AD25F5DE}"/>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7" name="37-line-17">
            <a:extLst xmlns:a="http://schemas.openxmlformats.org/drawingml/2006/main">
              <a:ext uri="{FF2B5EF4-FFF2-40B4-BE49-F238E27FC236}">
                <a16:creationId xmlns:a16="http://schemas.microsoft.com/office/drawing/2014/main" id="{925511D7-C7E9-4A54-9C4B-AC017A01251F}"/>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8" name="37-shape-18">
            <a:extLst xmlns:a="http://schemas.openxmlformats.org/drawingml/2006/main">
              <a:ext uri="{FF2B5EF4-FFF2-40B4-BE49-F238E27FC236}">
                <a16:creationId xmlns:a16="http://schemas.microsoft.com/office/drawing/2014/main" id="{2A939EEB-C0BB-49F4-A713-079E96F3E8C5}"/>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9" name="37-text-19">
            <a:extLst xmlns:a="http://schemas.openxmlformats.org/drawingml/2006/main">
              <a:ext uri="{FF2B5EF4-FFF2-40B4-BE49-F238E27FC236}">
                <a16:creationId xmlns:a16="http://schemas.microsoft.com/office/drawing/2014/main" id="{8F0DCDCC-7038-4819-9438-3F9E18982D01}"/>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0" name="narrative-number">
            <a:extLst xmlns:a="http://schemas.openxmlformats.org/drawingml/2006/main">
              <a:ext uri="{FF2B5EF4-FFF2-40B4-BE49-F238E27FC236}">
                <a16:creationId xmlns:a16="http://schemas.microsoft.com/office/drawing/2014/main" id="{BBD4AA02-998C-4D5C-8576-91F165971C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369079274"/>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1" name="!!area-name">
            <a:extLst xmlns:a="http://schemas.openxmlformats.org/drawingml/2006/main">
              <a:ext uri="{FF2B5EF4-FFF2-40B4-BE49-F238E27FC236}">
                <a16:creationId xmlns:a16="http://schemas.microsoft.com/office/drawing/2014/main" id="{71F271C4-DE27-4342-B6B9-8DD6789E6F6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3" name="mini-map"/>
          <p:cNvPicPr>
            <a:picLocks xmlns:a="http://schemas.openxmlformats.org/drawingml/2006/main" noChangeAspect="1"/>
          </p:cNvPicPr>
          <p:nvPr/>
        </p:nvPicPr>
        <p:blipFill>
          <a:blip xmlns:r="http://schemas.openxmlformats.org/officeDocument/2006/relationships" xmlns:a="http://schemas.openxmlformats.org/drawingml/2006/main" r:embed="Ra841df65952c49a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3" name="slide-title">
            <a:extLst xmlns:a="http://schemas.openxmlformats.org/drawingml/2006/main">
              <a:ext uri="{FF2B5EF4-FFF2-40B4-BE49-F238E27FC236}">
                <a16:creationId xmlns:a16="http://schemas.microsoft.com/office/drawing/2014/main" id="{7C998536-4410-4329-AF5E-14E2D1B6E0C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4" name="header-divider">
            <a:extLst xmlns:a="http://schemas.openxmlformats.org/drawingml/2006/main">
              <a:ext uri="{FF2B5EF4-FFF2-40B4-BE49-F238E27FC236}">
                <a16:creationId xmlns:a16="http://schemas.microsoft.com/office/drawing/2014/main" id="{E19FBC94-1A2E-44A5-97F8-F7174673F66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5" name="38-text-1">
            <a:extLst xmlns:a="http://schemas.openxmlformats.org/drawingml/2006/main">
              <a:ext uri="{FF2B5EF4-FFF2-40B4-BE49-F238E27FC236}">
                <a16:creationId xmlns:a16="http://schemas.microsoft.com/office/drawing/2014/main" id="{6CA64C38-4160-4147-B1E8-8B7E2BA14931}"/>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6" name="38-text-2">
            <a:extLst xmlns:a="http://schemas.openxmlformats.org/drawingml/2006/main">
              <a:ext uri="{FF2B5EF4-FFF2-40B4-BE49-F238E27FC236}">
                <a16:creationId xmlns:a16="http://schemas.microsoft.com/office/drawing/2014/main" id="{B80134A4-93DF-4782-9A3C-AB5E4DF127B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7" name="38-text-3">
            <a:extLst xmlns:a="http://schemas.openxmlformats.org/drawingml/2006/main">
              <a:ext uri="{FF2B5EF4-FFF2-40B4-BE49-F238E27FC236}">
                <a16:creationId xmlns:a16="http://schemas.microsoft.com/office/drawing/2014/main" id="{93B62E96-52C9-4C36-BE87-9BCF469AB1DD}"/>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8" name="38-text-4">
            <a:extLst xmlns:a="http://schemas.openxmlformats.org/drawingml/2006/main">
              <a:ext uri="{FF2B5EF4-FFF2-40B4-BE49-F238E27FC236}">
                <a16:creationId xmlns:a16="http://schemas.microsoft.com/office/drawing/2014/main" id="{75FB873D-EA47-4DBF-9AA5-43CE8298401B}"/>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9" name="38-text-5">
            <a:extLst xmlns:a="http://schemas.openxmlformats.org/drawingml/2006/main">
              <a:ext uri="{FF2B5EF4-FFF2-40B4-BE49-F238E27FC236}">
                <a16:creationId xmlns:a16="http://schemas.microsoft.com/office/drawing/2014/main" id="{F72D1DF6-3102-448A-BA63-50CB174C2E33}"/>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0" name="38-text-6">
            <a:extLst xmlns:a="http://schemas.openxmlformats.org/drawingml/2006/main">
              <a:ext uri="{FF2B5EF4-FFF2-40B4-BE49-F238E27FC236}">
                <a16:creationId xmlns:a16="http://schemas.microsoft.com/office/drawing/2014/main" id="{FCDDB137-4779-4163-AD8B-F8D9D0EF2A78}"/>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1" name="narrative-number">
            <a:extLst xmlns:a="http://schemas.openxmlformats.org/drawingml/2006/main">
              <a:ext uri="{FF2B5EF4-FFF2-40B4-BE49-F238E27FC236}">
                <a16:creationId xmlns:a16="http://schemas.microsoft.com/office/drawing/2014/main" id="{EDBD32EE-7DC7-4AC8-BA43-E23BADB76D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889065891"/>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2" name="!!area-name">
            <a:extLst xmlns:a="http://schemas.openxmlformats.org/drawingml/2006/main">
              <a:ext uri="{FF2B5EF4-FFF2-40B4-BE49-F238E27FC236}">
                <a16:creationId xmlns:a16="http://schemas.microsoft.com/office/drawing/2014/main" id="{3C3D758D-8F89-4AB4-B178-D8B0C739C9F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980217281755405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4" name="slide-title">
            <a:extLst xmlns:a="http://schemas.openxmlformats.org/drawingml/2006/main">
              <a:ext uri="{FF2B5EF4-FFF2-40B4-BE49-F238E27FC236}">
                <a16:creationId xmlns:a16="http://schemas.microsoft.com/office/drawing/2014/main" id="{1A530407-AD26-4340-A8B0-1C2E5217D35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5" name="header-divider">
            <a:extLst xmlns:a="http://schemas.openxmlformats.org/drawingml/2006/main">
              <a:ext uri="{FF2B5EF4-FFF2-40B4-BE49-F238E27FC236}">
                <a16:creationId xmlns:a16="http://schemas.microsoft.com/office/drawing/2014/main" id="{29BB2FB8-B54C-42BF-A477-C863D32AA3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6" name="39-text-1">
            <a:extLst xmlns:a="http://schemas.openxmlformats.org/drawingml/2006/main">
              <a:ext uri="{FF2B5EF4-FFF2-40B4-BE49-F238E27FC236}">
                <a16:creationId xmlns:a16="http://schemas.microsoft.com/office/drawing/2014/main" id="{80F9DE84-D693-4E3F-984E-9CE4321E386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7" name="39-text-2">
            <a:extLst xmlns:a="http://schemas.openxmlformats.org/drawingml/2006/main">
              <a:ext uri="{FF2B5EF4-FFF2-40B4-BE49-F238E27FC236}">
                <a16:creationId xmlns:a16="http://schemas.microsoft.com/office/drawing/2014/main" id="{EF7B783F-59FE-4C5C-BD4D-4DE9EBC2AAF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8" name="39-text-3">
            <a:extLst xmlns:a="http://schemas.openxmlformats.org/drawingml/2006/main">
              <a:ext uri="{FF2B5EF4-FFF2-40B4-BE49-F238E27FC236}">
                <a16:creationId xmlns:a16="http://schemas.microsoft.com/office/drawing/2014/main" id="{D18C9B42-48FA-4BFC-B093-D4EBC4C900A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9" name="39-text-4">
            <a:extLst xmlns:a="http://schemas.openxmlformats.org/drawingml/2006/main">
              <a:ext uri="{FF2B5EF4-FFF2-40B4-BE49-F238E27FC236}">
                <a16:creationId xmlns:a16="http://schemas.microsoft.com/office/drawing/2014/main" id="{68D4B46E-EB77-498E-8DA4-2C8BDB4AABA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0" name="39-text-5">
            <a:extLst xmlns:a="http://schemas.openxmlformats.org/drawingml/2006/main">
              <a:ext uri="{FF2B5EF4-FFF2-40B4-BE49-F238E27FC236}">
                <a16:creationId xmlns:a16="http://schemas.microsoft.com/office/drawing/2014/main" id="{3364CFE8-DF5E-4755-BD5F-5FC79B81B1B4}"/>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1" name="39-text-6">
            <a:extLst xmlns:a="http://schemas.openxmlformats.org/drawingml/2006/main">
              <a:ext uri="{FF2B5EF4-FFF2-40B4-BE49-F238E27FC236}">
                <a16:creationId xmlns:a16="http://schemas.microsoft.com/office/drawing/2014/main" id="{10CD09F5-3EF6-4CE4-A595-CC48C9BFCC5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2" name="39-text-7">
            <a:extLst xmlns:a="http://schemas.openxmlformats.org/drawingml/2006/main">
              <a:ext uri="{FF2B5EF4-FFF2-40B4-BE49-F238E27FC236}">
                <a16:creationId xmlns:a16="http://schemas.microsoft.com/office/drawing/2014/main" id="{AA220B29-0836-4386-A89D-D799F544590B}"/>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3" name="39-text-8">
            <a:extLst xmlns:a="http://schemas.openxmlformats.org/drawingml/2006/main">
              <a:ext uri="{FF2B5EF4-FFF2-40B4-BE49-F238E27FC236}">
                <a16:creationId xmlns:a16="http://schemas.microsoft.com/office/drawing/2014/main" id="{809D7335-1904-4E08-AF2E-FA514885D49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4" name="39-text-9">
            <a:extLst xmlns:a="http://schemas.openxmlformats.org/drawingml/2006/main">
              <a:ext uri="{FF2B5EF4-FFF2-40B4-BE49-F238E27FC236}">
                <a16:creationId xmlns:a16="http://schemas.microsoft.com/office/drawing/2014/main" id="{80C7F159-FEC3-4203-B785-C40ACB5D56C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5" name="narrative-number">
            <a:extLst xmlns:a="http://schemas.openxmlformats.org/drawingml/2006/main">
              <a:ext uri="{FF2B5EF4-FFF2-40B4-BE49-F238E27FC236}">
                <a16:creationId xmlns:a16="http://schemas.microsoft.com/office/drawing/2014/main" id="{CF42FA0E-0C95-4F09-A56E-027ADAF24F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601438434"/>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B0114B89-8E92-473F-9F5C-09B64C1B4F2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5" name="mini-map"/>
          <p:cNvPicPr>
            <a:picLocks xmlns:a="http://schemas.openxmlformats.org/drawingml/2006/main" noChangeAspect="1"/>
          </p:cNvPicPr>
          <p:nvPr/>
        </p:nvPicPr>
        <p:blipFill>
          <a:blip xmlns:r="http://schemas.openxmlformats.org/officeDocument/2006/relationships" xmlns:a="http://schemas.openxmlformats.org/drawingml/2006/main" r:embed="R149d6ab90ec344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CF1A9B0F-9ED9-4848-98AD-5F9E97C95C8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9" name="header-divider">
            <a:extLst xmlns:a="http://schemas.openxmlformats.org/drawingml/2006/main">
              <a:ext uri="{FF2B5EF4-FFF2-40B4-BE49-F238E27FC236}">
                <a16:creationId xmlns:a16="http://schemas.microsoft.com/office/drawing/2014/main" id="{FB32B9BF-42FA-463C-9A84-E46C1DAC7D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0" name="40-text-1">
            <a:extLst xmlns:a="http://schemas.openxmlformats.org/drawingml/2006/main">
              <a:ext uri="{FF2B5EF4-FFF2-40B4-BE49-F238E27FC236}">
                <a16:creationId xmlns:a16="http://schemas.microsoft.com/office/drawing/2014/main" id="{8BBF9EA0-4331-407A-AA4A-04E77A4C08A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9"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2" name="40-text-3">
            <a:extLst xmlns:a="http://schemas.openxmlformats.org/drawingml/2006/main">
              <a:ext uri="{FF2B5EF4-FFF2-40B4-BE49-F238E27FC236}">
                <a16:creationId xmlns:a16="http://schemas.microsoft.com/office/drawing/2014/main" id="{0448800D-C807-4933-ADEA-E6DABD9FE155}"/>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3" name="narrative-number">
            <a:extLst xmlns:a="http://schemas.openxmlformats.org/drawingml/2006/main">
              <a:ext uri="{FF2B5EF4-FFF2-40B4-BE49-F238E27FC236}">
                <a16:creationId xmlns:a16="http://schemas.microsoft.com/office/drawing/2014/main" id="{8B4F920B-C904-4CBD-9994-C0BFDBB1AB8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373375647"/>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3" name="41-image-1"/>
          <p:cNvPicPr>
            <a:picLocks xmlns:a="http://schemas.openxmlformats.org/drawingml/2006/main" noChangeAspect="1"/>
          </p:cNvPicPr>
          <p:nvPr/>
        </p:nvPicPr>
        <p:blipFill>
          <a:blip xmlns:r="http://schemas.openxmlformats.org/officeDocument/2006/relationships" xmlns:a="http://schemas.openxmlformats.org/drawingml/2006/main" r:embed="Rd2ed116b3c274c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5" name="slide-title">
            <a:extLst xmlns:a="http://schemas.openxmlformats.org/drawingml/2006/main">
              <a:ext uri="{FF2B5EF4-FFF2-40B4-BE49-F238E27FC236}">
                <a16:creationId xmlns:a16="http://schemas.microsoft.com/office/drawing/2014/main" id="{547C327A-5EB1-4D2F-B82B-1CC09627E53B}"/>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6" name="area-key-1">
            <a:extLst xmlns:a="http://schemas.openxmlformats.org/drawingml/2006/main">
              <a:ext uri="{FF2B5EF4-FFF2-40B4-BE49-F238E27FC236}">
                <a16:creationId xmlns:a16="http://schemas.microsoft.com/office/drawing/2014/main" id="{29E98F2E-6816-4247-A571-16D32D37782A}"/>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7" name="area-key-2">
            <a:extLst xmlns:a="http://schemas.openxmlformats.org/drawingml/2006/main">
              <a:ext uri="{FF2B5EF4-FFF2-40B4-BE49-F238E27FC236}">
                <a16:creationId xmlns:a16="http://schemas.microsoft.com/office/drawing/2014/main" id="{9EBE09FB-4733-4EBD-A45B-F532B4A26379}"/>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8" name="area-key-3">
            <a:extLst xmlns:a="http://schemas.openxmlformats.org/drawingml/2006/main">
              <a:ext uri="{FF2B5EF4-FFF2-40B4-BE49-F238E27FC236}">
                <a16:creationId xmlns:a16="http://schemas.microsoft.com/office/drawing/2014/main" id="{760D818F-F820-4827-85D7-5547C337537A}"/>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9" name="area-key-4">
            <a:extLst xmlns:a="http://schemas.openxmlformats.org/drawingml/2006/main">
              <a:ext uri="{FF2B5EF4-FFF2-40B4-BE49-F238E27FC236}">
                <a16:creationId xmlns:a16="http://schemas.microsoft.com/office/drawing/2014/main" id="{EC8BA8D7-4855-41C7-9AEF-03033CAA723A}"/>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10" name="area-key-5">
            <a:extLst xmlns:a="http://schemas.openxmlformats.org/drawingml/2006/main">
              <a:ext uri="{FF2B5EF4-FFF2-40B4-BE49-F238E27FC236}">
                <a16:creationId xmlns:a16="http://schemas.microsoft.com/office/drawing/2014/main" id="{24657F3F-B12D-47E9-9ABF-B3E649CB1B63}"/>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1" name="area-key-6">
            <a:extLst xmlns:a="http://schemas.openxmlformats.org/drawingml/2006/main">
              <a:ext uri="{FF2B5EF4-FFF2-40B4-BE49-F238E27FC236}">
                <a16:creationId xmlns:a16="http://schemas.microsoft.com/office/drawing/2014/main" id="{467D9423-57AD-489F-96EE-A64A7E1AA5D8}"/>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2" name="narrative-number">
            <a:extLst xmlns:a="http://schemas.openxmlformats.org/drawingml/2006/main">
              <a:ext uri="{FF2B5EF4-FFF2-40B4-BE49-F238E27FC236}">
                <a16:creationId xmlns:a16="http://schemas.microsoft.com/office/drawing/2014/main" id="{6C8BA8E6-01E3-415E-BF77-7CFD14D71F8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498520766"/>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3" name="section-label">
            <a:extLst xmlns:a="http://schemas.openxmlformats.org/drawingml/2006/main">
              <a:ext uri="{FF2B5EF4-FFF2-40B4-BE49-F238E27FC236}">
                <a16:creationId xmlns:a16="http://schemas.microsoft.com/office/drawing/2014/main" id="{9FC85F4D-4284-43C0-B328-6485ECD76BB1}"/>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4" name="section-rule">
            <a:extLst xmlns:a="http://schemas.openxmlformats.org/drawingml/2006/main">
              <a:ext uri="{FF2B5EF4-FFF2-40B4-BE49-F238E27FC236}">
                <a16:creationId xmlns:a16="http://schemas.microsoft.com/office/drawing/2014/main" id="{95102A19-A1EF-409D-8649-7E88A72CFC8C}"/>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5" name="section-title">
            <a:extLst xmlns:a="http://schemas.openxmlformats.org/drawingml/2006/main">
              <a:ext uri="{FF2B5EF4-FFF2-40B4-BE49-F238E27FC236}">
                <a16:creationId xmlns:a16="http://schemas.microsoft.com/office/drawing/2014/main" id="{E2737F5E-1866-460D-A957-3C1B79BB6C6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6" name="narrative-number">
            <a:extLst xmlns:a="http://schemas.openxmlformats.org/drawingml/2006/main">
              <a:ext uri="{FF2B5EF4-FFF2-40B4-BE49-F238E27FC236}">
                <a16:creationId xmlns:a16="http://schemas.microsoft.com/office/drawing/2014/main" id="{A4CC69E5-E378-406D-B2DD-52AE029F1F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3688912503"/>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7" name="!!area-name">
            <a:extLst xmlns:a="http://schemas.openxmlformats.org/drawingml/2006/main">
              <a:ext uri="{FF2B5EF4-FFF2-40B4-BE49-F238E27FC236}">
                <a16:creationId xmlns:a16="http://schemas.microsoft.com/office/drawing/2014/main" id="{E611BE48-E22D-4C31-A8D8-02939610F2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4" name="mini-map"/>
          <p:cNvPicPr>
            <a:picLocks xmlns:a="http://schemas.openxmlformats.org/drawingml/2006/main" noChangeAspect="1"/>
          </p:cNvPicPr>
          <p:nvPr/>
        </p:nvPicPr>
        <p:blipFill>
          <a:blip xmlns:r="http://schemas.openxmlformats.org/officeDocument/2006/relationships" xmlns:a="http://schemas.openxmlformats.org/drawingml/2006/main" r:embed="R0295bd9f159c43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9" name="slide-title">
            <a:extLst xmlns:a="http://schemas.openxmlformats.org/drawingml/2006/main">
              <a:ext uri="{FF2B5EF4-FFF2-40B4-BE49-F238E27FC236}">
                <a16:creationId xmlns:a16="http://schemas.microsoft.com/office/drawing/2014/main" id="{79DD8CDD-CEE0-4DC6-9374-B53C820878B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0" name="header-divider">
            <a:extLst xmlns:a="http://schemas.openxmlformats.org/drawingml/2006/main">
              <a:ext uri="{FF2B5EF4-FFF2-40B4-BE49-F238E27FC236}">
                <a16:creationId xmlns:a16="http://schemas.microsoft.com/office/drawing/2014/main" id="{66278D62-78A6-4736-86C3-9CC6CF5F2D5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7"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2" name="narrative-number">
            <a:extLst xmlns:a="http://schemas.openxmlformats.org/drawingml/2006/main">
              <a:ext uri="{FF2B5EF4-FFF2-40B4-BE49-F238E27FC236}">
                <a16:creationId xmlns:a16="http://schemas.microsoft.com/office/drawing/2014/main" id="{92391FCE-D032-4C60-A055-721C500FE9B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242098586"/>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3" name="!!area-name">
            <a:extLst xmlns:a="http://schemas.openxmlformats.org/drawingml/2006/main">
              <a:ext uri="{FF2B5EF4-FFF2-40B4-BE49-F238E27FC236}">
                <a16:creationId xmlns:a16="http://schemas.microsoft.com/office/drawing/2014/main" id="{29496300-154E-4139-8379-B90175F5315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30" name="mini-map"/>
          <p:cNvPicPr>
            <a:picLocks xmlns:a="http://schemas.openxmlformats.org/drawingml/2006/main" noChangeAspect="1"/>
          </p:cNvPicPr>
          <p:nvPr/>
        </p:nvPicPr>
        <p:blipFill>
          <a:blip xmlns:r="http://schemas.openxmlformats.org/officeDocument/2006/relationships" xmlns:a="http://schemas.openxmlformats.org/drawingml/2006/main" r:embed="Rbf291126cd3048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5" name="slide-title">
            <a:extLst xmlns:a="http://schemas.openxmlformats.org/drawingml/2006/main">
              <a:ext uri="{FF2B5EF4-FFF2-40B4-BE49-F238E27FC236}">
                <a16:creationId xmlns:a16="http://schemas.microsoft.com/office/drawing/2014/main" id="{961D7059-60E2-4FB2-84E8-D3B3F844F51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6" name="header-divider">
            <a:extLst xmlns:a="http://schemas.openxmlformats.org/drawingml/2006/main">
              <a:ext uri="{FF2B5EF4-FFF2-40B4-BE49-F238E27FC236}">
                <a16:creationId xmlns:a16="http://schemas.microsoft.com/office/drawing/2014/main" id="{95600847-6747-4BD4-ABA3-23A33AACCDD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3"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8" name="narrative-number">
            <a:extLst xmlns:a="http://schemas.openxmlformats.org/drawingml/2006/main">
              <a:ext uri="{FF2B5EF4-FFF2-40B4-BE49-F238E27FC236}">
                <a16:creationId xmlns:a16="http://schemas.microsoft.com/office/drawing/2014/main" id="{0F8F43A5-C07D-45A9-87DF-77996C1778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06916380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9" name="!!area-name">
            <a:extLst xmlns:a="http://schemas.openxmlformats.org/drawingml/2006/main">
              <a:ext uri="{FF2B5EF4-FFF2-40B4-BE49-F238E27FC236}">
                <a16:creationId xmlns:a16="http://schemas.microsoft.com/office/drawing/2014/main" id="{48BF20FF-346D-4D67-BF0F-F68FC3C4D2A8}"/>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0" name="header-divider">
            <a:extLst xmlns:a="http://schemas.openxmlformats.org/drawingml/2006/main">
              <a:ext uri="{FF2B5EF4-FFF2-40B4-BE49-F238E27FC236}">
                <a16:creationId xmlns:a16="http://schemas.microsoft.com/office/drawing/2014/main" id="{D752C1AC-8356-4FE9-8135-0980527DA92B}"/>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1" name="45-shape-1">
            <a:extLst xmlns:a="http://schemas.openxmlformats.org/drawingml/2006/main">
              <a:ext uri="{FF2B5EF4-FFF2-40B4-BE49-F238E27FC236}">
                <a16:creationId xmlns:a16="http://schemas.microsoft.com/office/drawing/2014/main" id="{B698D62F-FE17-4957-89E0-FD77D7FC6F40}"/>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2" name="45-shape-2">
            <a:extLst xmlns:a="http://schemas.openxmlformats.org/drawingml/2006/main">
              <a:ext uri="{FF2B5EF4-FFF2-40B4-BE49-F238E27FC236}">
                <a16:creationId xmlns:a16="http://schemas.microsoft.com/office/drawing/2014/main" id="{EB7B1DDD-4BDA-462B-B823-EE9C340D67E6}"/>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33" name="45-text-3">
            <a:extLst xmlns:a="http://schemas.openxmlformats.org/drawingml/2006/main">
              <a:ext uri="{FF2B5EF4-FFF2-40B4-BE49-F238E27FC236}">
                <a16:creationId xmlns:a16="http://schemas.microsoft.com/office/drawing/2014/main" id="{56EEF8D6-35F9-4D7B-8817-C1108EF35EE8}"/>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34" name="45-text-4">
            <a:extLst xmlns:a="http://schemas.openxmlformats.org/drawingml/2006/main">
              <a:ext uri="{FF2B5EF4-FFF2-40B4-BE49-F238E27FC236}">
                <a16:creationId xmlns:a16="http://schemas.microsoft.com/office/drawing/2014/main" id="{8D28545F-E1EA-440C-8908-7B04D435941A}"/>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5" name="45-shape-5">
            <a:extLst xmlns:a="http://schemas.openxmlformats.org/drawingml/2006/main">
              <a:ext uri="{FF2B5EF4-FFF2-40B4-BE49-F238E27FC236}">
                <a16:creationId xmlns:a16="http://schemas.microsoft.com/office/drawing/2014/main" id="{1BCF3C1D-A64A-48D6-AF78-670B11A0F10B}"/>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6" name="45-shape-6">
            <a:extLst xmlns:a="http://schemas.openxmlformats.org/drawingml/2006/main">
              <a:ext uri="{FF2B5EF4-FFF2-40B4-BE49-F238E27FC236}">
                <a16:creationId xmlns:a16="http://schemas.microsoft.com/office/drawing/2014/main" id="{41339214-0797-453A-A5DD-14F07BD76282}"/>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7" name="45-text-7">
            <a:extLst xmlns:a="http://schemas.openxmlformats.org/drawingml/2006/main">
              <a:ext uri="{FF2B5EF4-FFF2-40B4-BE49-F238E27FC236}">
                <a16:creationId xmlns:a16="http://schemas.microsoft.com/office/drawing/2014/main" id="{B6BAE232-DCAE-40A7-ADC8-5FA3D956E812}"/>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8" name="45-text-8">
            <a:extLst xmlns:a="http://schemas.openxmlformats.org/drawingml/2006/main">
              <a:ext uri="{FF2B5EF4-FFF2-40B4-BE49-F238E27FC236}">
                <a16:creationId xmlns:a16="http://schemas.microsoft.com/office/drawing/2014/main" id="{E10C5BAC-ED4F-4DBC-A0B0-732A2BD23714}"/>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9" name="45-shape-9">
            <a:extLst xmlns:a="http://schemas.openxmlformats.org/drawingml/2006/main">
              <a:ext uri="{FF2B5EF4-FFF2-40B4-BE49-F238E27FC236}">
                <a16:creationId xmlns:a16="http://schemas.microsoft.com/office/drawing/2014/main" id="{70C6F2F4-7A5C-4D1F-9D9D-DD0B155C23AE}"/>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0" name="45-shape-10">
            <a:extLst xmlns:a="http://schemas.openxmlformats.org/drawingml/2006/main">
              <a:ext uri="{FF2B5EF4-FFF2-40B4-BE49-F238E27FC236}">
                <a16:creationId xmlns:a16="http://schemas.microsoft.com/office/drawing/2014/main" id="{BC8C7D36-9176-45EB-B875-480FBB545542}"/>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1" name="45-text-11">
            <a:extLst xmlns:a="http://schemas.openxmlformats.org/drawingml/2006/main">
              <a:ext uri="{FF2B5EF4-FFF2-40B4-BE49-F238E27FC236}">
                <a16:creationId xmlns:a16="http://schemas.microsoft.com/office/drawing/2014/main" id="{F05975D3-3197-4CF8-95AC-0156666CD189}"/>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2" name="45-text-12">
            <a:extLst xmlns:a="http://schemas.openxmlformats.org/drawingml/2006/main">
              <a:ext uri="{FF2B5EF4-FFF2-40B4-BE49-F238E27FC236}">
                <a16:creationId xmlns:a16="http://schemas.microsoft.com/office/drawing/2014/main" id="{BEFF04A9-CDC7-415D-AB93-08A810CDD339}"/>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43" name="45-shape-13">
            <a:extLst xmlns:a="http://schemas.openxmlformats.org/drawingml/2006/main">
              <a:ext uri="{FF2B5EF4-FFF2-40B4-BE49-F238E27FC236}">
                <a16:creationId xmlns:a16="http://schemas.microsoft.com/office/drawing/2014/main" id="{1F054892-1DE7-49EE-9C73-E36E5FDBC99E}"/>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4" name="45-shape-14">
            <a:extLst xmlns:a="http://schemas.openxmlformats.org/drawingml/2006/main">
              <a:ext uri="{FF2B5EF4-FFF2-40B4-BE49-F238E27FC236}">
                <a16:creationId xmlns:a16="http://schemas.microsoft.com/office/drawing/2014/main" id="{BC8EF8B7-20B5-4174-892C-3677B90C4159}"/>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5" name="45-text-15">
            <a:extLst xmlns:a="http://schemas.openxmlformats.org/drawingml/2006/main">
              <a:ext uri="{FF2B5EF4-FFF2-40B4-BE49-F238E27FC236}">
                <a16:creationId xmlns:a16="http://schemas.microsoft.com/office/drawing/2014/main" id="{BCA58D6B-A25C-479E-9069-1BBCCD633545}"/>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6" name="45-text-16">
            <a:extLst xmlns:a="http://schemas.openxmlformats.org/drawingml/2006/main">
              <a:ext uri="{FF2B5EF4-FFF2-40B4-BE49-F238E27FC236}">
                <a16:creationId xmlns:a16="http://schemas.microsoft.com/office/drawing/2014/main" id="{EAB68ED5-45F0-4D38-80FE-B814D0168E85}"/>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7" name="45-shape-17">
            <a:extLst xmlns:a="http://schemas.openxmlformats.org/drawingml/2006/main">
              <a:ext uri="{FF2B5EF4-FFF2-40B4-BE49-F238E27FC236}">
                <a16:creationId xmlns:a16="http://schemas.microsoft.com/office/drawing/2014/main" id="{921859FC-29D6-4467-8B70-6A0C278C6227}"/>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8" name="45-shape-18">
            <a:extLst xmlns:a="http://schemas.openxmlformats.org/drawingml/2006/main">
              <a:ext uri="{FF2B5EF4-FFF2-40B4-BE49-F238E27FC236}">
                <a16:creationId xmlns:a16="http://schemas.microsoft.com/office/drawing/2014/main" id="{FE4ACB2F-14EC-42AD-ACEE-A2EAA4DD3DDD}"/>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9" name="45-text-19">
            <a:extLst xmlns:a="http://schemas.openxmlformats.org/drawingml/2006/main">
              <a:ext uri="{FF2B5EF4-FFF2-40B4-BE49-F238E27FC236}">
                <a16:creationId xmlns:a16="http://schemas.microsoft.com/office/drawing/2014/main" id="{6DFE2343-822F-40DC-8DEA-C8318F0A9544}"/>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50" name="45-text-20">
            <a:extLst xmlns:a="http://schemas.openxmlformats.org/drawingml/2006/main">
              <a:ext uri="{FF2B5EF4-FFF2-40B4-BE49-F238E27FC236}">
                <a16:creationId xmlns:a16="http://schemas.microsoft.com/office/drawing/2014/main" id="{131D6087-152D-4F21-B651-EC4FCC1F2C0D}"/>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1" name="45-shape-21">
            <a:extLst xmlns:a="http://schemas.openxmlformats.org/drawingml/2006/main">
              <a:ext uri="{FF2B5EF4-FFF2-40B4-BE49-F238E27FC236}">
                <a16:creationId xmlns:a16="http://schemas.microsoft.com/office/drawing/2014/main" id="{5C990D4E-1782-4E83-8F9A-2A179D32FB3A}"/>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2" name="45-shape-22">
            <a:extLst xmlns:a="http://schemas.openxmlformats.org/drawingml/2006/main">
              <a:ext uri="{FF2B5EF4-FFF2-40B4-BE49-F238E27FC236}">
                <a16:creationId xmlns:a16="http://schemas.microsoft.com/office/drawing/2014/main" id="{58071317-25BA-4868-B0D9-2B882529E90C}"/>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3" name="45-text-23">
            <a:extLst xmlns:a="http://schemas.openxmlformats.org/drawingml/2006/main">
              <a:ext uri="{FF2B5EF4-FFF2-40B4-BE49-F238E27FC236}">
                <a16:creationId xmlns:a16="http://schemas.microsoft.com/office/drawing/2014/main" id="{3ED8CF6A-AE23-4753-A084-5C6AF14F1FEE}"/>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54" name="45-text-24">
            <a:extLst xmlns:a="http://schemas.openxmlformats.org/drawingml/2006/main">
              <a:ext uri="{FF2B5EF4-FFF2-40B4-BE49-F238E27FC236}">
                <a16:creationId xmlns:a16="http://schemas.microsoft.com/office/drawing/2014/main" id="{7C9EAEBF-06C7-4137-ACE2-83287F5B0268}"/>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5" name="narrative-number">
            <a:extLst xmlns:a="http://schemas.openxmlformats.org/drawingml/2006/main">
              <a:ext uri="{FF2B5EF4-FFF2-40B4-BE49-F238E27FC236}">
                <a16:creationId xmlns:a16="http://schemas.microsoft.com/office/drawing/2014/main" id="{22B70F8C-ACF4-423E-948F-33AB43AAF0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933600287"/>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6" name="!!area-name">
            <a:extLst xmlns:a="http://schemas.openxmlformats.org/drawingml/2006/main">
              <a:ext uri="{FF2B5EF4-FFF2-40B4-BE49-F238E27FC236}">
                <a16:creationId xmlns:a16="http://schemas.microsoft.com/office/drawing/2014/main" id="{48B3EC5C-6232-47E6-9964-70181E444B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4" name="mini-map"/>
          <p:cNvPicPr>
            <a:picLocks xmlns:a="http://schemas.openxmlformats.org/drawingml/2006/main" noChangeAspect="1"/>
          </p:cNvPicPr>
          <p:nvPr/>
        </p:nvPicPr>
        <p:blipFill>
          <a:blip xmlns:r="http://schemas.openxmlformats.org/officeDocument/2006/relationships" xmlns:a="http://schemas.openxmlformats.org/drawingml/2006/main" r:embed="R9cf54e5c75fe43a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8" name="slide-title">
            <a:extLst xmlns:a="http://schemas.openxmlformats.org/drawingml/2006/main">
              <a:ext uri="{FF2B5EF4-FFF2-40B4-BE49-F238E27FC236}">
                <a16:creationId xmlns:a16="http://schemas.microsoft.com/office/drawing/2014/main" id="{C0CBA696-E219-4AF6-931F-19164C0B39F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9" name="header-divider">
            <a:extLst xmlns:a="http://schemas.openxmlformats.org/drawingml/2006/main">
              <a:ext uri="{FF2B5EF4-FFF2-40B4-BE49-F238E27FC236}">
                <a16:creationId xmlns:a16="http://schemas.microsoft.com/office/drawing/2014/main" id="{40F02F0C-CF5A-4EF4-92FC-F8834624728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0" name="46-shape-1">
            <a:extLst xmlns:a="http://schemas.openxmlformats.org/drawingml/2006/main">
              <a:ext uri="{FF2B5EF4-FFF2-40B4-BE49-F238E27FC236}">
                <a16:creationId xmlns:a16="http://schemas.microsoft.com/office/drawing/2014/main" id="{84350A9F-5612-4C56-9616-16FAE447062D}"/>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1" name="46-text-2">
            <a:extLst xmlns:a="http://schemas.openxmlformats.org/drawingml/2006/main">
              <a:ext uri="{FF2B5EF4-FFF2-40B4-BE49-F238E27FC236}">
                <a16:creationId xmlns:a16="http://schemas.microsoft.com/office/drawing/2014/main" id="{0D7B27F0-2904-4016-8388-85CF9FD50297}"/>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2" name="46-text-3">
            <a:extLst xmlns:a="http://schemas.openxmlformats.org/drawingml/2006/main">
              <a:ext uri="{FF2B5EF4-FFF2-40B4-BE49-F238E27FC236}">
                <a16:creationId xmlns:a16="http://schemas.microsoft.com/office/drawing/2014/main" id="{191BE615-4FBD-44BE-B882-7648E9DEC01C}"/>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63" name="46-shape-4">
            <a:extLst xmlns:a="http://schemas.openxmlformats.org/drawingml/2006/main">
              <a:ext uri="{FF2B5EF4-FFF2-40B4-BE49-F238E27FC236}">
                <a16:creationId xmlns:a16="http://schemas.microsoft.com/office/drawing/2014/main" id="{F218FA1C-42E5-4F80-8245-660D234FC69E}"/>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4" name="46-text-5">
            <a:extLst xmlns:a="http://schemas.openxmlformats.org/drawingml/2006/main">
              <a:ext uri="{FF2B5EF4-FFF2-40B4-BE49-F238E27FC236}">
                <a16:creationId xmlns:a16="http://schemas.microsoft.com/office/drawing/2014/main" id="{E45BE529-18FB-41D0-84D0-C7F16BD73949}"/>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5" name="46-text-6">
            <a:extLst xmlns:a="http://schemas.openxmlformats.org/drawingml/2006/main">
              <a:ext uri="{FF2B5EF4-FFF2-40B4-BE49-F238E27FC236}">
                <a16:creationId xmlns:a16="http://schemas.microsoft.com/office/drawing/2014/main" id="{11E6A4BE-3275-4DC3-9E1A-A9354B3FCAE6}"/>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6" name="46-shape-7">
            <a:extLst xmlns:a="http://schemas.openxmlformats.org/drawingml/2006/main">
              <a:ext uri="{FF2B5EF4-FFF2-40B4-BE49-F238E27FC236}">
                <a16:creationId xmlns:a16="http://schemas.microsoft.com/office/drawing/2014/main" id="{1D69B23B-435F-4ADB-806C-EB3DB381CDF8}"/>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7" name="46-text-8">
            <a:extLst xmlns:a="http://schemas.openxmlformats.org/drawingml/2006/main">
              <a:ext uri="{FF2B5EF4-FFF2-40B4-BE49-F238E27FC236}">
                <a16:creationId xmlns:a16="http://schemas.microsoft.com/office/drawing/2014/main" id="{6F29698B-B681-40C0-82B1-10FBE23A1D94}"/>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8" name="46-text-9">
            <a:extLst xmlns:a="http://schemas.openxmlformats.org/drawingml/2006/main">
              <a:ext uri="{FF2B5EF4-FFF2-40B4-BE49-F238E27FC236}">
                <a16:creationId xmlns:a16="http://schemas.microsoft.com/office/drawing/2014/main" id="{95B13DDA-D38E-4407-B96C-733150E584DD}"/>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9" name="46-shape-10">
            <a:extLst xmlns:a="http://schemas.openxmlformats.org/drawingml/2006/main">
              <a:ext uri="{FF2B5EF4-FFF2-40B4-BE49-F238E27FC236}">
                <a16:creationId xmlns:a16="http://schemas.microsoft.com/office/drawing/2014/main" id="{DD781413-E71E-49FB-93D1-631E9DF856CF}"/>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0" name="46-text-11">
            <a:extLst xmlns:a="http://schemas.openxmlformats.org/drawingml/2006/main">
              <a:ext uri="{FF2B5EF4-FFF2-40B4-BE49-F238E27FC236}">
                <a16:creationId xmlns:a16="http://schemas.microsoft.com/office/drawing/2014/main" id="{79F22E98-41E6-4DCE-A295-23D121163170}"/>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1" name="46-text-12">
            <a:extLst xmlns:a="http://schemas.openxmlformats.org/drawingml/2006/main">
              <a:ext uri="{FF2B5EF4-FFF2-40B4-BE49-F238E27FC236}">
                <a16:creationId xmlns:a16="http://schemas.microsoft.com/office/drawing/2014/main" id="{5CF005AE-3FB6-4D93-85A1-D6221BF6062C}"/>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2" name="narrative-number">
            <a:extLst xmlns:a="http://schemas.openxmlformats.org/drawingml/2006/main">
              <a:ext uri="{FF2B5EF4-FFF2-40B4-BE49-F238E27FC236}">
                <a16:creationId xmlns:a16="http://schemas.microsoft.com/office/drawing/2014/main" id="{AE376EAB-47BF-4F19-B822-18CE4B04D3B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128456159"/>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3" name="47-text-1">
            <a:extLst xmlns:a="http://schemas.openxmlformats.org/drawingml/2006/main">
              <a:ext uri="{FF2B5EF4-FFF2-40B4-BE49-F238E27FC236}">
                <a16:creationId xmlns:a16="http://schemas.microsoft.com/office/drawing/2014/main" id="{80516A0A-9A31-4F11-9477-7ED418D07BA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74" name="47-text-2">
            <a:extLst xmlns:a="http://schemas.openxmlformats.org/drawingml/2006/main">
              <a:ext uri="{FF2B5EF4-FFF2-40B4-BE49-F238E27FC236}">
                <a16:creationId xmlns:a16="http://schemas.microsoft.com/office/drawing/2014/main" id="{BFA2B6F6-D081-4473-9F22-312650904AA4}"/>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5" name="47-text-3">
            <a:extLst xmlns:a="http://schemas.openxmlformats.org/drawingml/2006/main">
              <a:ext uri="{FF2B5EF4-FFF2-40B4-BE49-F238E27FC236}">
                <a16:creationId xmlns:a16="http://schemas.microsoft.com/office/drawing/2014/main" id="{6A0D7B55-DB35-4B64-ACFF-67A951FD5D1A}"/>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6" name="narrative-number">
            <a:extLst xmlns:a="http://schemas.openxmlformats.org/drawingml/2006/main">
              <a:ext uri="{FF2B5EF4-FFF2-40B4-BE49-F238E27FC236}">
                <a16:creationId xmlns:a16="http://schemas.microsoft.com/office/drawing/2014/main" id="{598128EB-008D-49B3-80A7-12F6E4B56E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2051651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7" name="slide-title">
            <a:extLst xmlns:a="http://schemas.openxmlformats.org/drawingml/2006/main">
              <a:ext uri="{FF2B5EF4-FFF2-40B4-BE49-F238E27FC236}">
                <a16:creationId xmlns:a16="http://schemas.microsoft.com/office/drawing/2014/main" id="{DDCF85E0-10F7-4C77-A51A-F649502F8BD6}"/>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8" name="header-divider">
            <a:extLst xmlns:a="http://schemas.openxmlformats.org/drawingml/2006/main">
              <a:ext uri="{FF2B5EF4-FFF2-40B4-BE49-F238E27FC236}">
                <a16:creationId xmlns:a16="http://schemas.microsoft.com/office/drawing/2014/main" id="{215A8F9A-68F1-42E4-85C4-3536E65E48B7}"/>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9" name="48-text-1">
            <a:extLst xmlns:a="http://schemas.openxmlformats.org/drawingml/2006/main">
              <a:ext uri="{FF2B5EF4-FFF2-40B4-BE49-F238E27FC236}">
                <a16:creationId xmlns:a16="http://schemas.microsoft.com/office/drawing/2014/main" id="{362CC98D-F17F-43DC-B09C-1E23CA4B340C}"/>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80" name="48-text-2">
            <a:extLst xmlns:a="http://schemas.openxmlformats.org/drawingml/2006/main">
              <a:ext uri="{FF2B5EF4-FFF2-40B4-BE49-F238E27FC236}">
                <a16:creationId xmlns:a16="http://schemas.microsoft.com/office/drawing/2014/main" id="{A552431E-E621-4544-BA84-D57CE6F56181}"/>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1" name="48-text-3">
            <a:extLst xmlns:a="http://schemas.openxmlformats.org/drawingml/2006/main">
              <a:ext uri="{FF2B5EF4-FFF2-40B4-BE49-F238E27FC236}">
                <a16:creationId xmlns:a16="http://schemas.microsoft.com/office/drawing/2014/main" id="{14116E45-AC6C-4E6B-BF5F-F767F7C3C87E}"/>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2" name="48-text-4">
            <a:extLst xmlns:a="http://schemas.openxmlformats.org/drawingml/2006/main">
              <a:ext uri="{FF2B5EF4-FFF2-40B4-BE49-F238E27FC236}">
                <a16:creationId xmlns:a16="http://schemas.microsoft.com/office/drawing/2014/main" id="{35E91A27-3151-4388-A3A6-8662AEA96174}"/>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3" name="48-text-5">
            <a:extLst xmlns:a="http://schemas.openxmlformats.org/drawingml/2006/main">
              <a:ext uri="{FF2B5EF4-FFF2-40B4-BE49-F238E27FC236}">
                <a16:creationId xmlns:a16="http://schemas.microsoft.com/office/drawing/2014/main" id="{98E5F67D-8C9D-4D81-8584-11C67EF6C0E7}"/>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4" name="48-text-6">
            <a:extLst xmlns:a="http://schemas.openxmlformats.org/drawingml/2006/main">
              <a:ext uri="{FF2B5EF4-FFF2-40B4-BE49-F238E27FC236}">
                <a16:creationId xmlns:a16="http://schemas.microsoft.com/office/drawing/2014/main" id="{5996915E-1626-49D3-B6A5-0DFB674F6BD8}"/>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85" name="48-text-7">
            <a:extLst xmlns:a="http://schemas.openxmlformats.org/drawingml/2006/main">
              <a:ext uri="{FF2B5EF4-FFF2-40B4-BE49-F238E27FC236}">
                <a16:creationId xmlns:a16="http://schemas.microsoft.com/office/drawing/2014/main" id="{3671DF64-53F5-4EEC-8880-E2E4724D5596}"/>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86" name="48-text-8">
            <a:extLst xmlns:a="http://schemas.openxmlformats.org/drawingml/2006/main">
              <a:ext uri="{FF2B5EF4-FFF2-40B4-BE49-F238E27FC236}">
                <a16:creationId xmlns:a16="http://schemas.microsoft.com/office/drawing/2014/main" id="{304CEBCD-831E-4E26-84FB-C063CD72BA95}"/>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7" name="48-text-9">
            <a:extLst xmlns:a="http://schemas.openxmlformats.org/drawingml/2006/main">
              <a:ext uri="{FF2B5EF4-FFF2-40B4-BE49-F238E27FC236}">
                <a16:creationId xmlns:a16="http://schemas.microsoft.com/office/drawing/2014/main" id="{87EB4085-BCC5-4549-8DD6-F5CAF19A008F}"/>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8" name="48-text-10">
            <a:extLst xmlns:a="http://schemas.openxmlformats.org/drawingml/2006/main">
              <a:ext uri="{FF2B5EF4-FFF2-40B4-BE49-F238E27FC236}">
                <a16:creationId xmlns:a16="http://schemas.microsoft.com/office/drawing/2014/main" id="{9951109E-9B63-49D8-B6EA-53FBB1AE37F1}"/>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9" name="48-text-11">
            <a:extLst xmlns:a="http://schemas.openxmlformats.org/drawingml/2006/main">
              <a:ext uri="{FF2B5EF4-FFF2-40B4-BE49-F238E27FC236}">
                <a16:creationId xmlns:a16="http://schemas.microsoft.com/office/drawing/2014/main" id="{135AA863-1370-440B-BBB0-E34F1477085F}"/>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90" name="48-text-12">
            <a:extLst xmlns:a="http://schemas.openxmlformats.org/drawingml/2006/main">
              <a:ext uri="{FF2B5EF4-FFF2-40B4-BE49-F238E27FC236}">
                <a16:creationId xmlns:a16="http://schemas.microsoft.com/office/drawing/2014/main" id="{FE958BE8-43EC-4CEB-AC54-98E7FBFC3587}"/>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1" name="narrative-number">
            <a:extLst xmlns:a="http://schemas.openxmlformats.org/drawingml/2006/main">
              <a:ext uri="{FF2B5EF4-FFF2-40B4-BE49-F238E27FC236}">
                <a16:creationId xmlns:a16="http://schemas.microsoft.com/office/drawing/2014/main" id="{C011482E-B370-4704-B7EA-38074F6E0D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1272084456"/>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2026-09-16T21:42:31.4520000Z</dcterms:created>
  <dcterms:modified xsi:type="dcterms:W3CDTF">2026-09-16T21:42:31.4520000Z</dcterms:modified>
</coreProperties>
</file>