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c191b035cc4023" /><Relationship Type="http://schemas.openxmlformats.org/officeDocument/2006/relationships/extended-properties" Target="/docProps/app.xml" Id="Rd5853c0c168c409a" /><Relationship Type="http://schemas.openxmlformats.org/officeDocument/2006/relationships/officeDocument" Target="/ppt/presentation.xml" Id="R520fc4ef4efe47e5"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d7c34a38a04b4fd5"/>
    <p:sldMasterId xmlns:r="http://schemas.openxmlformats.org/officeDocument/2006/relationships" id="2147483650" r:id="R99abd96002b045ca"/>
  </p:sldMasterIdLst>
  <p:notesMasterIdLst>
    <p:notesMasterId xmlns:r="http://schemas.openxmlformats.org/officeDocument/2006/relationships" r:id="Rfe81b60c7cfb49aa"/>
  </p:notesMasterIdLst>
  <p:sldIdLst>
    <p:sldId xmlns:r="http://schemas.openxmlformats.org/officeDocument/2006/relationships" id="256" r:id="Rf6b36dbac6444eda"/>
    <p:sldId xmlns:r="http://schemas.openxmlformats.org/officeDocument/2006/relationships" id="257" r:id="Rdd3a67c05d1b4a58"/>
    <p:sldId xmlns:r="http://schemas.openxmlformats.org/officeDocument/2006/relationships" id="258" r:id="R9b34b11eaa0545fa"/>
    <p:sldId xmlns:r="http://schemas.openxmlformats.org/officeDocument/2006/relationships" id="259" r:id="R803f9de672654360"/>
    <p:sldId xmlns:r="http://schemas.openxmlformats.org/officeDocument/2006/relationships" id="260" r:id="R41395dbd6a684101"/>
    <p:sldId xmlns:r="http://schemas.openxmlformats.org/officeDocument/2006/relationships" id="261" r:id="R548c47878254491c"/>
    <p:sldId xmlns:r="http://schemas.openxmlformats.org/officeDocument/2006/relationships" id="262" r:id="R03dccecea3194eb9"/>
    <p:sldId xmlns:r="http://schemas.openxmlformats.org/officeDocument/2006/relationships" id="263" r:id="R44c1ac77019a46d4"/>
    <p:sldId xmlns:r="http://schemas.openxmlformats.org/officeDocument/2006/relationships" id="264" r:id="Rc8d0a4c1de544d59"/>
    <p:sldId xmlns:r="http://schemas.openxmlformats.org/officeDocument/2006/relationships" id="265" r:id="R578ee29029c44360"/>
    <p:sldId xmlns:r="http://schemas.openxmlformats.org/officeDocument/2006/relationships" id="266" r:id="Rb622c3743c704370"/>
    <p:sldId xmlns:r="http://schemas.openxmlformats.org/officeDocument/2006/relationships" id="267" r:id="R0bd1249e64ab4f37"/>
    <p:sldId xmlns:r="http://schemas.openxmlformats.org/officeDocument/2006/relationships" id="268" r:id="Rf36a9717044544ad"/>
    <p:sldId xmlns:r="http://schemas.openxmlformats.org/officeDocument/2006/relationships" id="269" r:id="Rb39a769645834161"/>
    <p:sldId xmlns:r="http://schemas.openxmlformats.org/officeDocument/2006/relationships" id="270" r:id="Rba1d294fa32f4a22"/>
    <p:sldId xmlns:r="http://schemas.openxmlformats.org/officeDocument/2006/relationships" id="271" r:id="R94b4655ac42c4058"/>
    <p:sldId xmlns:r="http://schemas.openxmlformats.org/officeDocument/2006/relationships" id="272" r:id="R59061d436e70490f"/>
    <p:sldId xmlns:r="http://schemas.openxmlformats.org/officeDocument/2006/relationships" id="273" r:id="R0d0d3fee95a4411e"/>
    <p:sldId xmlns:r="http://schemas.openxmlformats.org/officeDocument/2006/relationships" id="274" r:id="R560be1e9fc104b92"/>
    <p:sldId xmlns:r="http://schemas.openxmlformats.org/officeDocument/2006/relationships" id="275" r:id="R016f6b15a58f40bc"/>
    <p:sldId xmlns:r="http://schemas.openxmlformats.org/officeDocument/2006/relationships" id="276" r:id="R37b5773264764945"/>
    <p:sldId xmlns:r="http://schemas.openxmlformats.org/officeDocument/2006/relationships" id="277" r:id="R393c296f42da49b4"/>
    <p:sldId xmlns:r="http://schemas.openxmlformats.org/officeDocument/2006/relationships" id="278" r:id="R12b3f9c5a1ea4f19"/>
    <p:sldId xmlns:r="http://schemas.openxmlformats.org/officeDocument/2006/relationships" id="279" r:id="Rf760a831e02444d1"/>
    <p:sldId xmlns:r="http://schemas.openxmlformats.org/officeDocument/2006/relationships" id="280" r:id="R2262604ff0304a3e"/>
    <p:sldId xmlns:r="http://schemas.openxmlformats.org/officeDocument/2006/relationships" id="281" r:id="R90b927123166448f"/>
    <p:sldId xmlns:r="http://schemas.openxmlformats.org/officeDocument/2006/relationships" id="282" r:id="Ra471468ab81146a3"/>
    <p:sldId xmlns:r="http://schemas.openxmlformats.org/officeDocument/2006/relationships" id="283" r:id="R61a385a3e6ee4516"/>
    <p:sldId xmlns:r="http://schemas.openxmlformats.org/officeDocument/2006/relationships" id="284" r:id="R1d2da1a1df3a429c"/>
    <p:sldId xmlns:r="http://schemas.openxmlformats.org/officeDocument/2006/relationships" id="285" r:id="Radb57e05c24c4c21"/>
    <p:sldId xmlns:r="http://schemas.openxmlformats.org/officeDocument/2006/relationships" id="286" r:id="R342d2000efa64570"/>
    <p:sldId xmlns:r="http://schemas.openxmlformats.org/officeDocument/2006/relationships" id="287" r:id="R57b3dba52db94a02"/>
    <p:sldId xmlns:r="http://schemas.openxmlformats.org/officeDocument/2006/relationships" id="288" r:id="Racd279e70aeb4d20"/>
    <p:sldId xmlns:r="http://schemas.openxmlformats.org/officeDocument/2006/relationships" id="289" r:id="Rf657f67fa0fc4221"/>
    <p:sldId xmlns:r="http://schemas.openxmlformats.org/officeDocument/2006/relationships" id="290" r:id="R08e9b169d5624a4b"/>
    <p:sldId xmlns:r="http://schemas.openxmlformats.org/officeDocument/2006/relationships" id="291" r:id="Rae7cf63fe8f84674"/>
    <p:sldId xmlns:r="http://schemas.openxmlformats.org/officeDocument/2006/relationships" id="292" r:id="R4ab4f09619074b53"/>
    <p:sldId xmlns:r="http://schemas.openxmlformats.org/officeDocument/2006/relationships" id="293" r:id="R6013f0bfc7b24277"/>
    <p:sldId xmlns:r="http://schemas.openxmlformats.org/officeDocument/2006/relationships" id="294" r:id="R791c193b707f43a6"/>
    <p:sldId xmlns:r="http://schemas.openxmlformats.org/officeDocument/2006/relationships" id="295" r:id="R6f3e8602e95c4e52"/>
    <p:sldId xmlns:r="http://schemas.openxmlformats.org/officeDocument/2006/relationships" id="296" r:id="Rba393e527abe431f"/>
    <p:sldId xmlns:r="http://schemas.openxmlformats.org/officeDocument/2006/relationships" id="297" r:id="R5058fd2400ee4549"/>
    <p:sldId xmlns:r="http://schemas.openxmlformats.org/officeDocument/2006/relationships" id="298" r:id="R81b0a9f64c1e452d"/>
    <p:sldId xmlns:r="http://schemas.openxmlformats.org/officeDocument/2006/relationships" id="299" r:id="R3988f39b9bd84363"/>
    <p:sldId xmlns:r="http://schemas.openxmlformats.org/officeDocument/2006/relationships" id="300" r:id="Re4ff6854d59b4241"/>
    <p:sldId xmlns:r="http://schemas.openxmlformats.org/officeDocument/2006/relationships" id="301" r:id="R1da656b4c54d494a"/>
    <p:sldId xmlns:r="http://schemas.openxmlformats.org/officeDocument/2006/relationships" id="302" r:id="R9df1212df48744eb"/>
    <p:sldId xmlns:r="http://schemas.openxmlformats.org/officeDocument/2006/relationships" id="303" r:id="Rec71d60d980f4fb0"/>
    <p:sldId xmlns:r="http://schemas.openxmlformats.org/officeDocument/2006/relationships" id="304" r:id="Rbcd2089d19604c54"/>
    <p:sldId xmlns:r="http://schemas.openxmlformats.org/officeDocument/2006/relationships" id="305" r:id="Raadac72e76304e04"/>
    <p:sldId xmlns:r="http://schemas.openxmlformats.org/officeDocument/2006/relationships" id="306" r:id="Rd677ef045d5845d3"/>
    <p:sldId xmlns:r="http://schemas.openxmlformats.org/officeDocument/2006/relationships" id="307" r:id="R993e3031264346f8"/>
    <p:sldId xmlns:r="http://schemas.openxmlformats.org/officeDocument/2006/relationships" id="308" r:id="R2f13177b893f46ae"/>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dbe9b732424807" /><Relationship Type="http://schemas.openxmlformats.org/officeDocument/2006/relationships/slideMaster" Target="/ppt/slideMasters/slideMaster1.xml" Id="Rd7c34a38a04b4fd5" /><Relationship Type="http://schemas.openxmlformats.org/officeDocument/2006/relationships/slideMaster" Target="/ppt/slideMasters/slideMaster2.xml" Id="R99abd96002b045ca" /><Relationship Type="http://schemas.openxmlformats.org/officeDocument/2006/relationships/notesMaster" Target="/ppt/notesMasters/notesMaster1.xml" Id="Rfe81b60c7cfb49aa" /><Relationship Type="http://schemas.openxmlformats.org/officeDocument/2006/relationships/presProps" Target="/ppt/presProps.xml" Id="R51fdda2165c443cc" /><Relationship Type="http://schemas.openxmlformats.org/officeDocument/2006/relationships/tableStyles" Target="/ppt/tableStyles.xml" Id="Rd1b81841a05043d0" /><Relationship Type="http://schemas.openxmlformats.org/officeDocument/2006/relationships/slide" Target="/ppt/slides/slide1.xml" Id="Rf6b36dbac6444eda" /><Relationship Type="http://schemas.openxmlformats.org/officeDocument/2006/relationships/slide" Target="/ppt/slides/slide2.xml" Id="Rdd3a67c05d1b4a58" /><Relationship Type="http://schemas.openxmlformats.org/officeDocument/2006/relationships/slide" Target="/ppt/slides/slide3.xml" Id="R9b34b11eaa0545fa" /><Relationship Type="http://schemas.openxmlformats.org/officeDocument/2006/relationships/slide" Target="/ppt/slides/slide4.xml" Id="R803f9de672654360" /><Relationship Type="http://schemas.openxmlformats.org/officeDocument/2006/relationships/slide" Target="/ppt/slides/slide5.xml" Id="R41395dbd6a684101" /><Relationship Type="http://schemas.openxmlformats.org/officeDocument/2006/relationships/slide" Target="/ppt/slides/slide6.xml" Id="R548c47878254491c" /><Relationship Type="http://schemas.openxmlformats.org/officeDocument/2006/relationships/slide" Target="/ppt/slides/slide7.xml" Id="R03dccecea3194eb9" /><Relationship Type="http://schemas.openxmlformats.org/officeDocument/2006/relationships/slide" Target="/ppt/slides/slide8.xml" Id="R44c1ac77019a46d4" /><Relationship Type="http://schemas.openxmlformats.org/officeDocument/2006/relationships/slide" Target="/ppt/slides/slide9.xml" Id="Rc8d0a4c1de544d59" /><Relationship Type="http://schemas.openxmlformats.org/officeDocument/2006/relationships/slide" Target="/ppt/slides/slide10.xml" Id="R578ee29029c44360" /><Relationship Type="http://schemas.openxmlformats.org/officeDocument/2006/relationships/slide" Target="/ppt/slides/slide11.xml" Id="Rb622c3743c704370" /><Relationship Type="http://schemas.openxmlformats.org/officeDocument/2006/relationships/slide" Target="/ppt/slides/slide12.xml" Id="R0bd1249e64ab4f37" /><Relationship Type="http://schemas.openxmlformats.org/officeDocument/2006/relationships/slide" Target="/ppt/slides/slide13.xml" Id="Rf36a9717044544ad" /><Relationship Type="http://schemas.openxmlformats.org/officeDocument/2006/relationships/slide" Target="/ppt/slides/slide14.xml" Id="Rb39a769645834161" /><Relationship Type="http://schemas.openxmlformats.org/officeDocument/2006/relationships/slide" Target="/ppt/slides/slide15.xml" Id="Rba1d294fa32f4a22" /><Relationship Type="http://schemas.openxmlformats.org/officeDocument/2006/relationships/slide" Target="/ppt/slides/slide16.xml" Id="R94b4655ac42c4058" /><Relationship Type="http://schemas.openxmlformats.org/officeDocument/2006/relationships/slide" Target="/ppt/slides/slide17.xml" Id="R59061d436e70490f" /><Relationship Type="http://schemas.openxmlformats.org/officeDocument/2006/relationships/slide" Target="/ppt/slides/slide18.xml" Id="R0d0d3fee95a4411e" /><Relationship Type="http://schemas.openxmlformats.org/officeDocument/2006/relationships/slide" Target="/ppt/slides/slide19.xml" Id="R560be1e9fc104b92" /><Relationship Type="http://schemas.openxmlformats.org/officeDocument/2006/relationships/slide" Target="/ppt/slides/slide20.xml" Id="R016f6b15a58f40bc" /><Relationship Type="http://schemas.openxmlformats.org/officeDocument/2006/relationships/slide" Target="/ppt/slides/slide21.xml" Id="R37b5773264764945" /><Relationship Type="http://schemas.openxmlformats.org/officeDocument/2006/relationships/slide" Target="/ppt/slides/slide22.xml" Id="R393c296f42da49b4" /><Relationship Type="http://schemas.openxmlformats.org/officeDocument/2006/relationships/slide" Target="/ppt/slides/slide23.xml" Id="R12b3f9c5a1ea4f19" /><Relationship Type="http://schemas.openxmlformats.org/officeDocument/2006/relationships/slide" Target="/ppt/slides/slide24.xml" Id="Rf760a831e02444d1" /><Relationship Type="http://schemas.openxmlformats.org/officeDocument/2006/relationships/slide" Target="/ppt/slides/slide25.xml" Id="R2262604ff0304a3e" /><Relationship Type="http://schemas.openxmlformats.org/officeDocument/2006/relationships/slide" Target="/ppt/slides/slide26.xml" Id="R90b927123166448f" /><Relationship Type="http://schemas.openxmlformats.org/officeDocument/2006/relationships/slide" Target="/ppt/slides/slide27.xml" Id="Ra471468ab81146a3" /><Relationship Type="http://schemas.openxmlformats.org/officeDocument/2006/relationships/slide" Target="/ppt/slides/slide28.xml" Id="R61a385a3e6ee4516" /><Relationship Type="http://schemas.openxmlformats.org/officeDocument/2006/relationships/slide" Target="/ppt/slides/slide29.xml" Id="R1d2da1a1df3a429c" /><Relationship Type="http://schemas.openxmlformats.org/officeDocument/2006/relationships/slide" Target="/ppt/slides/slide30.xml" Id="Radb57e05c24c4c21" /><Relationship Type="http://schemas.openxmlformats.org/officeDocument/2006/relationships/slide" Target="/ppt/slides/slide31.xml" Id="R342d2000efa64570" /><Relationship Type="http://schemas.openxmlformats.org/officeDocument/2006/relationships/slide" Target="/ppt/slides/slide32.xml" Id="R57b3dba52db94a02" /><Relationship Type="http://schemas.openxmlformats.org/officeDocument/2006/relationships/slide" Target="/ppt/slides/slide33.xml" Id="Racd279e70aeb4d20" /><Relationship Type="http://schemas.openxmlformats.org/officeDocument/2006/relationships/slide" Target="/ppt/slides/slide34.xml" Id="Rf657f67fa0fc4221" /><Relationship Type="http://schemas.openxmlformats.org/officeDocument/2006/relationships/slide" Target="/ppt/slides/slide35.xml" Id="R08e9b169d5624a4b" /><Relationship Type="http://schemas.openxmlformats.org/officeDocument/2006/relationships/slide" Target="/ppt/slides/slide36.xml" Id="Rae7cf63fe8f84674" /><Relationship Type="http://schemas.openxmlformats.org/officeDocument/2006/relationships/slide" Target="/ppt/slides/slide37.xml" Id="R4ab4f09619074b53" /><Relationship Type="http://schemas.openxmlformats.org/officeDocument/2006/relationships/slide" Target="/ppt/slides/slide38.xml" Id="R6013f0bfc7b24277" /><Relationship Type="http://schemas.openxmlformats.org/officeDocument/2006/relationships/slide" Target="/ppt/slides/slide39.xml" Id="R791c193b707f43a6" /><Relationship Type="http://schemas.openxmlformats.org/officeDocument/2006/relationships/slide" Target="/ppt/slides/slide40.xml" Id="R6f3e8602e95c4e52" /><Relationship Type="http://schemas.openxmlformats.org/officeDocument/2006/relationships/slide" Target="/ppt/slides/slide41.xml" Id="Rba393e527abe431f" /><Relationship Type="http://schemas.openxmlformats.org/officeDocument/2006/relationships/slide" Target="/ppt/slides/slide42.xml" Id="R5058fd2400ee4549" /><Relationship Type="http://schemas.openxmlformats.org/officeDocument/2006/relationships/slide" Target="/ppt/slides/slide43.xml" Id="R81b0a9f64c1e452d" /><Relationship Type="http://schemas.openxmlformats.org/officeDocument/2006/relationships/slide" Target="/ppt/slides/slide44.xml" Id="R3988f39b9bd84363" /><Relationship Type="http://schemas.openxmlformats.org/officeDocument/2006/relationships/slide" Target="/ppt/slides/slide45.xml" Id="Re4ff6854d59b4241" /><Relationship Type="http://schemas.openxmlformats.org/officeDocument/2006/relationships/slide" Target="/ppt/slides/slide46.xml" Id="R1da656b4c54d494a" /><Relationship Type="http://schemas.openxmlformats.org/officeDocument/2006/relationships/slide" Target="/ppt/slides/slide47.xml" Id="R9df1212df48744eb" /><Relationship Type="http://schemas.openxmlformats.org/officeDocument/2006/relationships/slide" Target="/ppt/slides/slide48.xml" Id="Rec71d60d980f4fb0" /><Relationship Type="http://schemas.openxmlformats.org/officeDocument/2006/relationships/slide" Target="/ppt/slides/slide49.xml" Id="Rbcd2089d19604c54" /><Relationship Type="http://schemas.openxmlformats.org/officeDocument/2006/relationships/slide" Target="/ppt/slides/slide50.xml" Id="Raadac72e76304e04" /><Relationship Type="http://schemas.openxmlformats.org/officeDocument/2006/relationships/slide" Target="/ppt/slides/slide51.xml" Id="Rd677ef045d5845d3" /><Relationship Type="http://schemas.openxmlformats.org/officeDocument/2006/relationships/slide" Target="/ppt/slides/slide52.xml" Id="R993e3031264346f8" /><Relationship Type="http://schemas.openxmlformats.org/officeDocument/2006/relationships/slide" Target="/ppt/slides/slide53.xml" Id="R2f13177b893f46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ba677ed9ba241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eaa42da53b4073" /><Relationship Type="http://schemas.openxmlformats.org/officeDocument/2006/relationships/notesMaster" Target="/ppt/notesMasters/notesMaster1.xml" Id="Re235db9eee104b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2ea27cb57e452a" /><Relationship Type="http://schemas.openxmlformats.org/officeDocument/2006/relationships/notesMaster" Target="/ppt/notesMasters/notesMaster1.xml" Id="R233c1aa7f3b943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4e9076cd7b4835" /><Relationship Type="http://schemas.openxmlformats.org/officeDocument/2006/relationships/notesMaster" Target="/ppt/notesMasters/notesMaster1.xml" Id="Ra11420ce2e4948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5d8ba4061440d5" /><Relationship Type="http://schemas.openxmlformats.org/officeDocument/2006/relationships/notesMaster" Target="/ppt/notesMasters/notesMaster1.xml" Id="R169d08e8129948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e7359daaf54477" /><Relationship Type="http://schemas.openxmlformats.org/officeDocument/2006/relationships/notesMaster" Target="/ppt/notesMasters/notesMaster1.xml" Id="R985b3063673546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812d1e5aa54d73" /><Relationship Type="http://schemas.openxmlformats.org/officeDocument/2006/relationships/notesMaster" Target="/ppt/notesMasters/notesMaster1.xml" Id="R31604b6062f849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50d31ccb85498e" /><Relationship Type="http://schemas.openxmlformats.org/officeDocument/2006/relationships/notesMaster" Target="/ppt/notesMasters/notesMaster1.xml" Id="R7a80a5a2551d44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9332de5b8345b9" /><Relationship Type="http://schemas.openxmlformats.org/officeDocument/2006/relationships/notesMaster" Target="/ppt/notesMasters/notesMaster1.xml" Id="Ra8852f13e1a342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61ede2952e4c0e" /><Relationship Type="http://schemas.openxmlformats.org/officeDocument/2006/relationships/notesMaster" Target="/ppt/notesMasters/notesMaster1.xml" Id="R4d8aa7fd0a1244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fd537f0b5a49ec" /><Relationship Type="http://schemas.openxmlformats.org/officeDocument/2006/relationships/notesMaster" Target="/ppt/notesMasters/notesMaster1.xml" Id="Rf719b737f78a46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78621d00984a24" /><Relationship Type="http://schemas.openxmlformats.org/officeDocument/2006/relationships/notesMaster" Target="/ppt/notesMasters/notesMaster1.xml" Id="Rdbe2e26c748649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bf08750dc544af" /><Relationship Type="http://schemas.openxmlformats.org/officeDocument/2006/relationships/notesMaster" Target="/ppt/notesMasters/notesMaster1.xml" Id="R73392706dd2a44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f47c262ca44dd4" /><Relationship Type="http://schemas.openxmlformats.org/officeDocument/2006/relationships/notesMaster" Target="/ppt/notesMasters/notesMaster1.xml" Id="Ra7028caac8074b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9bfaef618c49d6" /><Relationship Type="http://schemas.openxmlformats.org/officeDocument/2006/relationships/notesMaster" Target="/ppt/notesMasters/notesMaster1.xml" Id="R58361d58ad9541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a64d6351334a92" /><Relationship Type="http://schemas.openxmlformats.org/officeDocument/2006/relationships/notesMaster" Target="/ppt/notesMasters/notesMaster1.xml" Id="R14e4e10de41d40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b9f470a0b64a84" /><Relationship Type="http://schemas.openxmlformats.org/officeDocument/2006/relationships/notesMaster" Target="/ppt/notesMasters/notesMaster1.xml" Id="Rb5c285eed1034e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99e662d1114b44" /><Relationship Type="http://schemas.openxmlformats.org/officeDocument/2006/relationships/notesMaster" Target="/ppt/notesMasters/notesMaster1.xml" Id="R0df3de8aa58343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bc61b5ff934d56" /><Relationship Type="http://schemas.openxmlformats.org/officeDocument/2006/relationships/notesMaster" Target="/ppt/notesMasters/notesMaster1.xml" Id="R89ffc4427f9a406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39cac76ba34551" /><Relationship Type="http://schemas.openxmlformats.org/officeDocument/2006/relationships/notesMaster" Target="/ppt/notesMasters/notesMaster1.xml" Id="Rd6ad28e1be374e4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9b37da0a554f83" /><Relationship Type="http://schemas.openxmlformats.org/officeDocument/2006/relationships/notesMaster" Target="/ppt/notesMasters/notesMaster1.xml" Id="R44dbb52351ef4b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e91206d07db4cbc" /><Relationship Type="http://schemas.openxmlformats.org/officeDocument/2006/relationships/notesMaster" Target="/ppt/notesMasters/notesMaster1.xml" Id="R0a9227d5ea8f4bb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78e40bd42e4c04" /><Relationship Type="http://schemas.openxmlformats.org/officeDocument/2006/relationships/notesMaster" Target="/ppt/notesMasters/notesMaster1.xml" Id="Rb61d0deea4834b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08a40392724b86" /><Relationship Type="http://schemas.openxmlformats.org/officeDocument/2006/relationships/notesMaster" Target="/ppt/notesMasters/notesMaster1.xml" Id="R5ece2f292caa4e9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8fae89ad8d94813" /><Relationship Type="http://schemas.openxmlformats.org/officeDocument/2006/relationships/notesMaster" Target="/ppt/notesMasters/notesMaster1.xml" Id="R5bdbea1979864b9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24b48d3b47c44f2" /><Relationship Type="http://schemas.openxmlformats.org/officeDocument/2006/relationships/notesMaster" Target="/ppt/notesMasters/notesMaster1.xml" Id="R9001eac630f64e3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a9760c5c87242ee" /><Relationship Type="http://schemas.openxmlformats.org/officeDocument/2006/relationships/notesMaster" Target="/ppt/notesMasters/notesMaster1.xml" Id="R7e7e3def5ba4459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b2a5753b27408e" /><Relationship Type="http://schemas.openxmlformats.org/officeDocument/2006/relationships/notesMaster" Target="/ppt/notesMasters/notesMaster1.xml" Id="R0c0df77613a6436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a7f400393b4d0b" /><Relationship Type="http://schemas.openxmlformats.org/officeDocument/2006/relationships/notesMaster" Target="/ppt/notesMasters/notesMaster1.xml" Id="Rf47798e5f866480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f6c0bf352ed4419" /><Relationship Type="http://schemas.openxmlformats.org/officeDocument/2006/relationships/notesMaster" Target="/ppt/notesMasters/notesMaster1.xml" Id="R3afabdd6ae9e4e5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2b69e884f3241e0" /><Relationship Type="http://schemas.openxmlformats.org/officeDocument/2006/relationships/notesMaster" Target="/ppt/notesMasters/notesMaster1.xml" Id="Ra4b7ffdf1d074a4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c62996dabe04883" /><Relationship Type="http://schemas.openxmlformats.org/officeDocument/2006/relationships/notesMaster" Target="/ppt/notesMasters/notesMaster1.xml" Id="R92468a497d6f495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0030bcf9ca84a5e" /><Relationship Type="http://schemas.openxmlformats.org/officeDocument/2006/relationships/notesMaster" Target="/ppt/notesMasters/notesMaster1.xml" Id="Rdf59cae7f0ac43f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90db7b46c9b4bc3" /><Relationship Type="http://schemas.openxmlformats.org/officeDocument/2006/relationships/notesMaster" Target="/ppt/notesMasters/notesMaster1.xml" Id="Rb20f42319c674dc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be82532befa42e8" /><Relationship Type="http://schemas.openxmlformats.org/officeDocument/2006/relationships/notesMaster" Target="/ppt/notesMasters/notesMaster1.xml" Id="R6db97ff50620483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66b9e0937fc43c1" /><Relationship Type="http://schemas.openxmlformats.org/officeDocument/2006/relationships/notesMaster" Target="/ppt/notesMasters/notesMaster1.xml" Id="Rd1ed0a9fb4e342a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aa86b0ec7c04c82" /><Relationship Type="http://schemas.openxmlformats.org/officeDocument/2006/relationships/notesMaster" Target="/ppt/notesMasters/notesMaster1.xml" Id="R57b0b76ab71a4cc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9a0b96417484bdd" /><Relationship Type="http://schemas.openxmlformats.org/officeDocument/2006/relationships/notesMaster" Target="/ppt/notesMasters/notesMaster1.xml" Id="Rb11436d699e74c8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754c38cf8ec454f" /><Relationship Type="http://schemas.openxmlformats.org/officeDocument/2006/relationships/notesMaster" Target="/ppt/notesMasters/notesMaster1.xml" Id="R87082d802341488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f6779447c1e493e" /><Relationship Type="http://schemas.openxmlformats.org/officeDocument/2006/relationships/notesMaster" Target="/ppt/notesMasters/notesMaster1.xml" Id="R32d3f6d7fe23448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dc69deeab2041b1" /><Relationship Type="http://schemas.openxmlformats.org/officeDocument/2006/relationships/notesMaster" Target="/ppt/notesMasters/notesMaster1.xml" Id="Rfb05794a4761462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dcf3fa091054106" /><Relationship Type="http://schemas.openxmlformats.org/officeDocument/2006/relationships/notesMaster" Target="/ppt/notesMasters/notesMaster1.xml" Id="R13d38c3e1ee642d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d86692b3bc44d3b" /><Relationship Type="http://schemas.openxmlformats.org/officeDocument/2006/relationships/notesMaster" Target="/ppt/notesMasters/notesMaster1.xml" Id="Re43ed03b5d954b7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b3c0b9df1044f63" /><Relationship Type="http://schemas.openxmlformats.org/officeDocument/2006/relationships/notesMaster" Target="/ppt/notesMasters/notesMaster1.xml" Id="R0dfeab5230a44df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64dc1afc2974ea6" /><Relationship Type="http://schemas.openxmlformats.org/officeDocument/2006/relationships/notesMaster" Target="/ppt/notesMasters/notesMaster1.xml" Id="R9b39fa583de7427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107c678993d4bda" /><Relationship Type="http://schemas.openxmlformats.org/officeDocument/2006/relationships/notesMaster" Target="/ppt/notesMasters/notesMaster1.xml" Id="R7a5918e02c294ca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a815bbcd0034a02" /><Relationship Type="http://schemas.openxmlformats.org/officeDocument/2006/relationships/notesMaster" Target="/ppt/notesMasters/notesMaster1.xml" Id="R862176cfbf9d484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ee58c0c633f4156" /><Relationship Type="http://schemas.openxmlformats.org/officeDocument/2006/relationships/notesMaster" Target="/ppt/notesMasters/notesMaster1.xml" Id="Ra7ae613757474e5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7b6a72b51eb4e23" /><Relationship Type="http://schemas.openxmlformats.org/officeDocument/2006/relationships/notesMaster" Target="/ppt/notesMasters/notesMaster1.xml" Id="R18ac803266544d7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5108cb7126c4db4" /><Relationship Type="http://schemas.openxmlformats.org/officeDocument/2006/relationships/notesMaster" Target="/ppt/notesMasters/notesMaster1.xml" Id="R33a9c7dff4414cd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30abb8f862b4786" /><Relationship Type="http://schemas.openxmlformats.org/officeDocument/2006/relationships/notesMaster" Target="/ppt/notesMasters/notesMaster1.xml" Id="R70ce4583b6d54ea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4cc3c91098a44a9" /><Relationship Type="http://schemas.openxmlformats.org/officeDocument/2006/relationships/notesMaster" Target="/ppt/notesMasters/notesMaster1.xml" Id="R3389155787784c3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d57de5ab1ca4aab" /><Relationship Type="http://schemas.openxmlformats.org/officeDocument/2006/relationships/notesMaster" Target="/ppt/notesMasters/notesMaster1.xml" Id="Rb78a79a7b15f428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ce5a8949755432c" /><Relationship Type="http://schemas.openxmlformats.org/officeDocument/2006/relationships/notesMaster" Target="/ppt/notesMasters/notesMaster1.xml" Id="Rb9437d7ae64047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5f7754961d4a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c9ba44dd1d4849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fd9268b8276545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C1DB653D-0105-4ED4-AE5C-ED988E8DECA1}"/>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13ec2fc7e64664" /><Relationship Type="http://schemas.openxmlformats.org/officeDocument/2006/relationships/slideLayout" Target="/ppt/slideLayouts/slideLayout1.xml" Id="Rc3adc02ba67c46d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60f94837a14407a" /><Relationship Type="http://schemas.openxmlformats.org/officeDocument/2006/relationships/slideLayout" Target="/ppt/slideLayouts/slideLayout2.xml" Id="R91cea9ea24c1488f" /><Relationship Type="http://schemas.openxmlformats.org/officeDocument/2006/relationships/slideLayout" Target="/ppt/slideLayouts/slideLayout3.xml" Id="R03cfdd03382843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adc02ba67c46d9"/>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91cea9ea24c1488f"/>
    <p:sldLayoutId xmlns:r="http://schemas.openxmlformats.org/officeDocument/2006/relationships" id="2147483652" r:id="R03cfdd033828436b"/>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74276d5fef54b9d" /><Relationship Type="http://schemas.openxmlformats.org/officeDocument/2006/relationships/notesSlide" Target="/ppt/notesSlides/notesSlide1.xml" Id="R0db347b6aa0746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bcea8a5e6e141a6" /><Relationship Type="http://schemas.openxmlformats.org/officeDocument/2006/relationships/image" Target="/ppt/media/image.png" Id="R21990c4d10474828" /><Relationship Type="http://schemas.openxmlformats.org/officeDocument/2006/relationships/notesSlide" Target="/ppt/notesSlides/notesSlide2.xml" Id="Rb788c6dc5c4245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e0d53b8b0b341d5" /><Relationship Type="http://schemas.openxmlformats.org/officeDocument/2006/relationships/notesSlide" Target="/ppt/notesSlides/notesSlide3.xml" Id="R8eab5d1520a64e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9cafc1c4d594435" /><Relationship Type="http://schemas.openxmlformats.org/officeDocument/2006/relationships/notesSlide" Target="/ppt/notesSlides/notesSlide4.xml" Id="Rc6a7ac681e6943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1ea1f6d3c764115" /><Relationship Type="http://schemas.openxmlformats.org/officeDocument/2006/relationships/notesSlide" Target="/ppt/notesSlides/notesSlide5.xml" Id="R1f10bb8c774240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52e466fd16d408e" /><Relationship Type="http://schemas.openxmlformats.org/officeDocument/2006/relationships/notesSlide" Target="/ppt/notesSlides/notesSlide6.xml" Id="R9fada0356d6c44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66c0b8b03784485" /><Relationship Type="http://schemas.openxmlformats.org/officeDocument/2006/relationships/notesSlide" Target="/ppt/notesSlides/notesSlide7.xml" Id="Reaeb6f54d34942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410682669654ef7" /><Relationship Type="http://schemas.openxmlformats.org/officeDocument/2006/relationships/notesSlide" Target="/ppt/notesSlides/notesSlide8.xml" Id="R839f42989b6847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7477210a9af433c" /><Relationship Type="http://schemas.openxmlformats.org/officeDocument/2006/relationships/image" Target="/ppt/media/image2.png" Id="Re7622696425f4ae8" /><Relationship Type="http://schemas.openxmlformats.org/officeDocument/2006/relationships/notesSlide" Target="/ppt/notesSlides/notesSlide9.xml" Id="R126da47a5f034f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3bad06db65044dc" /><Relationship Type="http://schemas.openxmlformats.org/officeDocument/2006/relationships/image" Target="/ppt/media/image3.png" Id="R38b794b064c4456a" /><Relationship Type="http://schemas.openxmlformats.org/officeDocument/2006/relationships/notesSlide" Target="/ppt/notesSlides/notesSlide10.xml" Id="Rbbcbcb73478545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c82431014b94f1d" /><Relationship Type="http://schemas.openxmlformats.org/officeDocument/2006/relationships/image" Target="/ppt/media/image4.png" Id="Rc448830b4db649ed" /><Relationship Type="http://schemas.openxmlformats.org/officeDocument/2006/relationships/notesSlide" Target="/ppt/notesSlides/notesSlide11.xml" Id="R5615198d7da742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e22d875bb254b7a" /><Relationship Type="http://schemas.openxmlformats.org/officeDocument/2006/relationships/image" Target="/ppt/media/image5.png" Id="R0f1b6cb7bd184c30" /><Relationship Type="http://schemas.openxmlformats.org/officeDocument/2006/relationships/notesSlide" Target="/ppt/notesSlides/notesSlide12.xml" Id="R299339b12ec645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def91facc3c44c9" /><Relationship Type="http://schemas.openxmlformats.org/officeDocument/2006/relationships/image" Target="/ppt/media/image6.png" Id="Rc8c020c73031409d" /><Relationship Type="http://schemas.openxmlformats.org/officeDocument/2006/relationships/notesSlide" Target="/ppt/notesSlides/notesSlide13.xml" Id="Rd8cc9e4215ec43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cfed4699e0564565" /><Relationship Type="http://schemas.openxmlformats.org/officeDocument/2006/relationships/image" Target="/ppt/media/image7.png" Id="Rc1df0bee0d214d4a" /><Relationship Type="http://schemas.openxmlformats.org/officeDocument/2006/relationships/notesSlide" Target="/ppt/notesSlides/notesSlide14.xml" Id="R00c2e254806f4d0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3a5e29aa4b54a86" /><Relationship Type="http://schemas.openxmlformats.org/officeDocument/2006/relationships/image" Target="/ppt/media/image8.png" Id="Refcee43819f94534" /><Relationship Type="http://schemas.openxmlformats.org/officeDocument/2006/relationships/notesSlide" Target="/ppt/notesSlides/notesSlide15.xml" Id="R628a2ec185984c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61d533ad2164845" /><Relationship Type="http://schemas.openxmlformats.org/officeDocument/2006/relationships/image" Target="/ppt/media/image9.png" Id="R61e79e8b4b6d41a2" /><Relationship Type="http://schemas.openxmlformats.org/officeDocument/2006/relationships/image" Target="/ppt/media/image10.png" Id="R1dee89d91ae64b9f" /><Relationship Type="http://schemas.openxmlformats.org/officeDocument/2006/relationships/notesSlide" Target="/ppt/notesSlides/notesSlide16.xml" Id="R8c590e5e117544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ae80f0dbfdbb4f2c" /><Relationship Type="http://schemas.openxmlformats.org/officeDocument/2006/relationships/image" Target="/ppt/media/image11.png" Id="R6dca590446434d41" /><Relationship Type="http://schemas.openxmlformats.org/officeDocument/2006/relationships/notesSlide" Target="/ppt/notesSlides/notesSlide17.xml" Id="R116f3146b58f4d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a3dd57e8f3b4f5f" /><Relationship Type="http://schemas.openxmlformats.org/officeDocument/2006/relationships/image" Target="/ppt/media/image12.png" Id="R51a1a28f3e01408c" /><Relationship Type="http://schemas.openxmlformats.org/officeDocument/2006/relationships/notesSlide" Target="/ppt/notesSlides/notesSlide18.xml" Id="R51762b37a1d047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429d855bb234626" /><Relationship Type="http://schemas.openxmlformats.org/officeDocument/2006/relationships/image" Target="/ppt/media/image13.png" Id="Rd4efbcfbe50e4656" /><Relationship Type="http://schemas.openxmlformats.org/officeDocument/2006/relationships/notesSlide" Target="/ppt/notesSlides/notesSlide19.xml" Id="R687ff539437b450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48978d513a34528" /><Relationship Type="http://schemas.openxmlformats.org/officeDocument/2006/relationships/image" Target="/ppt/media/image14.png" Id="R6e0793f6aea24fdd" /><Relationship Type="http://schemas.openxmlformats.org/officeDocument/2006/relationships/notesSlide" Target="/ppt/notesSlides/notesSlide20.xml" Id="R7e6a52ea53ee40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64c65bff2ae74b22" /><Relationship Type="http://schemas.openxmlformats.org/officeDocument/2006/relationships/image" Target="/ppt/media/image15.png" Id="R5f455b5c19e046fc" /><Relationship Type="http://schemas.openxmlformats.org/officeDocument/2006/relationships/image" Target="/ppt/media/image16.png" Id="R06802f3552fc42d9" /><Relationship Type="http://schemas.openxmlformats.org/officeDocument/2006/relationships/notesSlide" Target="/ppt/notesSlides/notesSlide21.xml" Id="R022bbd943db9457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9ceea63c1b0340ca" /><Relationship Type="http://schemas.openxmlformats.org/officeDocument/2006/relationships/image" Target="/ppt/media/image17.png" Id="Rf2fe4b133bcc4c1e" /><Relationship Type="http://schemas.openxmlformats.org/officeDocument/2006/relationships/notesSlide" Target="/ppt/notesSlides/notesSlide22.xml" Id="R8c3bceaeb4c2448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fce7481f7614e3a" /><Relationship Type="http://schemas.openxmlformats.org/officeDocument/2006/relationships/image" Target="/ppt/media/image18.png" Id="R02e6470bd52a4df3" /><Relationship Type="http://schemas.openxmlformats.org/officeDocument/2006/relationships/notesSlide" Target="/ppt/notesSlides/notesSlide23.xml" Id="Re97c764a87a14b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80fa2cdbb82419e" /><Relationship Type="http://schemas.openxmlformats.org/officeDocument/2006/relationships/image" Target="/ppt/media/image19.png" Id="Rf198f4f928ff48ec" /><Relationship Type="http://schemas.openxmlformats.org/officeDocument/2006/relationships/notesSlide" Target="/ppt/notesSlides/notesSlide24.xml" Id="R04ffe7f65242456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6ce344c844748d5" /><Relationship Type="http://schemas.openxmlformats.org/officeDocument/2006/relationships/image" Target="/ppt/media/image20.png" Id="R772f001157d8454c" /><Relationship Type="http://schemas.openxmlformats.org/officeDocument/2006/relationships/notesSlide" Target="/ppt/notesSlides/notesSlide25.xml" Id="Raf92ce151d2347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e52cd56a3b14a22" /><Relationship Type="http://schemas.openxmlformats.org/officeDocument/2006/relationships/image" Target="/ppt/media/image21.png" Id="R5fe197b765cf4fe7" /><Relationship Type="http://schemas.openxmlformats.org/officeDocument/2006/relationships/image" Target="/ppt/media/image22.png" Id="R24fe90367f3348c8" /><Relationship Type="http://schemas.openxmlformats.org/officeDocument/2006/relationships/notesSlide" Target="/ppt/notesSlides/notesSlide26.xml" Id="R9767ece6c8a7455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68dd3fc82a4c41ca" /><Relationship Type="http://schemas.openxmlformats.org/officeDocument/2006/relationships/image" Target="/ppt/media/image23.png" Id="Rbe362cb6610648cb" /><Relationship Type="http://schemas.openxmlformats.org/officeDocument/2006/relationships/notesSlide" Target="/ppt/notesSlides/notesSlide27.xml" Id="Rae1816b5cde84c1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0e65fe7262c44bab" /><Relationship Type="http://schemas.openxmlformats.org/officeDocument/2006/relationships/image" Target="/ppt/media/image24.png" Id="Rc81b63f8af5f443e" /><Relationship Type="http://schemas.openxmlformats.org/officeDocument/2006/relationships/notesSlide" Target="/ppt/notesSlides/notesSlide28.xml" Id="R8f6ebe837fc74b4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b447784da26240cd" /><Relationship Type="http://schemas.openxmlformats.org/officeDocument/2006/relationships/image" Target="/ppt/media/image25.png" Id="R8badc36ae22340ad" /><Relationship Type="http://schemas.openxmlformats.org/officeDocument/2006/relationships/notesSlide" Target="/ppt/notesSlides/notesSlide29.xml" Id="R68dc68e54fe64db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048cf8e59d9e4563" /><Relationship Type="http://schemas.openxmlformats.org/officeDocument/2006/relationships/image" Target="/ppt/media/image26.png" Id="Rbf7aa6e3b2664331" /><Relationship Type="http://schemas.openxmlformats.org/officeDocument/2006/relationships/notesSlide" Target="/ppt/notesSlides/notesSlide30.xml" Id="R28de4921d6d64c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25207666dd4a46ef" /><Relationship Type="http://schemas.openxmlformats.org/officeDocument/2006/relationships/image" Target="/ppt/media/image27.png" Id="R0c83959fb1b645d6" /><Relationship Type="http://schemas.openxmlformats.org/officeDocument/2006/relationships/image" Target="/ppt/media/image28.png" Id="R072a26f9ee0c4051" /><Relationship Type="http://schemas.openxmlformats.org/officeDocument/2006/relationships/notesSlide" Target="/ppt/notesSlides/notesSlide31.xml" Id="R418768c2d07a419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b19dfd6775e948ca" /><Relationship Type="http://schemas.openxmlformats.org/officeDocument/2006/relationships/image" Target="/ppt/media/image29.png" Id="R99b51a8441a24d10" /><Relationship Type="http://schemas.openxmlformats.org/officeDocument/2006/relationships/notesSlide" Target="/ppt/notesSlides/notesSlide32.xml" Id="Reea069f497854f5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827a0a3c2845490f" /><Relationship Type="http://schemas.openxmlformats.org/officeDocument/2006/relationships/image" Target="/ppt/media/image30.png" Id="R8e4d4ee8ae904a82" /><Relationship Type="http://schemas.openxmlformats.org/officeDocument/2006/relationships/notesSlide" Target="/ppt/notesSlides/notesSlide33.xml" Id="Re5afaa1eb726430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21c3c0a718cf4db5" /><Relationship Type="http://schemas.openxmlformats.org/officeDocument/2006/relationships/image" Target="/ppt/media/image31.png" Id="R460dcfcfcd9d46af" /><Relationship Type="http://schemas.openxmlformats.org/officeDocument/2006/relationships/notesSlide" Target="/ppt/notesSlides/notesSlide34.xml" Id="Rfab1da05c58c49f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e35cd8719d404a8f" /><Relationship Type="http://schemas.openxmlformats.org/officeDocument/2006/relationships/image" Target="/ppt/media/image32.png" Id="R4d3a383462b44433" /><Relationship Type="http://schemas.openxmlformats.org/officeDocument/2006/relationships/notesSlide" Target="/ppt/notesSlides/notesSlide35.xml" Id="Rad015f6e3720437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c6be755f97d94b6f" /><Relationship Type="http://schemas.openxmlformats.org/officeDocument/2006/relationships/image" Target="/ppt/media/image33.png" Id="Rc0f26a1246f44fdd" /><Relationship Type="http://schemas.openxmlformats.org/officeDocument/2006/relationships/image" Target="/ppt/media/image34.png" Id="R18bb2efa6a0e451d" /><Relationship Type="http://schemas.openxmlformats.org/officeDocument/2006/relationships/notesSlide" Target="/ppt/notesSlides/notesSlide36.xml" Id="R43d1ac2e37c7406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e7a14941bf934142" /><Relationship Type="http://schemas.openxmlformats.org/officeDocument/2006/relationships/image" Target="/ppt/media/image35.png" Id="Ra8b7c2c2a358439f" /><Relationship Type="http://schemas.openxmlformats.org/officeDocument/2006/relationships/notesSlide" Target="/ppt/notesSlides/notesSlide37.xml" Id="Rf2226860815f46b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5d79ccc6f4654883" /><Relationship Type="http://schemas.openxmlformats.org/officeDocument/2006/relationships/image" Target="/ppt/media/image36.png" Id="R896afbe8b5d74f6f" /><Relationship Type="http://schemas.openxmlformats.org/officeDocument/2006/relationships/notesSlide" Target="/ppt/notesSlides/notesSlide38.xml" Id="Rc6c6601315dd41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73d8eea1dc8f4112" /><Relationship Type="http://schemas.openxmlformats.org/officeDocument/2006/relationships/image" Target="/ppt/media/image37.png" Id="Ra5cba97135c04e4b" /><Relationship Type="http://schemas.openxmlformats.org/officeDocument/2006/relationships/notesSlide" Target="/ppt/notesSlides/notesSlide39.xml" Id="R0145ffbf7b9742b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60f492c8d1ca4ac7" /><Relationship Type="http://schemas.openxmlformats.org/officeDocument/2006/relationships/image" Target="/ppt/media/image38.png" Id="Rebeee24ecdcd4900" /><Relationship Type="http://schemas.openxmlformats.org/officeDocument/2006/relationships/notesSlide" Target="/ppt/notesSlides/notesSlide40.xml" Id="R4e8f70513293420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3c6efd67ad994f37" /><Relationship Type="http://schemas.openxmlformats.org/officeDocument/2006/relationships/image" Target="/ppt/media/image39.png" Id="R25a658f304bc4236" /><Relationship Type="http://schemas.openxmlformats.org/officeDocument/2006/relationships/image" Target="/ppt/media/image40.png" Id="Ra1531455b5994038" /><Relationship Type="http://schemas.openxmlformats.org/officeDocument/2006/relationships/notesSlide" Target="/ppt/notesSlides/notesSlide41.xml" Id="R260caf1905da487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26fefc4783f74803" /><Relationship Type="http://schemas.openxmlformats.org/officeDocument/2006/relationships/image" Target="/ppt/media/image41.png" Id="Ref9c89dab3c9457f" /><Relationship Type="http://schemas.openxmlformats.org/officeDocument/2006/relationships/notesSlide" Target="/ppt/notesSlides/notesSlide42.xml" Id="R046170e27f3b488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cf25595d5dee4096" /><Relationship Type="http://schemas.openxmlformats.org/officeDocument/2006/relationships/image" Target="/ppt/media/image42.png" Id="Rf4e187aae2614555" /><Relationship Type="http://schemas.openxmlformats.org/officeDocument/2006/relationships/notesSlide" Target="/ppt/notesSlides/notesSlide43.xml" Id="R3de1f1abe1ce46d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7b108c5bd01043df" /><Relationship Type="http://schemas.openxmlformats.org/officeDocument/2006/relationships/image" Target="/ppt/media/image43.png" Id="Rae7f6fdc01324b5b" /><Relationship Type="http://schemas.openxmlformats.org/officeDocument/2006/relationships/notesSlide" Target="/ppt/notesSlides/notesSlide44.xml" Id="Rbd8662587971480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eeabf04531ca4384" /><Relationship Type="http://schemas.openxmlformats.org/officeDocument/2006/relationships/image" Target="/ppt/media/image44.png" Id="R1c6b258d6f3e4507" /><Relationship Type="http://schemas.openxmlformats.org/officeDocument/2006/relationships/notesSlide" Target="/ppt/notesSlides/notesSlide45.xml" Id="Rf7f5072a1a9d493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1f918903cb1b4722" /><Relationship Type="http://schemas.openxmlformats.org/officeDocument/2006/relationships/image" Target="/ppt/media/image45.png" Id="R0bab09d36af04136" /><Relationship Type="http://schemas.openxmlformats.org/officeDocument/2006/relationships/notesSlide" Target="/ppt/notesSlides/notesSlide46.xml" Id="R1aab0d594a3140f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5bab358ad45843a1" /><Relationship Type="http://schemas.openxmlformats.org/officeDocument/2006/relationships/notesSlide" Target="/ppt/notesSlides/notesSlide47.xml" Id="R34c0df13ed6c45d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b5e0921c3a9a4cb2" /><Relationship Type="http://schemas.openxmlformats.org/officeDocument/2006/relationships/image" Target="/ppt/media/image46.png" Id="Refcfdb1764c2483e" /><Relationship Type="http://schemas.openxmlformats.org/officeDocument/2006/relationships/notesSlide" Target="/ppt/notesSlides/notesSlide48.xml" Id="Raca66db08bc443f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38a0bef837244048" /><Relationship Type="http://schemas.openxmlformats.org/officeDocument/2006/relationships/image" Target="/ppt/media/image47.png" Id="R9ebc03b9002647e4" /><Relationship Type="http://schemas.openxmlformats.org/officeDocument/2006/relationships/notesSlide" Target="/ppt/notesSlides/notesSlide49.xml" Id="Rd76cffc53beb439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d151b650c8df4ff1" /><Relationship Type="http://schemas.openxmlformats.org/officeDocument/2006/relationships/notesSlide" Target="/ppt/notesSlides/notesSlide50.xml" Id="Red955b4af167432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36dac765668d4581" /><Relationship Type="http://schemas.openxmlformats.org/officeDocument/2006/relationships/image" Target="/ppt/media/image48.png" Id="R50d81ee8b72c4907" /><Relationship Type="http://schemas.openxmlformats.org/officeDocument/2006/relationships/notesSlide" Target="/ppt/notesSlides/notesSlide51.xml" Id="Re1362bc25f4f4ff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8a8320e0846e498c" /><Relationship Type="http://schemas.openxmlformats.org/officeDocument/2006/relationships/notesSlide" Target="/ppt/notesSlides/notesSlide52.xml" Id="R4e5891eea87044e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92a9567cdd064e88" /><Relationship Type="http://schemas.openxmlformats.org/officeDocument/2006/relationships/notesSlide" Target="/ppt/notesSlides/notesSlide53.xml" Id="R749572462f87419b"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2EC7CEA3-CBB2-430A-B028-AE084B4DF7F7}"/>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F59F9F7-D5F8-478F-A391-16CB045E6D19}"/>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5F910444-E840-4133-AA44-595D482154A4}"/>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2E865554-EE5A-4F25-A8A7-EDD08E2B6B3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59507164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21990c4d10474828"/>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CD13BC46-C394-4E87-B133-CFB44AE1BE31}"/>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2F383F02-C005-426D-9B5B-6376B939B121}"/>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EF807681-6729-4E0F-9CB6-1EFC3AAC4020}"/>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FED980C5-B541-4CB5-9CA8-E5FD330F0CEB}"/>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18A265B3-C4D1-42EE-94D1-E6CA4620283D}"/>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A3DD7518-1F14-4A4A-97F0-0F166DE14B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692122236"/>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2B77EF33-70DE-4663-9A6D-4F5C04EE7933}"/>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91F03F5D-4BF9-4C2C-95CB-F1BE1249974D}"/>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94DF8BF2-C003-4C0F-B24E-4A289990DE0B}"/>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05E20C1E-18B9-4609-9DD8-EEB055835EBC}"/>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903883A5-55AA-4B40-BD25-9B5B557F64A5}"/>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1DEDB121-26D4-46A3-9FCA-9B2AFDFB8001}"/>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B78DAF3A-EB79-46D3-B6B3-BD0CD18A2D89}"/>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2C506E38-B84D-4DCB-B7BF-264174263641}"/>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3ACAAE66-CB11-497F-897F-1552AAA9D79D}"/>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BB1B9AFA-0B74-4519-8975-009E1A42E0AC}"/>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3B74DA89-69A3-44CE-BBDB-37C9377D58F3}"/>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DEA9B909-0CE8-471E-B7B4-FFE35B77FCAF}"/>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7EA0FD5E-109E-4ADD-A716-F54FCBAEAF21}"/>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335D2807-9BED-4D01-AC0A-F8AE94B2D1EB}"/>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4B161D5F-4C12-4ADF-9BEB-BC46BE81A282}"/>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8983DAA0-9FB4-47E3-A423-A08AD62C477A}"/>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525F7835-A835-4C62-B998-87BBC11CC43F}"/>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2F647204-9F13-44F3-A4BE-6E6D79F7B9DD}"/>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A8842428-AC75-4416-8551-BB506F84D1BB}"/>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8611C014-C1B3-4FAF-A8DC-A3B699B7034E}"/>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3576790A-A36D-4C7F-A557-D08F48A12CBD}"/>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A55F639F-97D1-4355-9E64-C7219B8D16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769903949"/>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91969FA7-8379-4556-B8D4-BC827358E0C5}"/>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BD1A786B-41CC-4E94-AFC0-D5AFFE0E529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2E6A77F7-59BA-4C40-B48C-7E0910EB481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21AF6675-B310-4D6B-9775-DC75AA0963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003758698"/>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7708CA8C-4225-43F5-8415-F2E0099E0E27}"/>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807EAC0C-3DEB-4B09-B77D-7B0CADD7AB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F771393C-9B93-4A0A-9F8B-9B2ABDE75F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782282140"/>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08D7372E-52FE-4E96-BB23-CBCE9A7CA3E6}"/>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C6CA1894-2D59-4BB9-96DE-87C3AB3AC1E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2037219D-5683-4733-B62C-76936F2BCA4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85181400-6887-464A-9DD2-0D6993F102C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6ACC5086-A437-4F87-8859-AF2E76CAD7CE}"/>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2C5D54A3-598F-4591-B900-36C41F26817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288FC2C2-8772-4FBC-A1D8-B94F7FB0157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B2862BA9-ABD6-4353-8697-0C5AB2B1C88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E5859992-76C2-40EA-A6AD-3F834A1F334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52654972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67D8867A-15B0-42A2-B58B-559125862C1C}"/>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2CE362C8-EA29-4A6B-9BC2-6E96C09661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6AA7289C-7C7C-4FF0-B993-717ED8AB25D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A1C18EA2-917F-4307-A879-A16608622FA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7D0B5C35-7E97-446C-AE3C-89154170429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0BC5C556-8CCF-4BA4-A891-57C813785C2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3B016CEB-B955-491E-96F7-966D02954F6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4360E31F-3F8C-4472-8576-09A4804E80A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3C733970-16A8-438A-BE3A-68C07CDE9F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690285324"/>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BEF3C6D9-96CF-474A-8888-B15AEB2C3EC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8A1C9EBA-D4B1-40D0-9CE3-395B817499A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72B1104F-74EB-4751-A89F-19069E8D10BD}"/>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2FC5EFF0-CEDD-4E5F-AC53-14FE28CEA3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15702275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e7622696425f4ae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1B341BD3-4C32-4005-AB65-B03A3E3D44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1978830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38b794b064c4456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557D4F45-0EE4-4287-B991-0F739A8230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21329967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c448830b4db649e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C89E2B31-016B-4BC8-8D15-B6336283D3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7035278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0f1b6cb7bd184c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5A057F21-99CC-495E-9C7B-B5DEDCD6082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5932933"/>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c8c020c73031409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AD24E377-AF93-48AF-8FD7-0443ED1EB0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852101142"/>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c1df0bee0d214d4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9FD5923A-7B34-4C7F-BCC3-7B10D04F7A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26869508"/>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F7ABA448-CE39-463D-8479-B4817DE57AC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efcee43819f9453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A3EE0801-61EF-4D2A-9463-234C36F4176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98CCFD14-272A-4825-A0EB-36EC4580674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0B6F63E6-D43D-4584-AAFE-CEA23A3D43BE}"/>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BE993808-A2B7-468E-93DB-FB34639D6450}"/>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EDB582F8-89EE-4E89-9707-8B6EB9867655}"/>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AB32B381-8A5F-4BFE-B66E-158E7B8413DD}"/>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C522A55C-7B9A-496F-AE41-07A8763C1470}"/>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CCE138EF-BA67-4AA8-892D-08EA6F49EDFD}"/>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1BBCF2E3-13F6-498B-89DC-2C6C0DAAA624}"/>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64104360-E758-48C0-B442-6CB2400CD629}"/>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72559C86-28D2-4942-8F36-A76BC67298DF}"/>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966BC64B-EFA5-459B-B8AF-36092607F02F}"/>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6C924246-7617-4779-9ABD-03AC35A91C3A}"/>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343FC4D6-EE35-4373-A0E1-FA1D694B3AA0}"/>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70C87B8C-9BD4-427D-8FC4-2587FA7BE21B}"/>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E91C9444-EE2B-4C51-AC2B-3E2F5049488C}"/>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B54626B4-BF5D-48D6-9A1A-A60B0C095196}"/>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A75FC8F1-F3DD-4FA5-BB05-1F20D6E6D2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804615764"/>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07ACEB5A-AEAC-4C64-B8BF-7BF26537017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61e79e8b4b6d41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52554C2B-2E6F-485A-BFE6-84C1FFF90FF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93A51284-A00A-4329-9108-2A47E6C2AC6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C68232CE-A423-4893-AA70-567AE573D70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DB0BA530-6923-49C2-B022-A7ACC3C4534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1dee89d91ae64b9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C3E3E371-1E4E-4A17-AF07-0A561FF99F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525197842"/>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4725B381-EB35-4B57-A7F1-2D23C140FE3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6dca590446434d4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7FC4D83F-966D-497A-A21A-C35044BFC0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B32590AE-1F44-466D-BEE2-D3B5BBD7221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45EADACE-C7CE-412D-A723-1E8CFED18CA8}"/>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88385CE1-24B4-4430-91BD-D589F8F5394C}"/>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C6F3A985-0100-4DD3-93D7-9F0E8845E46B}"/>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C6C0F654-443C-4F4A-9356-57282157208E}"/>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60E0D7C7-0115-42A7-AF59-FC1A2C055557}"/>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C11A15AF-2667-47C1-A41A-BCA4F08A0B7E}"/>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6D4834C6-B2DD-460C-A4A1-A2EB00AC2600}"/>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02BA574B-F25D-43D4-AF08-E6ADF88676DF}"/>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6E22A6E9-3C87-4522-8BCE-22FDA6C873E4}"/>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3E51EA04-D975-4F3B-843D-334A63EA23A5}"/>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BC0FD3F7-C7EE-4B6F-9589-A9CCEB8FB76D}"/>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313B406A-D9C7-4269-93D2-9C3F0E71E937}"/>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FABA85F9-B511-4650-9187-BD920E95B66F}"/>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BA922F14-3AC2-493F-B6CF-0220EE5503E5}"/>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E5C2FF61-5767-4B92-9563-3C3B534F6692}"/>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A477A21C-62DE-40DB-9468-8C880B93FF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737456565"/>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185643A0-0346-46E2-A1DA-16B75DAE886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51a1a28f3e0140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017DC1CE-D366-481E-8925-E3AFE38EC6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7DC7D324-0368-4F85-AACF-8F23EFD42D6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55A414C1-DC2E-48F4-B8E0-07F94D3DFD4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7EC91C03-0CB1-45B4-931E-D8A151BABFCC}"/>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7623A85F-B25A-4463-AFE9-E160DC061A9B}"/>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87D3C129-54D2-4BC6-A984-A44AB32A7C1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760C8F00-A01C-4998-8859-BED7DB8D1AE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F9819D10-F4BF-4034-AC16-C3445732929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D384CD89-C0D4-442F-A524-580FF41472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4046549096"/>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FEA062F4-13EE-4E85-8C38-8679BE31630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d4efbcfbe50e465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47357167-B6F5-49A6-9F55-9999AE964D9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D72DC894-58A9-4ABE-B959-2CAC05CE04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405B69E9-D48E-4824-B700-9B6FCE7E393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4E86EE9A-7BC2-4E93-BFB3-46C3D7346EF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337E50EF-149A-4924-8683-876DF128200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9B1615F8-C764-4E11-9814-3D743A7507B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AD1CB1FF-E9B7-4875-AE71-FF67CA2E1B7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81AB567E-40BA-4871-81C0-D8246388B20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CB4FB3F3-6992-42BC-9376-CA3347DE2DC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74EDDBB7-8941-475B-94EC-4058635E62D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A9B2D5F1-872E-48FE-8BF8-E68D828E39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88698024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DC28A02A-58A9-4397-8B8A-27A91A8F29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6e0793f6aea24f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4CC95A08-6A85-4616-B47C-7841D91C39A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821D0F84-1507-41D0-9549-2A62EC2351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601928C3-161E-4ECE-8950-744DF37DB32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51CC2085-A30A-4B41-A06F-D99937292DE3}"/>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DB7D1869-6AD5-45E4-829D-2435A67A760D}"/>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12DE0AB9-0372-4EC3-BA90-0F87269E089F}"/>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4E797991-DFB0-48D5-8959-E861FEA840A6}"/>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8BBF8C15-73AD-4F2A-A590-CAC88F3ABA2B}"/>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5181658D-AE4A-429E-BE37-2360A42D04AF}"/>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85512B57-BF3B-4554-A9EE-BBF3D3B16A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693306540"/>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1DB56403-4F88-4316-ACBC-DE0A0CB885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5f455b5c19e046f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7E94C0D4-C0D3-4DC5-AEA8-D226BFAD95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082916A7-7193-4A8B-B825-9B4C53FA716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F88BB878-26DD-4160-B976-6A5AA4B506F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EB64325A-5357-4CD1-B387-76120EF6D21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06802f3552fc42d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272129D6-BDA0-4463-8298-012A61126F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18383979"/>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7F407B5A-9118-4053-9EDA-B307CC336F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f2fe4b133bcc4c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D0711919-D2DB-4FAA-AA0D-87A01468BAA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FC1A0EBF-85B1-4FD1-B449-30B19A70E8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8DCD70C3-2B2E-45D8-B9A8-4D69DD377A0B}"/>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BE7907CE-6D0F-4BD0-AC10-0A24E818E340}"/>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807AB73B-467D-4F8C-BAB5-1204C6560EFD}"/>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C075C5A1-FE99-434E-86CC-1912D3F8510F}"/>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1EF6C2B0-D08F-4C6B-AF5A-F687FC5C1825}"/>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4989A3DE-11F1-4CD1-8D8D-804DF4A742E1}"/>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BCD50494-CAE5-4550-A603-902C602C952F}"/>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CA00FDBA-D833-4F8E-9650-3E0EBABCA07E}"/>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0E6259D6-8546-40B0-B094-5C8294DF1F98}"/>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58D544F8-382B-42AD-9198-AB04DBC7D450}"/>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F2CD4C3F-F242-4211-92B0-E86CD04BA1E2}"/>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744AD6A5-CE0E-4620-AD6B-2906B1D55827}"/>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762CB2E2-92E4-47D3-990F-3C153709BA1D}"/>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059BB4D9-2802-415C-AAEF-144780104BE5}"/>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DE02A4AB-7F83-4E06-BD97-5B32A0EDEAD2}"/>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EB93566B-D30F-4C54-9164-10A391ABF4D9}"/>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354D46A5-74F3-44EB-B73C-6D401563FA7A}"/>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E97B4A1C-7BB1-4EC7-A235-8B7248B448BB}"/>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A72198BF-1782-4E12-AB2A-6A00EDD1F9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752041934"/>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093A1B96-BA9B-45DE-A3F9-AE0715C3009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02e6470bd52a4df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53EEA41B-FC2C-4352-90AE-F50AB417414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4A16A291-B3E0-46BB-81CF-CC41DDA444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6B09C6D4-C9EA-4B02-A1EB-9A1CE9F1BC8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CEEA9B2C-8F11-43CF-B577-C0BAD2B7C9C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3B0ECCAA-E779-4EF8-9C90-AE5163F14117}"/>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3D82E1E7-D89E-42EE-9146-B7A1F768E18C}"/>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DD31EC1A-B91A-4905-9BDD-FB0CFE7EF92A}"/>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B236BE11-8F33-4F89-80F4-F4C9BDC0F617}"/>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6468A2B9-4592-4A45-B05C-5941D1DC96A3}"/>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AE52DB86-E609-465D-AEE4-5F1561228960}"/>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F819785B-14DD-47FB-B014-2A3276056024}"/>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B25280B1-038A-4B8E-B3B4-75ABDE4ADF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571839824"/>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0BC2D7F4-89D8-46D1-A65E-68C3643B53D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f198f4f928ff48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1E0724B9-1BBF-466C-BFD3-5B9B82DE64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DB896F97-3ECA-4AB5-9BE3-D5686B7ADB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9E7F217D-5B18-4974-B284-3196EDE477C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6803B622-F263-4E86-ADF2-87D72BB3A9B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A048724E-AAF0-49C9-8D82-3AE18CA40AE2}"/>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083E1B39-A294-4CC7-B578-60AA6E21748C}"/>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BDF97D59-9474-40F7-A405-8C9F4C5A8285}"/>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3BD6662A-29D7-417B-B5B7-A2B19ED2BEAF}"/>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FBA5D2E1-52E7-4815-92CA-BF1F08BFA129}"/>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8E8EA2F6-E6E2-4F86-AAD8-0945450E18B1}"/>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D54EEA70-310D-4B2D-9E82-CED238F7D4C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2C789BEA-8848-44AD-B4FD-311480E7DA2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EC3CD2A7-9195-4D5C-A3DE-E3721B6FC1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809683837"/>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BC4B2C2B-59A9-4422-B1B3-8AB2A84A0C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772f001157d8454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3A8B46F9-DED0-4DE5-9301-40CD8AE2540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99C514FA-CD30-41C6-A1FB-856BDFEB7A0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A545835F-E5E2-4573-BB25-9F6419CE9F8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40FF3E28-B375-4352-9D44-AC35655A5F4E}"/>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835875F4-9E91-4AF8-A194-C38878335D0D}"/>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C04C65B6-02B8-4BB9-B55A-A53A725397F6}"/>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C5D5F22E-D05E-4037-9799-0BA31500F0DC}"/>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81A7DB62-FE86-47EC-B5C5-866B72BA4B58}"/>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0AB5B0FA-4BF3-4CB7-BBA2-B51DBC095BDE}"/>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738D56D4-AB08-4E4C-A719-2D3D1F4C31DC}"/>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75A624E6-2EEE-4274-A5C9-99DF2878E9B0}"/>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5FD68323-E4EE-48D1-B8CD-E4ADB25EBAC9}"/>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5A3256AE-3066-4C1B-BA4A-8D21D40E5861}"/>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A0E5CA1D-375E-4318-9FFF-8F809DBCB9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915944049"/>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A8873A27-0AA5-4C05-BCCC-F7149FE952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5fe197b765cf4f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3D2B6102-9846-42C1-A661-DC0E66871B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8A96935D-2A2F-423B-8C32-1E43BA7128B7}"/>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07B2B1C2-6786-4AF3-ACFE-D85DF34FC4F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CFA28E3E-45DB-4143-A148-2B2E7029B6D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24fe90367f3348c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CFE22217-91C6-49B6-B09E-54C248C458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123293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F5BD1D43-22E8-4CAE-8094-FD85C18426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be362cb6610648c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F481BA12-1F1E-49B1-87FF-287DA914861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F1EE6DCE-A2A5-492F-9FD7-BF0EFC68BE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5C625631-90E7-40F4-82C8-B2E93B0F9233}"/>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10FA19D0-B767-45B0-8AEA-8BBB5AB87CC3}"/>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9C7D51C7-6226-4B5B-8E56-5F60D6B94398}"/>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B666A377-AD78-4020-A8D4-306EE90316C4}"/>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43973F8F-575C-4B4A-8F6D-3B5CDA52330A}"/>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2A7EC69E-46A8-4335-9219-93DBF96C6C88}"/>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A8A04747-345E-4F97-8858-0DBEC986DD36}"/>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6B73A561-68EA-4A9D-8A88-86CDBE8CC8F7}"/>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77A3327A-E7AB-4DF2-A6DA-E215C5BA0A0F}"/>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0F27F7FC-6A07-44D0-A62A-E6BFD9C2C634}"/>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D5090424-7EB0-407C-B397-851F340B950E}"/>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808E818A-292C-43E7-A3B2-F2A5745583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220513647"/>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2BE5E65B-165A-4D96-ADEB-A3C45F602C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c81b63f8af5f443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A964DCC4-7FEC-4E8D-BC7D-C90DC1E7F29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455437FA-B039-41DA-82B3-1921D0C145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405097B4-B529-4661-B06A-8401B24994AA}"/>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1DBFADBD-2D81-4DAF-9C93-2810FE5573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723092761"/>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946B2B96-DBEF-4A0F-A496-0BEB4024AA3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8badc36ae22340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F8D1E59C-2F42-4840-A8C1-B6F5E387E0F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ED8ED929-EA3F-4E0C-85CF-53CC53BB53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11C3FF43-75B3-4FB7-B60A-840AD07816A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56019DE5-8666-43C3-95EF-32020766694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51FC86AB-C18D-409C-90D2-3CB7F959B94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A995DDFF-27AF-4429-9782-754B352E1C9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8EA422CD-D02B-4E77-8911-F34946C3527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3D80B320-368E-40DA-BE2B-24129F86399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56510C3C-E986-4BBA-915C-8047F2E9DB7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CEBE954A-59B7-4DC6-B7EE-CF1E5BA136E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1652AC91-9EB1-437E-AB32-DA912FB2BD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618329382"/>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AE9F2482-EB42-4B54-8F55-E1F2B938DC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bf7aa6e3b266433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A6F22ABA-91B3-4F37-AB5B-269CA961DE2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0E7EF5C5-8DFA-4CCA-870D-E56C34D8DB7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F62E8120-6205-4463-9CD0-7A541CAB36A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635E0B85-322C-4D81-A53B-BDEA622D0C87}"/>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7BB62615-38C0-4E46-984F-E0285F48E869}"/>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D55ACE57-728B-418E-AD38-5502F2A9F324}"/>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67F6AC26-7000-4E1D-8EC9-E69E0B40E1BF}"/>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E6370BEA-0466-44B2-A10A-EFB9E9AEEEC1}"/>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4CF874C0-764D-4705-BDC3-21D64F820C59}"/>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4FF5B78A-FAAB-44B6-BD78-7535FE1582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487394181"/>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8CB55129-678A-40D7-BFE6-47A17190094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0c83959fb1b645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B6BC6747-86E5-4E53-8306-D85CD966DA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BE1B0A31-B79A-469B-B902-3E6398B1FA6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B21D0EF7-196B-463A-A54D-9AB0BDE51D5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A22BDC66-6936-4A65-A4CA-B5D19580955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072a26f9ee0c405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1595E038-A68B-4ED9-BF59-65D503A853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324891559"/>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C642FD45-C007-4119-A3FD-F6502DBA37D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99b51a8441a24d1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FC987218-D916-4520-AFF6-DA0B6041073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6023E0BD-DB1E-40DC-9B28-248236BA73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CC0D835B-8924-42CB-B692-FA704520F824}"/>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4F855322-D5C0-4E65-946E-209FF700617D}"/>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308" name="27-text-3">
            <a:extLst xmlns:a="http://schemas.openxmlformats.org/drawingml/2006/main">
              <a:ext uri="{FF2B5EF4-FFF2-40B4-BE49-F238E27FC236}">
                <a16:creationId xmlns:a16="http://schemas.microsoft.com/office/drawing/2014/main" id="{C9A69816-EDBA-4BC5-8CA2-22CDFDFA4745}"/>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09" name="27-text-4">
            <a:extLst xmlns:a="http://schemas.openxmlformats.org/drawingml/2006/main">
              <a:ext uri="{FF2B5EF4-FFF2-40B4-BE49-F238E27FC236}">
                <a16:creationId xmlns:a16="http://schemas.microsoft.com/office/drawing/2014/main" id="{71A1BE51-4F50-4814-AABF-B1EE886F9B5B}"/>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310" name="27-text-5">
            <a:extLst xmlns:a="http://schemas.openxmlformats.org/drawingml/2006/main">
              <a:ext uri="{FF2B5EF4-FFF2-40B4-BE49-F238E27FC236}">
                <a16:creationId xmlns:a16="http://schemas.microsoft.com/office/drawing/2014/main" id="{10551DCC-3B85-4003-87F7-E828438ABF50}"/>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311" name="27-text-6">
            <a:extLst xmlns:a="http://schemas.openxmlformats.org/drawingml/2006/main">
              <a:ext uri="{FF2B5EF4-FFF2-40B4-BE49-F238E27FC236}">
                <a16:creationId xmlns:a16="http://schemas.microsoft.com/office/drawing/2014/main" id="{3802D7C3-61A7-48A7-BBEB-B5BEA6A7026E}"/>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312" name="27-line-8">
            <a:extLst xmlns:a="http://schemas.openxmlformats.org/drawingml/2006/main">
              <a:ext uri="{FF2B5EF4-FFF2-40B4-BE49-F238E27FC236}">
                <a16:creationId xmlns:a16="http://schemas.microsoft.com/office/drawing/2014/main" id="{646A3F82-A857-4DAC-B080-80C1532642A0}"/>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27-line-10">
            <a:extLst xmlns:a="http://schemas.openxmlformats.org/drawingml/2006/main">
              <a:ext uri="{FF2B5EF4-FFF2-40B4-BE49-F238E27FC236}">
                <a16:creationId xmlns:a16="http://schemas.microsoft.com/office/drawing/2014/main" id="{5C952942-5945-4A7A-B5CE-AF831DED43FB}"/>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4" name="bounded-agent-loop-stage">
            <a:extLst xmlns:a="http://schemas.openxmlformats.org/drawingml/2006/main">
              <a:ext uri="{FF2B5EF4-FFF2-40B4-BE49-F238E27FC236}">
                <a16:creationId xmlns:a16="http://schemas.microsoft.com/office/drawing/2014/main" id="{8B25FD57-59E5-4734-A416-EA00DAA03161}"/>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5" name="27-text-11">
            <a:extLst xmlns:a="http://schemas.openxmlformats.org/drawingml/2006/main">
              <a:ext uri="{FF2B5EF4-FFF2-40B4-BE49-F238E27FC236}">
                <a16:creationId xmlns:a16="http://schemas.microsoft.com/office/drawing/2014/main" id="{3B0124DD-5451-4CF0-904E-8B372E42E754}"/>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316" name="27-text-12">
            <a:extLst xmlns:a="http://schemas.openxmlformats.org/drawingml/2006/main">
              <a:ext uri="{FF2B5EF4-FFF2-40B4-BE49-F238E27FC236}">
                <a16:creationId xmlns:a16="http://schemas.microsoft.com/office/drawing/2014/main" id="{F7CE1BCA-5F07-4F0E-8D58-7AA53A02210F}"/>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17" name="27-text-13">
            <a:extLst xmlns:a="http://schemas.openxmlformats.org/drawingml/2006/main">
              <a:ext uri="{FF2B5EF4-FFF2-40B4-BE49-F238E27FC236}">
                <a16:creationId xmlns:a16="http://schemas.microsoft.com/office/drawing/2014/main" id="{F3D7E19E-EFC7-4652-8F9D-FDE3C4F9F64E}"/>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318" name="27-text-14">
            <a:extLst xmlns:a="http://schemas.openxmlformats.org/drawingml/2006/main">
              <a:ext uri="{FF2B5EF4-FFF2-40B4-BE49-F238E27FC236}">
                <a16:creationId xmlns:a16="http://schemas.microsoft.com/office/drawing/2014/main" id="{2A0349FD-C713-4AF7-BD92-6C4179501B54}"/>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line-16">
            <a:extLst xmlns:a="http://schemas.openxmlformats.org/drawingml/2006/main">
              <a:ext uri="{FF2B5EF4-FFF2-40B4-BE49-F238E27FC236}">
                <a16:creationId xmlns:a16="http://schemas.microsoft.com/office/drawing/2014/main" id="{0F676EAD-9F3D-475E-9D77-9FD26CB2C927}"/>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27-line-18">
            <a:extLst xmlns:a="http://schemas.openxmlformats.org/drawingml/2006/main">
              <a:ext uri="{FF2B5EF4-FFF2-40B4-BE49-F238E27FC236}">
                <a16:creationId xmlns:a16="http://schemas.microsoft.com/office/drawing/2014/main" id="{C8C9A3A5-091E-4E25-80BA-76D1DC46D88D}"/>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1" name="27-line-20">
            <a:extLst xmlns:a="http://schemas.openxmlformats.org/drawingml/2006/main">
              <a:ext uri="{FF2B5EF4-FFF2-40B4-BE49-F238E27FC236}">
                <a16:creationId xmlns:a16="http://schemas.microsoft.com/office/drawing/2014/main" id="{A8D0D3E6-8625-47FE-98EC-012299FB190B}"/>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2" name="27-line-22">
            <a:extLst xmlns:a="http://schemas.openxmlformats.org/drawingml/2006/main">
              <a:ext uri="{FF2B5EF4-FFF2-40B4-BE49-F238E27FC236}">
                <a16:creationId xmlns:a16="http://schemas.microsoft.com/office/drawing/2014/main" id="{BFAF1E3A-0CB2-4C1D-B9E4-8ED6BE2689A6}"/>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3" name="27-line-24">
            <a:extLst xmlns:a="http://schemas.openxmlformats.org/drawingml/2006/main">
              <a:ext uri="{FF2B5EF4-FFF2-40B4-BE49-F238E27FC236}">
                <a16:creationId xmlns:a16="http://schemas.microsoft.com/office/drawing/2014/main" id="{40102975-A107-48A1-B14E-5077296FDCB7}"/>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narrative-number">
            <a:extLst xmlns:a="http://schemas.openxmlformats.org/drawingml/2006/main">
              <a:ext uri="{FF2B5EF4-FFF2-40B4-BE49-F238E27FC236}">
                <a16:creationId xmlns:a16="http://schemas.microsoft.com/office/drawing/2014/main" id="{1608C463-D69D-43D0-ABD7-4A2A3618BF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627936096"/>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CC2ED556-82F1-4129-A0DC-4DECAA5C84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8e4d4ee8ae904a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slide-title">
            <a:extLst xmlns:a="http://schemas.openxmlformats.org/drawingml/2006/main">
              <a:ext uri="{FF2B5EF4-FFF2-40B4-BE49-F238E27FC236}">
                <a16:creationId xmlns:a16="http://schemas.microsoft.com/office/drawing/2014/main" id="{75FD6C28-60FA-4410-8990-1674E87E3DD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328" name="header-divider">
            <a:extLst xmlns:a="http://schemas.openxmlformats.org/drawingml/2006/main">
              <a:ext uri="{FF2B5EF4-FFF2-40B4-BE49-F238E27FC236}">
                <a16:creationId xmlns:a16="http://schemas.microsoft.com/office/drawing/2014/main" id="{2ABE6395-A7E4-458C-A30C-73E312B3FD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9" name="28-text-1">
            <a:extLst xmlns:a="http://schemas.openxmlformats.org/drawingml/2006/main">
              <a:ext uri="{FF2B5EF4-FFF2-40B4-BE49-F238E27FC236}">
                <a16:creationId xmlns:a16="http://schemas.microsoft.com/office/drawing/2014/main" id="{3C1213DD-2130-4AA5-8021-2C0C1A936162}"/>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30" name="28-text-2">
            <a:extLst xmlns:a="http://schemas.openxmlformats.org/drawingml/2006/main">
              <a:ext uri="{FF2B5EF4-FFF2-40B4-BE49-F238E27FC236}">
                <a16:creationId xmlns:a16="http://schemas.microsoft.com/office/drawing/2014/main" id="{47027F95-5461-4823-974F-98825128DF26}"/>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31" name="28-text-3">
            <a:extLst xmlns:a="http://schemas.openxmlformats.org/drawingml/2006/main">
              <a:ext uri="{FF2B5EF4-FFF2-40B4-BE49-F238E27FC236}">
                <a16:creationId xmlns:a16="http://schemas.microsoft.com/office/drawing/2014/main" id="{00C84E18-CCEE-4A2A-ABB4-598186A83FD3}"/>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32" name="28-text-4">
            <a:extLst xmlns:a="http://schemas.openxmlformats.org/drawingml/2006/main">
              <a:ext uri="{FF2B5EF4-FFF2-40B4-BE49-F238E27FC236}">
                <a16:creationId xmlns:a16="http://schemas.microsoft.com/office/drawing/2014/main" id="{7EE3EFA3-8C7F-4B05-953F-1D2D1D1EBDE4}"/>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33" name="28-text-5">
            <a:extLst xmlns:a="http://schemas.openxmlformats.org/drawingml/2006/main">
              <a:ext uri="{FF2B5EF4-FFF2-40B4-BE49-F238E27FC236}">
                <a16:creationId xmlns:a16="http://schemas.microsoft.com/office/drawing/2014/main" id="{311E67ED-FAE8-4EFD-9E11-956D3F205362}"/>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34" name="28-text-6">
            <a:extLst xmlns:a="http://schemas.openxmlformats.org/drawingml/2006/main">
              <a:ext uri="{FF2B5EF4-FFF2-40B4-BE49-F238E27FC236}">
                <a16:creationId xmlns:a16="http://schemas.microsoft.com/office/drawing/2014/main" id="{2231DE31-B5F4-48D6-8EC0-BCAB6BB545DE}"/>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35" name="28-text-7">
            <a:extLst xmlns:a="http://schemas.openxmlformats.org/drawingml/2006/main">
              <a:ext uri="{FF2B5EF4-FFF2-40B4-BE49-F238E27FC236}">
                <a16:creationId xmlns:a16="http://schemas.microsoft.com/office/drawing/2014/main" id="{5C59A145-99BF-49E4-AAAE-2FE6C100FABB}"/>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36" name="narrative-number">
            <a:extLst xmlns:a="http://schemas.openxmlformats.org/drawingml/2006/main">
              <a:ext uri="{FF2B5EF4-FFF2-40B4-BE49-F238E27FC236}">
                <a16:creationId xmlns:a16="http://schemas.microsoft.com/office/drawing/2014/main" id="{633644EC-548D-420B-B327-B7C285DD45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012188888"/>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DC534B7C-3EDA-4C51-A9CD-CEA53A4E7B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1" name="mini-map"/>
          <p:cNvPicPr>
            <a:picLocks xmlns:a="http://schemas.openxmlformats.org/drawingml/2006/main" noChangeAspect="1"/>
          </p:cNvPicPr>
          <p:nvPr/>
        </p:nvPicPr>
        <p:blipFill>
          <a:blip xmlns:r="http://schemas.openxmlformats.org/officeDocument/2006/relationships" xmlns:a="http://schemas.openxmlformats.org/drawingml/2006/main" r:embed="R460dcfcfcd9d46a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8B244046-1CD4-4477-8AAA-7B5EE835F2B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0" name="header-divider">
            <a:extLst xmlns:a="http://schemas.openxmlformats.org/drawingml/2006/main">
              <a:ext uri="{FF2B5EF4-FFF2-40B4-BE49-F238E27FC236}">
                <a16:creationId xmlns:a16="http://schemas.microsoft.com/office/drawing/2014/main" id="{765DA6C8-41D2-4FF9-8653-27CF3C7C621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E5D1A7A8-B081-4180-8D61-4B0E19115AE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42" name="29-text-2">
            <a:extLst xmlns:a="http://schemas.openxmlformats.org/drawingml/2006/main">
              <a:ext uri="{FF2B5EF4-FFF2-40B4-BE49-F238E27FC236}">
                <a16:creationId xmlns:a16="http://schemas.microsoft.com/office/drawing/2014/main" id="{F3496FA5-AD31-4110-B3BA-3C50D3697F2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43" name="29-text-3">
            <a:extLst xmlns:a="http://schemas.openxmlformats.org/drawingml/2006/main">
              <a:ext uri="{FF2B5EF4-FFF2-40B4-BE49-F238E27FC236}">
                <a16:creationId xmlns:a16="http://schemas.microsoft.com/office/drawing/2014/main" id="{ED63A267-9225-4C0F-9FA5-ED22852832B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44" name="29-text-4">
            <a:extLst xmlns:a="http://schemas.openxmlformats.org/drawingml/2006/main">
              <a:ext uri="{FF2B5EF4-FFF2-40B4-BE49-F238E27FC236}">
                <a16:creationId xmlns:a16="http://schemas.microsoft.com/office/drawing/2014/main" id="{D551A7C1-BD01-43B9-9912-54FEE661B32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45" name="29-text-5">
            <a:extLst xmlns:a="http://schemas.openxmlformats.org/drawingml/2006/main">
              <a:ext uri="{FF2B5EF4-FFF2-40B4-BE49-F238E27FC236}">
                <a16:creationId xmlns:a16="http://schemas.microsoft.com/office/drawing/2014/main" id="{CB69AC53-A8C3-422F-BC38-D21EF6C9ABF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6" name="29-text-6">
            <a:extLst xmlns:a="http://schemas.openxmlformats.org/drawingml/2006/main">
              <a:ext uri="{FF2B5EF4-FFF2-40B4-BE49-F238E27FC236}">
                <a16:creationId xmlns:a16="http://schemas.microsoft.com/office/drawing/2014/main" id="{7BFF6E09-5DDC-4176-94EE-7D6A3E5A8A1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47" name="29-text-7">
            <a:extLst xmlns:a="http://schemas.openxmlformats.org/drawingml/2006/main">
              <a:ext uri="{FF2B5EF4-FFF2-40B4-BE49-F238E27FC236}">
                <a16:creationId xmlns:a16="http://schemas.microsoft.com/office/drawing/2014/main" id="{F625B658-3337-4CC1-8237-E93270115BE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48" name="29-text-8">
            <a:extLst xmlns:a="http://schemas.openxmlformats.org/drawingml/2006/main">
              <a:ext uri="{FF2B5EF4-FFF2-40B4-BE49-F238E27FC236}">
                <a16:creationId xmlns:a16="http://schemas.microsoft.com/office/drawing/2014/main" id="{38473DF2-2DAC-4682-81F1-812E9D3C319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49" name="narrative-number">
            <a:extLst xmlns:a="http://schemas.openxmlformats.org/drawingml/2006/main">
              <a:ext uri="{FF2B5EF4-FFF2-40B4-BE49-F238E27FC236}">
                <a16:creationId xmlns:a16="http://schemas.microsoft.com/office/drawing/2014/main" id="{4E823222-7906-4C14-8E84-70231E4674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4272647912"/>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0" name="!!area-name">
            <a:extLst xmlns:a="http://schemas.openxmlformats.org/drawingml/2006/main">
              <a:ext uri="{FF2B5EF4-FFF2-40B4-BE49-F238E27FC236}">
                <a16:creationId xmlns:a16="http://schemas.microsoft.com/office/drawing/2014/main" id="{DD4E0B74-24E2-4FE6-B078-F76853E4555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74" name="mini-map"/>
          <p:cNvPicPr>
            <a:picLocks xmlns:a="http://schemas.openxmlformats.org/drawingml/2006/main" noChangeAspect="1"/>
          </p:cNvPicPr>
          <p:nvPr/>
        </p:nvPicPr>
        <p:blipFill>
          <a:blip xmlns:r="http://schemas.openxmlformats.org/officeDocument/2006/relationships" xmlns:a="http://schemas.openxmlformats.org/drawingml/2006/main" r:embed="R4d3a383462b444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2" name="slide-title">
            <a:extLst xmlns:a="http://schemas.openxmlformats.org/drawingml/2006/main">
              <a:ext uri="{FF2B5EF4-FFF2-40B4-BE49-F238E27FC236}">
                <a16:creationId xmlns:a16="http://schemas.microsoft.com/office/drawing/2014/main" id="{9C0DD041-5DBC-42BF-B38B-D64B6883F40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53" name="header-divider">
            <a:extLst xmlns:a="http://schemas.openxmlformats.org/drawingml/2006/main">
              <a:ext uri="{FF2B5EF4-FFF2-40B4-BE49-F238E27FC236}">
                <a16:creationId xmlns:a16="http://schemas.microsoft.com/office/drawing/2014/main" id="{25A36864-1C08-4B15-897C-20DAD6E4A4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4" name="30-text-1">
            <a:extLst xmlns:a="http://schemas.openxmlformats.org/drawingml/2006/main">
              <a:ext uri="{FF2B5EF4-FFF2-40B4-BE49-F238E27FC236}">
                <a16:creationId xmlns:a16="http://schemas.microsoft.com/office/drawing/2014/main" id="{F3E8169E-0615-4643-92B7-FD9B45AE13B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55" name="30-text-2">
            <a:extLst xmlns:a="http://schemas.openxmlformats.org/drawingml/2006/main">
              <a:ext uri="{FF2B5EF4-FFF2-40B4-BE49-F238E27FC236}">
                <a16:creationId xmlns:a16="http://schemas.microsoft.com/office/drawing/2014/main" id="{28DF4038-8CC9-4232-9B1E-DB4ACB5A2902}"/>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56" name="30-text-3">
            <a:extLst xmlns:a="http://schemas.openxmlformats.org/drawingml/2006/main">
              <a:ext uri="{FF2B5EF4-FFF2-40B4-BE49-F238E27FC236}">
                <a16:creationId xmlns:a16="http://schemas.microsoft.com/office/drawing/2014/main" id="{C6AFAB31-C0B2-4780-AFEB-3595773AB90D}"/>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57" name="30-text-4">
            <a:extLst xmlns:a="http://schemas.openxmlformats.org/drawingml/2006/main">
              <a:ext uri="{FF2B5EF4-FFF2-40B4-BE49-F238E27FC236}">
                <a16:creationId xmlns:a16="http://schemas.microsoft.com/office/drawing/2014/main" id="{DDA6998E-4BAB-474C-9D86-769386292E71}"/>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58" name="30-text-5">
            <a:extLst xmlns:a="http://schemas.openxmlformats.org/drawingml/2006/main">
              <a:ext uri="{FF2B5EF4-FFF2-40B4-BE49-F238E27FC236}">
                <a16:creationId xmlns:a16="http://schemas.microsoft.com/office/drawing/2014/main" id="{C914F16F-B7DC-4595-9F16-2AB51C7C85D7}"/>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59" name="30-line-7">
            <a:extLst xmlns:a="http://schemas.openxmlformats.org/drawingml/2006/main">
              <a:ext uri="{FF2B5EF4-FFF2-40B4-BE49-F238E27FC236}">
                <a16:creationId xmlns:a16="http://schemas.microsoft.com/office/drawing/2014/main" id="{71476499-7026-4A8C-9491-4BC31570D791}"/>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0" name="30-text-8">
            <a:extLst xmlns:a="http://schemas.openxmlformats.org/drawingml/2006/main">
              <a:ext uri="{FF2B5EF4-FFF2-40B4-BE49-F238E27FC236}">
                <a16:creationId xmlns:a16="http://schemas.microsoft.com/office/drawing/2014/main" id="{68743513-D1BA-411A-8CFE-F96667824FD7}"/>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1" name="30-text-9">
            <a:extLst xmlns:a="http://schemas.openxmlformats.org/drawingml/2006/main">
              <a:ext uri="{FF2B5EF4-FFF2-40B4-BE49-F238E27FC236}">
                <a16:creationId xmlns:a16="http://schemas.microsoft.com/office/drawing/2014/main" id="{D7584956-95C7-4445-873F-38B0FD2F090B}"/>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2" name="30-line-11">
            <a:extLst xmlns:a="http://schemas.openxmlformats.org/drawingml/2006/main">
              <a:ext uri="{FF2B5EF4-FFF2-40B4-BE49-F238E27FC236}">
                <a16:creationId xmlns:a16="http://schemas.microsoft.com/office/drawing/2014/main" id="{615BFE33-556A-4DC5-A4C7-094C84E95EC1}"/>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3" name="30-line-13">
            <a:extLst xmlns:a="http://schemas.openxmlformats.org/drawingml/2006/main">
              <a:ext uri="{FF2B5EF4-FFF2-40B4-BE49-F238E27FC236}">
                <a16:creationId xmlns:a16="http://schemas.microsoft.com/office/drawing/2014/main" id="{297A6705-1CD0-4AEF-868C-20AEF1D04C0F}"/>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4" name="30-line-15">
            <a:extLst xmlns:a="http://schemas.openxmlformats.org/drawingml/2006/main">
              <a:ext uri="{FF2B5EF4-FFF2-40B4-BE49-F238E27FC236}">
                <a16:creationId xmlns:a16="http://schemas.microsoft.com/office/drawing/2014/main" id="{8AA46F9D-0AD0-406D-B313-8A3AE40A5788}"/>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5" name="30-line-17">
            <a:extLst xmlns:a="http://schemas.openxmlformats.org/drawingml/2006/main">
              <a:ext uri="{FF2B5EF4-FFF2-40B4-BE49-F238E27FC236}">
                <a16:creationId xmlns:a16="http://schemas.microsoft.com/office/drawing/2014/main" id="{CCAC2DAF-14C8-4593-833D-E9C4853905F0}"/>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6" name="30-text-18">
            <a:extLst xmlns:a="http://schemas.openxmlformats.org/drawingml/2006/main">
              <a:ext uri="{FF2B5EF4-FFF2-40B4-BE49-F238E27FC236}">
                <a16:creationId xmlns:a16="http://schemas.microsoft.com/office/drawing/2014/main" id="{D4F53CA7-18F0-46F2-9472-527AD6982A09}"/>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67" name="30-text-19">
            <a:extLst xmlns:a="http://schemas.openxmlformats.org/drawingml/2006/main">
              <a:ext uri="{FF2B5EF4-FFF2-40B4-BE49-F238E27FC236}">
                <a16:creationId xmlns:a16="http://schemas.microsoft.com/office/drawing/2014/main" id="{FA6BBB37-9895-4216-9796-52FE5942F350}"/>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68" name="30-line-21">
            <a:extLst xmlns:a="http://schemas.openxmlformats.org/drawingml/2006/main">
              <a:ext uri="{FF2B5EF4-FFF2-40B4-BE49-F238E27FC236}">
                <a16:creationId xmlns:a16="http://schemas.microsoft.com/office/drawing/2014/main" id="{A13EE258-6E53-4EF2-89B0-811C35909F77}"/>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9" name="30-text-22">
            <a:extLst xmlns:a="http://schemas.openxmlformats.org/drawingml/2006/main">
              <a:ext uri="{FF2B5EF4-FFF2-40B4-BE49-F238E27FC236}">
                <a16:creationId xmlns:a16="http://schemas.microsoft.com/office/drawing/2014/main" id="{5F2D371D-D0CA-46AD-8DF4-5A8DD2A30CB1}"/>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0" name="30-text-23">
            <a:extLst xmlns:a="http://schemas.openxmlformats.org/drawingml/2006/main">
              <a:ext uri="{FF2B5EF4-FFF2-40B4-BE49-F238E27FC236}">
                <a16:creationId xmlns:a16="http://schemas.microsoft.com/office/drawing/2014/main" id="{F53359F1-8ED4-4CEF-A8BE-37E92A7717E3}"/>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1" name="30-text-24">
            <a:extLst xmlns:a="http://schemas.openxmlformats.org/drawingml/2006/main">
              <a:ext uri="{FF2B5EF4-FFF2-40B4-BE49-F238E27FC236}">
                <a16:creationId xmlns:a16="http://schemas.microsoft.com/office/drawing/2014/main" id="{FFD8FEEA-4926-476E-B9D2-A1E203B45A19}"/>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2" name="narrative-number">
            <a:extLst xmlns:a="http://schemas.openxmlformats.org/drawingml/2006/main">
              <a:ext uri="{FF2B5EF4-FFF2-40B4-BE49-F238E27FC236}">
                <a16:creationId xmlns:a16="http://schemas.microsoft.com/office/drawing/2014/main" id="{5833B704-4047-4EC1-AAA8-F348C247188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417762800"/>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3" name="!!area-name">
            <a:extLst xmlns:a="http://schemas.openxmlformats.org/drawingml/2006/main">
              <a:ext uri="{FF2B5EF4-FFF2-40B4-BE49-F238E27FC236}">
                <a16:creationId xmlns:a16="http://schemas.microsoft.com/office/drawing/2014/main" id="{AC49C4CA-906E-446C-B94C-3146294E0F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2" name="mini-map"/>
          <p:cNvPicPr>
            <a:picLocks xmlns:a="http://schemas.openxmlformats.org/drawingml/2006/main" noChangeAspect="1"/>
          </p:cNvPicPr>
          <p:nvPr/>
        </p:nvPicPr>
        <p:blipFill>
          <a:blip xmlns:r="http://schemas.openxmlformats.org/officeDocument/2006/relationships" xmlns:a="http://schemas.openxmlformats.org/drawingml/2006/main" r:embed="Rc0f26a1246f44f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5" name="header-divider">
            <a:extLst xmlns:a="http://schemas.openxmlformats.org/drawingml/2006/main">
              <a:ext uri="{FF2B5EF4-FFF2-40B4-BE49-F238E27FC236}">
                <a16:creationId xmlns:a16="http://schemas.microsoft.com/office/drawing/2014/main" id="{41F07F88-B258-4504-89F9-7B272B013D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6" name="31-text-1">
            <a:extLst xmlns:a="http://schemas.openxmlformats.org/drawingml/2006/main">
              <a:ext uri="{FF2B5EF4-FFF2-40B4-BE49-F238E27FC236}">
                <a16:creationId xmlns:a16="http://schemas.microsoft.com/office/drawing/2014/main" id="{FF63E30E-4BF2-49FC-864F-3EC6945A618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77" name="31-text-2">
            <a:extLst xmlns:a="http://schemas.openxmlformats.org/drawingml/2006/main">
              <a:ext uri="{FF2B5EF4-FFF2-40B4-BE49-F238E27FC236}">
                <a16:creationId xmlns:a16="http://schemas.microsoft.com/office/drawing/2014/main" id="{96E677E7-FBF0-48D8-9749-740CB35AE93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78" name="31-text-3">
            <a:extLst xmlns:a="http://schemas.openxmlformats.org/drawingml/2006/main">
              <a:ext uri="{FF2B5EF4-FFF2-40B4-BE49-F238E27FC236}">
                <a16:creationId xmlns:a16="http://schemas.microsoft.com/office/drawing/2014/main" id="{7EB4E97B-F1F4-42CB-AD3A-A4D01E1705C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87" name="31-image-4"/>
          <p:cNvPicPr>
            <a:picLocks xmlns:a="http://schemas.openxmlformats.org/drawingml/2006/main" noChangeAspect="1"/>
          </p:cNvPicPr>
          <p:nvPr/>
        </p:nvPicPr>
        <p:blipFill>
          <a:blip xmlns:r="http://schemas.openxmlformats.org/officeDocument/2006/relationships" xmlns:a="http://schemas.openxmlformats.org/drawingml/2006/main" r:embed="R18bb2efa6a0e451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0" name="narrative-number">
            <a:extLst xmlns:a="http://schemas.openxmlformats.org/drawingml/2006/main">
              <a:ext uri="{FF2B5EF4-FFF2-40B4-BE49-F238E27FC236}">
                <a16:creationId xmlns:a16="http://schemas.microsoft.com/office/drawing/2014/main" id="{E7394EE0-4978-4A93-8984-F12AA5D4E6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165123171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1" name="!!area-name">
            <a:extLst xmlns:a="http://schemas.openxmlformats.org/drawingml/2006/main">
              <a:ext uri="{FF2B5EF4-FFF2-40B4-BE49-F238E27FC236}">
                <a16:creationId xmlns:a16="http://schemas.microsoft.com/office/drawing/2014/main" id="{FE251727-4EEF-4DE1-9EEE-4AAAB018B39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a8b7c2c2a358439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3" name="slide-title">
            <a:extLst xmlns:a="http://schemas.openxmlformats.org/drawingml/2006/main">
              <a:ext uri="{FF2B5EF4-FFF2-40B4-BE49-F238E27FC236}">
                <a16:creationId xmlns:a16="http://schemas.microsoft.com/office/drawing/2014/main" id="{60886066-361C-4FCF-BDC3-E1FAE870B47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84" name="header-divider">
            <a:extLst xmlns:a="http://schemas.openxmlformats.org/drawingml/2006/main">
              <a:ext uri="{FF2B5EF4-FFF2-40B4-BE49-F238E27FC236}">
                <a16:creationId xmlns:a16="http://schemas.microsoft.com/office/drawing/2014/main" id="{A29DDCD4-29D3-4226-9BDB-E0961E64A3D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5" name="32-text-1">
            <a:extLst xmlns:a="http://schemas.openxmlformats.org/drawingml/2006/main">
              <a:ext uri="{FF2B5EF4-FFF2-40B4-BE49-F238E27FC236}">
                <a16:creationId xmlns:a16="http://schemas.microsoft.com/office/drawing/2014/main" id="{4D36CF2F-8A84-4195-B342-DA536899C3E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86" name="32-text-2">
            <a:extLst xmlns:a="http://schemas.openxmlformats.org/drawingml/2006/main">
              <a:ext uri="{FF2B5EF4-FFF2-40B4-BE49-F238E27FC236}">
                <a16:creationId xmlns:a16="http://schemas.microsoft.com/office/drawing/2014/main" id="{6CA6A232-C333-4D7E-9FDA-8C65C092DCF3}"/>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87" name="32-text-3">
            <a:extLst xmlns:a="http://schemas.openxmlformats.org/drawingml/2006/main">
              <a:ext uri="{FF2B5EF4-FFF2-40B4-BE49-F238E27FC236}">
                <a16:creationId xmlns:a16="http://schemas.microsoft.com/office/drawing/2014/main" id="{FEEEC150-E287-46FC-8803-DE0028E6E76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88" name="32-text-4">
            <a:extLst xmlns:a="http://schemas.openxmlformats.org/drawingml/2006/main">
              <a:ext uri="{FF2B5EF4-FFF2-40B4-BE49-F238E27FC236}">
                <a16:creationId xmlns:a16="http://schemas.microsoft.com/office/drawing/2014/main" id="{89345500-FA02-400D-A471-75956027D475}"/>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89" name="32-shape-5">
            <a:extLst xmlns:a="http://schemas.openxmlformats.org/drawingml/2006/main">
              <a:ext uri="{FF2B5EF4-FFF2-40B4-BE49-F238E27FC236}">
                <a16:creationId xmlns:a16="http://schemas.microsoft.com/office/drawing/2014/main" id="{A5027F22-82A7-4E3E-9BD4-54B6B1CB0C30}"/>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32-text-6">
            <a:extLst xmlns:a="http://schemas.openxmlformats.org/drawingml/2006/main">
              <a:ext uri="{FF2B5EF4-FFF2-40B4-BE49-F238E27FC236}">
                <a16:creationId xmlns:a16="http://schemas.microsoft.com/office/drawing/2014/main" id="{B967ACDA-0B39-42EF-AFE0-EB327663F888}"/>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1" name="32-text-7">
            <a:extLst xmlns:a="http://schemas.openxmlformats.org/drawingml/2006/main">
              <a:ext uri="{FF2B5EF4-FFF2-40B4-BE49-F238E27FC236}">
                <a16:creationId xmlns:a16="http://schemas.microsoft.com/office/drawing/2014/main" id="{542A3267-CECB-46E2-A175-6372DBD96562}"/>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2" name="32-text-8">
            <a:extLst xmlns:a="http://schemas.openxmlformats.org/drawingml/2006/main">
              <a:ext uri="{FF2B5EF4-FFF2-40B4-BE49-F238E27FC236}">
                <a16:creationId xmlns:a16="http://schemas.microsoft.com/office/drawing/2014/main" id="{69B2FD46-16F1-49D2-991D-A4BE7F79E164}"/>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93" name="32-text-9">
            <a:extLst xmlns:a="http://schemas.openxmlformats.org/drawingml/2006/main">
              <a:ext uri="{FF2B5EF4-FFF2-40B4-BE49-F238E27FC236}">
                <a16:creationId xmlns:a16="http://schemas.microsoft.com/office/drawing/2014/main" id="{9127E604-9175-4CF7-81E9-53244D56CE39}"/>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94" name="32-text-10">
            <a:extLst xmlns:a="http://schemas.openxmlformats.org/drawingml/2006/main">
              <a:ext uri="{FF2B5EF4-FFF2-40B4-BE49-F238E27FC236}">
                <a16:creationId xmlns:a16="http://schemas.microsoft.com/office/drawing/2014/main" id="{C35C2C6E-E26A-4DC8-A411-94439BDF1D63}"/>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95" name="32-text-11">
            <a:extLst xmlns:a="http://schemas.openxmlformats.org/drawingml/2006/main">
              <a:ext uri="{FF2B5EF4-FFF2-40B4-BE49-F238E27FC236}">
                <a16:creationId xmlns:a16="http://schemas.microsoft.com/office/drawing/2014/main" id="{CBAFEA50-E349-4E7B-B54F-E5C4B0060DC5}"/>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96" name="narrative-number">
            <a:extLst xmlns:a="http://schemas.openxmlformats.org/drawingml/2006/main">
              <a:ext uri="{FF2B5EF4-FFF2-40B4-BE49-F238E27FC236}">
                <a16:creationId xmlns:a16="http://schemas.microsoft.com/office/drawing/2014/main" id="{AF75155E-02BD-4011-8CE4-A189780DEB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4022419394"/>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7" name="!!area-name">
            <a:extLst xmlns:a="http://schemas.openxmlformats.org/drawingml/2006/main">
              <a:ext uri="{FF2B5EF4-FFF2-40B4-BE49-F238E27FC236}">
                <a16:creationId xmlns:a16="http://schemas.microsoft.com/office/drawing/2014/main" id="{442F2C35-4AFB-4F7F-AD82-FACD8B24CD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07" name="mini-map"/>
          <p:cNvPicPr>
            <a:picLocks xmlns:a="http://schemas.openxmlformats.org/drawingml/2006/main" noChangeAspect="1"/>
          </p:cNvPicPr>
          <p:nvPr/>
        </p:nvPicPr>
        <p:blipFill>
          <a:blip xmlns:r="http://schemas.openxmlformats.org/officeDocument/2006/relationships" xmlns:a="http://schemas.openxmlformats.org/drawingml/2006/main" r:embed="R896afbe8b5d74f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9" name="slide-title">
            <a:extLst xmlns:a="http://schemas.openxmlformats.org/drawingml/2006/main">
              <a:ext uri="{FF2B5EF4-FFF2-40B4-BE49-F238E27FC236}">
                <a16:creationId xmlns:a16="http://schemas.microsoft.com/office/drawing/2014/main" id="{8662F349-3B8F-4099-B0E2-60B927E1B63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0" name="header-divider">
            <a:extLst xmlns:a="http://schemas.openxmlformats.org/drawingml/2006/main">
              <a:ext uri="{FF2B5EF4-FFF2-40B4-BE49-F238E27FC236}">
                <a16:creationId xmlns:a16="http://schemas.microsoft.com/office/drawing/2014/main" id="{7AA41A09-FC5D-4DCF-9946-E6B27AD0DF5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33-text-1">
            <a:extLst xmlns:a="http://schemas.openxmlformats.org/drawingml/2006/main">
              <a:ext uri="{FF2B5EF4-FFF2-40B4-BE49-F238E27FC236}">
                <a16:creationId xmlns:a16="http://schemas.microsoft.com/office/drawing/2014/main" id="{E32BAF1B-53BF-4B98-84DB-926C9E4DC97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1"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3" name="33-text-3">
            <a:extLst xmlns:a="http://schemas.openxmlformats.org/drawingml/2006/main">
              <a:ext uri="{FF2B5EF4-FFF2-40B4-BE49-F238E27FC236}">
                <a16:creationId xmlns:a16="http://schemas.microsoft.com/office/drawing/2014/main" id="{C6D23497-75F7-4430-BD2B-D1547FB93CF0}"/>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04" name="33-text-4">
            <a:extLst xmlns:a="http://schemas.openxmlformats.org/drawingml/2006/main">
              <a:ext uri="{FF2B5EF4-FFF2-40B4-BE49-F238E27FC236}">
                <a16:creationId xmlns:a16="http://schemas.microsoft.com/office/drawing/2014/main" id="{F1B86BCB-1AC3-4BD9-97D5-3DDA2C81089B}"/>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05" name="narrative-number">
            <a:extLst xmlns:a="http://schemas.openxmlformats.org/drawingml/2006/main">
              <a:ext uri="{FF2B5EF4-FFF2-40B4-BE49-F238E27FC236}">
                <a16:creationId xmlns:a16="http://schemas.microsoft.com/office/drawing/2014/main" id="{F25D2FB7-1193-4F06-9051-E0267A0B6C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035657583"/>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6" name="!!area-name">
            <a:extLst xmlns:a="http://schemas.openxmlformats.org/drawingml/2006/main">
              <a:ext uri="{FF2B5EF4-FFF2-40B4-BE49-F238E27FC236}">
                <a16:creationId xmlns:a16="http://schemas.microsoft.com/office/drawing/2014/main" id="{4DB12E18-FF74-4ED0-B904-64E074D21F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1" name="mini-map"/>
          <p:cNvPicPr>
            <a:picLocks xmlns:a="http://schemas.openxmlformats.org/drawingml/2006/main" noChangeAspect="1"/>
          </p:cNvPicPr>
          <p:nvPr/>
        </p:nvPicPr>
        <p:blipFill>
          <a:blip xmlns:r="http://schemas.openxmlformats.org/officeDocument/2006/relationships" xmlns:a="http://schemas.openxmlformats.org/drawingml/2006/main" r:embed="Ra5cba97135c04e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8" name="slide-title">
            <a:extLst xmlns:a="http://schemas.openxmlformats.org/drawingml/2006/main">
              <a:ext uri="{FF2B5EF4-FFF2-40B4-BE49-F238E27FC236}">
                <a16:creationId xmlns:a16="http://schemas.microsoft.com/office/drawing/2014/main" id="{825B845D-CE6C-45BD-8012-84E3965E134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09" name="header-divider">
            <a:extLst xmlns:a="http://schemas.openxmlformats.org/drawingml/2006/main">
              <a:ext uri="{FF2B5EF4-FFF2-40B4-BE49-F238E27FC236}">
                <a16:creationId xmlns:a16="http://schemas.microsoft.com/office/drawing/2014/main" id="{98BBFD77-B0F9-435D-B9C7-9F6A96ABBF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0" name="34-text-1">
            <a:extLst xmlns:a="http://schemas.openxmlformats.org/drawingml/2006/main">
              <a:ext uri="{FF2B5EF4-FFF2-40B4-BE49-F238E27FC236}">
                <a16:creationId xmlns:a16="http://schemas.microsoft.com/office/drawing/2014/main" id="{34F1E758-8903-46AB-8F7C-35D44AC29F4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1" name="34-text-2">
            <a:extLst xmlns:a="http://schemas.openxmlformats.org/drawingml/2006/main">
              <a:ext uri="{FF2B5EF4-FFF2-40B4-BE49-F238E27FC236}">
                <a16:creationId xmlns:a16="http://schemas.microsoft.com/office/drawing/2014/main" id="{74515458-9EF1-4D87-B59A-AE78FD9D60D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2" name="34-text-3">
            <a:extLst xmlns:a="http://schemas.openxmlformats.org/drawingml/2006/main">
              <a:ext uri="{FF2B5EF4-FFF2-40B4-BE49-F238E27FC236}">
                <a16:creationId xmlns:a16="http://schemas.microsoft.com/office/drawing/2014/main" id="{984A37A6-07EA-40ED-BA98-611E5850C99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3" name="34-text-4">
            <a:extLst xmlns:a="http://schemas.openxmlformats.org/drawingml/2006/main">
              <a:ext uri="{FF2B5EF4-FFF2-40B4-BE49-F238E27FC236}">
                <a16:creationId xmlns:a16="http://schemas.microsoft.com/office/drawing/2014/main" id="{86E18B38-5AF4-4A72-A4C1-09581BA4A49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14" name="34-text-5">
            <a:extLst xmlns:a="http://schemas.openxmlformats.org/drawingml/2006/main">
              <a:ext uri="{FF2B5EF4-FFF2-40B4-BE49-F238E27FC236}">
                <a16:creationId xmlns:a16="http://schemas.microsoft.com/office/drawing/2014/main" id="{E9C20EF2-1C9A-4E47-AC8C-FE9D88D51570}"/>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15" name="34-text-6">
            <a:extLst xmlns:a="http://schemas.openxmlformats.org/drawingml/2006/main">
              <a:ext uri="{FF2B5EF4-FFF2-40B4-BE49-F238E27FC236}">
                <a16:creationId xmlns:a16="http://schemas.microsoft.com/office/drawing/2014/main" id="{A275EF99-D78A-48FC-ADCE-07BF418EA22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16" name="34-text-7">
            <a:extLst xmlns:a="http://schemas.openxmlformats.org/drawingml/2006/main">
              <a:ext uri="{FF2B5EF4-FFF2-40B4-BE49-F238E27FC236}">
                <a16:creationId xmlns:a16="http://schemas.microsoft.com/office/drawing/2014/main" id="{3D8F2F44-EA40-414B-920A-7B602EB6122E}"/>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17" name="34-text-8">
            <a:extLst xmlns:a="http://schemas.openxmlformats.org/drawingml/2006/main">
              <a:ext uri="{FF2B5EF4-FFF2-40B4-BE49-F238E27FC236}">
                <a16:creationId xmlns:a16="http://schemas.microsoft.com/office/drawing/2014/main" id="{563D8808-86DE-4829-B418-9EADFA8958C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18" name="34-text-9">
            <a:extLst xmlns:a="http://schemas.openxmlformats.org/drawingml/2006/main">
              <a:ext uri="{FF2B5EF4-FFF2-40B4-BE49-F238E27FC236}">
                <a16:creationId xmlns:a16="http://schemas.microsoft.com/office/drawing/2014/main" id="{06EF55E8-2C7F-4621-B8EB-D46DF80CD00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19" name="narrative-number">
            <a:extLst xmlns:a="http://schemas.openxmlformats.org/drawingml/2006/main">
              <a:ext uri="{FF2B5EF4-FFF2-40B4-BE49-F238E27FC236}">
                <a16:creationId xmlns:a16="http://schemas.microsoft.com/office/drawing/2014/main" id="{F16E0932-1DAF-49B1-9CC8-2409525537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13061718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0" name="!!area-name">
            <a:extLst xmlns:a="http://schemas.openxmlformats.org/drawingml/2006/main">
              <a:ext uri="{FF2B5EF4-FFF2-40B4-BE49-F238E27FC236}">
                <a16:creationId xmlns:a16="http://schemas.microsoft.com/office/drawing/2014/main" id="{8A134494-8C8B-4A47-94AF-9ECD171F515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36" name="mini-map"/>
          <p:cNvPicPr>
            <a:picLocks xmlns:a="http://schemas.openxmlformats.org/drawingml/2006/main" noChangeAspect="1"/>
          </p:cNvPicPr>
          <p:nvPr/>
        </p:nvPicPr>
        <p:blipFill>
          <a:blip xmlns:r="http://schemas.openxmlformats.org/officeDocument/2006/relationships" xmlns:a="http://schemas.openxmlformats.org/drawingml/2006/main" r:embed="Rebeee24ecdcd490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2" name="slide-title">
            <a:extLst xmlns:a="http://schemas.openxmlformats.org/drawingml/2006/main">
              <a:ext uri="{FF2B5EF4-FFF2-40B4-BE49-F238E27FC236}">
                <a16:creationId xmlns:a16="http://schemas.microsoft.com/office/drawing/2014/main" id="{A2D968F4-09FE-4F82-913D-C5545BB110F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23" name="header-divider">
            <a:extLst xmlns:a="http://schemas.openxmlformats.org/drawingml/2006/main">
              <a:ext uri="{FF2B5EF4-FFF2-40B4-BE49-F238E27FC236}">
                <a16:creationId xmlns:a16="http://schemas.microsoft.com/office/drawing/2014/main" id="{6EC34205-2E9E-4E33-B7C7-C4C80A4844B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4" name="35-text-1">
            <a:extLst xmlns:a="http://schemas.openxmlformats.org/drawingml/2006/main">
              <a:ext uri="{FF2B5EF4-FFF2-40B4-BE49-F238E27FC236}">
                <a16:creationId xmlns:a16="http://schemas.microsoft.com/office/drawing/2014/main" id="{F8AC4598-5121-4ECF-BCF1-3EF27B7EE5E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25" name="35-text-2">
            <a:extLst xmlns:a="http://schemas.openxmlformats.org/drawingml/2006/main">
              <a:ext uri="{FF2B5EF4-FFF2-40B4-BE49-F238E27FC236}">
                <a16:creationId xmlns:a16="http://schemas.microsoft.com/office/drawing/2014/main" id="{AF3E6AF4-F76E-4CA2-BB68-A1F8F308E7C1}"/>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26" name="35-text-3">
            <a:extLst xmlns:a="http://schemas.openxmlformats.org/drawingml/2006/main">
              <a:ext uri="{FF2B5EF4-FFF2-40B4-BE49-F238E27FC236}">
                <a16:creationId xmlns:a16="http://schemas.microsoft.com/office/drawing/2014/main" id="{B75A0635-0FA7-404B-A473-C10C970CA459}"/>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27" name="35-text-4">
            <a:extLst xmlns:a="http://schemas.openxmlformats.org/drawingml/2006/main">
              <a:ext uri="{FF2B5EF4-FFF2-40B4-BE49-F238E27FC236}">
                <a16:creationId xmlns:a16="http://schemas.microsoft.com/office/drawing/2014/main" id="{B7D9981F-E496-47CA-895C-CEF0C86CBF98}"/>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28" name="35-text-5">
            <a:extLst xmlns:a="http://schemas.openxmlformats.org/drawingml/2006/main">
              <a:ext uri="{FF2B5EF4-FFF2-40B4-BE49-F238E27FC236}">
                <a16:creationId xmlns:a16="http://schemas.microsoft.com/office/drawing/2014/main" id="{D5194C7F-5819-45A9-BC85-CF4D04C160E7}"/>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29" name="35-text-6">
            <a:extLst xmlns:a="http://schemas.openxmlformats.org/drawingml/2006/main">
              <a:ext uri="{FF2B5EF4-FFF2-40B4-BE49-F238E27FC236}">
                <a16:creationId xmlns:a16="http://schemas.microsoft.com/office/drawing/2014/main" id="{4B19A744-37BC-45E8-9A0D-5550582EA8C7}"/>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0" name="35-text-7">
            <a:extLst xmlns:a="http://schemas.openxmlformats.org/drawingml/2006/main">
              <a:ext uri="{FF2B5EF4-FFF2-40B4-BE49-F238E27FC236}">
                <a16:creationId xmlns:a16="http://schemas.microsoft.com/office/drawing/2014/main" id="{E7AA16A3-8487-4EF4-B4C8-5F19F7D5685C}"/>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1" name="35-text-8">
            <a:extLst xmlns:a="http://schemas.openxmlformats.org/drawingml/2006/main">
              <a:ext uri="{FF2B5EF4-FFF2-40B4-BE49-F238E27FC236}">
                <a16:creationId xmlns:a16="http://schemas.microsoft.com/office/drawing/2014/main" id="{16F5720C-047D-48C6-A303-891E765E8AC1}"/>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2" name="35-text-9">
            <a:extLst xmlns:a="http://schemas.openxmlformats.org/drawingml/2006/main">
              <a:ext uri="{FF2B5EF4-FFF2-40B4-BE49-F238E27FC236}">
                <a16:creationId xmlns:a16="http://schemas.microsoft.com/office/drawing/2014/main" id="{B2421B12-39B9-48C5-8C8E-7141A31619F5}"/>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33" name="35-text-10">
            <a:extLst xmlns:a="http://schemas.openxmlformats.org/drawingml/2006/main">
              <a:ext uri="{FF2B5EF4-FFF2-40B4-BE49-F238E27FC236}">
                <a16:creationId xmlns:a16="http://schemas.microsoft.com/office/drawing/2014/main" id="{2C70C3D6-60DE-402F-8018-43AE07C49AF2}"/>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34" name="narrative-number">
            <a:extLst xmlns:a="http://schemas.openxmlformats.org/drawingml/2006/main">
              <a:ext uri="{FF2B5EF4-FFF2-40B4-BE49-F238E27FC236}">
                <a16:creationId xmlns:a16="http://schemas.microsoft.com/office/drawing/2014/main" id="{B6A41958-46FB-42E3-A161-7E8A1F3E68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220669377"/>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5" name="!!area-name">
            <a:extLst xmlns:a="http://schemas.openxmlformats.org/drawingml/2006/main">
              <a:ext uri="{FF2B5EF4-FFF2-40B4-BE49-F238E27FC236}">
                <a16:creationId xmlns:a16="http://schemas.microsoft.com/office/drawing/2014/main" id="{486B356F-3F92-47B5-B9A9-51DCDC5674E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44" name="mini-map"/>
          <p:cNvPicPr>
            <a:picLocks xmlns:a="http://schemas.openxmlformats.org/drawingml/2006/main" noChangeAspect="1"/>
          </p:cNvPicPr>
          <p:nvPr/>
        </p:nvPicPr>
        <p:blipFill>
          <a:blip xmlns:r="http://schemas.openxmlformats.org/officeDocument/2006/relationships" xmlns:a="http://schemas.openxmlformats.org/drawingml/2006/main" r:embed="R25a658f304bc42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7" name="header-divider">
            <a:extLst xmlns:a="http://schemas.openxmlformats.org/drawingml/2006/main">
              <a:ext uri="{FF2B5EF4-FFF2-40B4-BE49-F238E27FC236}">
                <a16:creationId xmlns:a16="http://schemas.microsoft.com/office/drawing/2014/main" id="{2F46E20E-5E86-4563-9FED-6C5E506771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8" name="36-text-1">
            <a:extLst xmlns:a="http://schemas.openxmlformats.org/drawingml/2006/main">
              <a:ext uri="{FF2B5EF4-FFF2-40B4-BE49-F238E27FC236}">
                <a16:creationId xmlns:a16="http://schemas.microsoft.com/office/drawing/2014/main" id="{C83EC7F8-2D4E-4817-B8C5-6447E387DD51}"/>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47" name="36-image-2"/>
          <p:cNvPicPr>
            <a:picLocks xmlns:a="http://schemas.openxmlformats.org/drawingml/2006/main" noChangeAspect="1"/>
          </p:cNvPicPr>
          <p:nvPr/>
        </p:nvPicPr>
        <p:blipFill>
          <a:blip xmlns:r="http://schemas.openxmlformats.org/officeDocument/2006/relationships" xmlns:a="http://schemas.openxmlformats.org/drawingml/2006/main" r:embed="Ra1531455b5994038"/>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0" name="36-text-3">
            <a:extLst xmlns:a="http://schemas.openxmlformats.org/drawingml/2006/main">
              <a:ext uri="{FF2B5EF4-FFF2-40B4-BE49-F238E27FC236}">
                <a16:creationId xmlns:a16="http://schemas.microsoft.com/office/drawing/2014/main" id="{0C5B69BD-486F-43A9-BB59-7CF20077E28A}"/>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1" name="36-text-4">
            <a:extLst xmlns:a="http://schemas.openxmlformats.org/drawingml/2006/main">
              <a:ext uri="{FF2B5EF4-FFF2-40B4-BE49-F238E27FC236}">
                <a16:creationId xmlns:a16="http://schemas.microsoft.com/office/drawing/2014/main" id="{A9315ADC-34E8-4070-8DD9-49A932BC5FA8}"/>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2" name="narrative-number">
            <a:extLst xmlns:a="http://schemas.openxmlformats.org/drawingml/2006/main">
              <a:ext uri="{FF2B5EF4-FFF2-40B4-BE49-F238E27FC236}">
                <a16:creationId xmlns:a16="http://schemas.microsoft.com/office/drawing/2014/main" id="{F582084F-2841-40D3-934C-23B4E7980C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338112278"/>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3" name="!!area-name">
            <a:extLst xmlns:a="http://schemas.openxmlformats.org/drawingml/2006/main">
              <a:ext uri="{FF2B5EF4-FFF2-40B4-BE49-F238E27FC236}">
                <a16:creationId xmlns:a16="http://schemas.microsoft.com/office/drawing/2014/main" id="{C3D13905-2C8E-4AFE-B6FD-619E5998CF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65" name="mini-map"/>
          <p:cNvPicPr>
            <a:picLocks xmlns:a="http://schemas.openxmlformats.org/drawingml/2006/main" noChangeAspect="1"/>
          </p:cNvPicPr>
          <p:nvPr/>
        </p:nvPicPr>
        <p:blipFill>
          <a:blip xmlns:r="http://schemas.openxmlformats.org/officeDocument/2006/relationships" xmlns:a="http://schemas.openxmlformats.org/drawingml/2006/main" r:embed="Ref9c89dab3c945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5" name="slide-title">
            <a:extLst xmlns:a="http://schemas.openxmlformats.org/drawingml/2006/main">
              <a:ext uri="{FF2B5EF4-FFF2-40B4-BE49-F238E27FC236}">
                <a16:creationId xmlns:a16="http://schemas.microsoft.com/office/drawing/2014/main" id="{9B449EE0-13E7-434C-9FAC-A74D4D2F8B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46" name="header-divider">
            <a:extLst xmlns:a="http://schemas.openxmlformats.org/drawingml/2006/main">
              <a:ext uri="{FF2B5EF4-FFF2-40B4-BE49-F238E27FC236}">
                <a16:creationId xmlns:a16="http://schemas.microsoft.com/office/drawing/2014/main" id="{F3D03828-3316-4E04-AF1F-6204F2D3C5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7" name="37-text-1">
            <a:extLst xmlns:a="http://schemas.openxmlformats.org/drawingml/2006/main">
              <a:ext uri="{FF2B5EF4-FFF2-40B4-BE49-F238E27FC236}">
                <a16:creationId xmlns:a16="http://schemas.microsoft.com/office/drawing/2014/main" id="{02DEF10C-00CD-4228-AA8C-B1AC068EFB79}"/>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48" name="37-text-2">
            <a:extLst xmlns:a="http://schemas.openxmlformats.org/drawingml/2006/main">
              <a:ext uri="{FF2B5EF4-FFF2-40B4-BE49-F238E27FC236}">
                <a16:creationId xmlns:a16="http://schemas.microsoft.com/office/drawing/2014/main" id="{A5BDE483-BF94-4D27-A374-D529F9718495}"/>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49" name="37-text-3">
            <a:extLst xmlns:a="http://schemas.openxmlformats.org/drawingml/2006/main">
              <a:ext uri="{FF2B5EF4-FFF2-40B4-BE49-F238E27FC236}">
                <a16:creationId xmlns:a16="http://schemas.microsoft.com/office/drawing/2014/main" id="{B431C2C8-9F32-47DC-B135-D87E3C647333}"/>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0" name="37-text-4">
            <a:extLst xmlns:a="http://schemas.openxmlformats.org/drawingml/2006/main">
              <a:ext uri="{FF2B5EF4-FFF2-40B4-BE49-F238E27FC236}">
                <a16:creationId xmlns:a16="http://schemas.microsoft.com/office/drawing/2014/main" id="{A1D0B126-6C26-4EFB-82CE-88A306750F09}"/>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1" name="37-text-5">
            <a:extLst xmlns:a="http://schemas.openxmlformats.org/drawingml/2006/main">
              <a:ext uri="{FF2B5EF4-FFF2-40B4-BE49-F238E27FC236}">
                <a16:creationId xmlns:a16="http://schemas.microsoft.com/office/drawing/2014/main" id="{713E5509-6EBB-4554-A003-FC283507FA2B}"/>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2" name="37-text-6">
            <a:extLst xmlns:a="http://schemas.openxmlformats.org/drawingml/2006/main">
              <a:ext uri="{FF2B5EF4-FFF2-40B4-BE49-F238E27FC236}">
                <a16:creationId xmlns:a16="http://schemas.microsoft.com/office/drawing/2014/main" id="{31A2DFB8-32E4-4D58-B967-79D1511EB4E0}"/>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53" name="37-text-7">
            <a:extLst xmlns:a="http://schemas.openxmlformats.org/drawingml/2006/main">
              <a:ext uri="{FF2B5EF4-FFF2-40B4-BE49-F238E27FC236}">
                <a16:creationId xmlns:a16="http://schemas.microsoft.com/office/drawing/2014/main" id="{4E411A42-76FE-4DCD-9414-658D6BACED5B}"/>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54" name="37-text-8">
            <a:extLst xmlns:a="http://schemas.openxmlformats.org/drawingml/2006/main">
              <a:ext uri="{FF2B5EF4-FFF2-40B4-BE49-F238E27FC236}">
                <a16:creationId xmlns:a16="http://schemas.microsoft.com/office/drawing/2014/main" id="{31654267-2872-4DB9-BEB1-6E24D83BA710}"/>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55" name="37-text-9">
            <a:extLst xmlns:a="http://schemas.openxmlformats.org/drawingml/2006/main">
              <a:ext uri="{FF2B5EF4-FFF2-40B4-BE49-F238E27FC236}">
                <a16:creationId xmlns:a16="http://schemas.microsoft.com/office/drawing/2014/main" id="{671F88D0-D75D-492D-B79E-916617CAEF59}"/>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56" name="37-text-10">
            <a:extLst xmlns:a="http://schemas.openxmlformats.org/drawingml/2006/main">
              <a:ext uri="{FF2B5EF4-FFF2-40B4-BE49-F238E27FC236}">
                <a16:creationId xmlns:a16="http://schemas.microsoft.com/office/drawing/2014/main" id="{6C47D0B1-C1B5-4CB4-AA0C-04EC130949F4}"/>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57" name="37-text-11">
            <a:extLst xmlns:a="http://schemas.openxmlformats.org/drawingml/2006/main">
              <a:ext uri="{FF2B5EF4-FFF2-40B4-BE49-F238E27FC236}">
                <a16:creationId xmlns:a16="http://schemas.microsoft.com/office/drawing/2014/main" id="{199C50B2-8445-45CF-BC58-D15B9A36FD64}"/>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58" name="37-line-13">
            <a:extLst xmlns:a="http://schemas.openxmlformats.org/drawingml/2006/main">
              <a:ext uri="{FF2B5EF4-FFF2-40B4-BE49-F238E27FC236}">
                <a16:creationId xmlns:a16="http://schemas.microsoft.com/office/drawing/2014/main" id="{DEB385E9-098D-4AC7-8B33-6132CCAE3978}"/>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59" name="37-line-15">
            <a:extLst xmlns:a="http://schemas.openxmlformats.org/drawingml/2006/main">
              <a:ext uri="{FF2B5EF4-FFF2-40B4-BE49-F238E27FC236}">
                <a16:creationId xmlns:a16="http://schemas.microsoft.com/office/drawing/2014/main" id="{F970D2DB-18A5-4772-B442-043A81C833A4}"/>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0" name="37-line-17">
            <a:extLst xmlns:a="http://schemas.openxmlformats.org/drawingml/2006/main">
              <a:ext uri="{FF2B5EF4-FFF2-40B4-BE49-F238E27FC236}">
                <a16:creationId xmlns:a16="http://schemas.microsoft.com/office/drawing/2014/main" id="{1AE3E0A0-7F2C-40E7-BC25-E131931C5428}"/>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1" name="37-shape-18">
            <a:extLst xmlns:a="http://schemas.openxmlformats.org/drawingml/2006/main">
              <a:ext uri="{FF2B5EF4-FFF2-40B4-BE49-F238E27FC236}">
                <a16:creationId xmlns:a16="http://schemas.microsoft.com/office/drawing/2014/main" id="{9926A381-1141-4A0C-B7A8-E050E57337BB}"/>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2" name="37-text-19">
            <a:extLst xmlns:a="http://schemas.openxmlformats.org/drawingml/2006/main">
              <a:ext uri="{FF2B5EF4-FFF2-40B4-BE49-F238E27FC236}">
                <a16:creationId xmlns:a16="http://schemas.microsoft.com/office/drawing/2014/main" id="{781C6201-CF0F-4DE6-A932-2529E9489958}"/>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63" name="narrative-number">
            <a:extLst xmlns:a="http://schemas.openxmlformats.org/drawingml/2006/main">
              <a:ext uri="{FF2B5EF4-FFF2-40B4-BE49-F238E27FC236}">
                <a16:creationId xmlns:a16="http://schemas.microsoft.com/office/drawing/2014/main" id="{3B465389-EC44-4C8C-99C2-4EFDD545C6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055196236"/>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4" name="!!area-name">
            <a:extLst xmlns:a="http://schemas.openxmlformats.org/drawingml/2006/main">
              <a:ext uri="{FF2B5EF4-FFF2-40B4-BE49-F238E27FC236}">
                <a16:creationId xmlns:a16="http://schemas.microsoft.com/office/drawing/2014/main" id="{81365843-1E81-4CD3-BA9C-40A32F891DF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76" name="mini-map"/>
          <p:cNvPicPr>
            <a:picLocks xmlns:a="http://schemas.openxmlformats.org/drawingml/2006/main" noChangeAspect="1"/>
          </p:cNvPicPr>
          <p:nvPr/>
        </p:nvPicPr>
        <p:blipFill>
          <a:blip xmlns:r="http://schemas.openxmlformats.org/officeDocument/2006/relationships" xmlns:a="http://schemas.openxmlformats.org/drawingml/2006/main" r:embed="Rf4e187aae261455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6" name="slide-title">
            <a:extLst xmlns:a="http://schemas.openxmlformats.org/drawingml/2006/main">
              <a:ext uri="{FF2B5EF4-FFF2-40B4-BE49-F238E27FC236}">
                <a16:creationId xmlns:a16="http://schemas.microsoft.com/office/drawing/2014/main" id="{DA4DC5C4-3C1E-4BAA-B2A4-9A78A6C10D6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67" name="header-divider">
            <a:extLst xmlns:a="http://schemas.openxmlformats.org/drawingml/2006/main">
              <a:ext uri="{FF2B5EF4-FFF2-40B4-BE49-F238E27FC236}">
                <a16:creationId xmlns:a16="http://schemas.microsoft.com/office/drawing/2014/main" id="{4D8A51BA-4E20-426E-B8F4-2B9A3DA3E1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8" name="38-text-1">
            <a:extLst xmlns:a="http://schemas.openxmlformats.org/drawingml/2006/main">
              <a:ext uri="{FF2B5EF4-FFF2-40B4-BE49-F238E27FC236}">
                <a16:creationId xmlns:a16="http://schemas.microsoft.com/office/drawing/2014/main" id="{46BD764D-76C9-4257-BEFB-0824DFDD8F1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69" name="38-text-2">
            <a:extLst xmlns:a="http://schemas.openxmlformats.org/drawingml/2006/main">
              <a:ext uri="{FF2B5EF4-FFF2-40B4-BE49-F238E27FC236}">
                <a16:creationId xmlns:a16="http://schemas.microsoft.com/office/drawing/2014/main" id="{A7317B1A-8725-48EF-9D99-912424C2011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0" name="38-text-3">
            <a:extLst xmlns:a="http://schemas.openxmlformats.org/drawingml/2006/main">
              <a:ext uri="{FF2B5EF4-FFF2-40B4-BE49-F238E27FC236}">
                <a16:creationId xmlns:a16="http://schemas.microsoft.com/office/drawing/2014/main" id="{E24B3A4B-F3E6-4618-8747-E404B6607FD4}"/>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1" name="38-text-4">
            <a:extLst xmlns:a="http://schemas.openxmlformats.org/drawingml/2006/main">
              <a:ext uri="{FF2B5EF4-FFF2-40B4-BE49-F238E27FC236}">
                <a16:creationId xmlns:a16="http://schemas.microsoft.com/office/drawing/2014/main" id="{7905F3A5-8164-4911-B5C3-1C26FB7D2DE1}"/>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2" name="38-text-5">
            <a:extLst xmlns:a="http://schemas.openxmlformats.org/drawingml/2006/main">
              <a:ext uri="{FF2B5EF4-FFF2-40B4-BE49-F238E27FC236}">
                <a16:creationId xmlns:a16="http://schemas.microsoft.com/office/drawing/2014/main" id="{B45715A3-4C37-4315-AE2A-4C09F53309A1}"/>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73" name="38-text-6">
            <a:extLst xmlns:a="http://schemas.openxmlformats.org/drawingml/2006/main">
              <a:ext uri="{FF2B5EF4-FFF2-40B4-BE49-F238E27FC236}">
                <a16:creationId xmlns:a16="http://schemas.microsoft.com/office/drawing/2014/main" id="{6BD4C3B5-F874-4EBC-BF8C-2742A3B27C6E}"/>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74" name="narrative-number">
            <a:extLst xmlns:a="http://schemas.openxmlformats.org/drawingml/2006/main">
              <a:ext uri="{FF2B5EF4-FFF2-40B4-BE49-F238E27FC236}">
                <a16:creationId xmlns:a16="http://schemas.microsoft.com/office/drawing/2014/main" id="{6838F018-BD9F-4430-86C1-B42A0EBCAD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102395323"/>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5" name="!!area-name">
            <a:extLst xmlns:a="http://schemas.openxmlformats.org/drawingml/2006/main">
              <a:ext uri="{FF2B5EF4-FFF2-40B4-BE49-F238E27FC236}">
                <a16:creationId xmlns:a16="http://schemas.microsoft.com/office/drawing/2014/main" id="{82E4CD4D-3399-416A-80BC-27383C98E9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0" name="mini-map"/>
          <p:cNvPicPr>
            <a:picLocks xmlns:a="http://schemas.openxmlformats.org/drawingml/2006/main" noChangeAspect="1"/>
          </p:cNvPicPr>
          <p:nvPr/>
        </p:nvPicPr>
        <p:blipFill>
          <a:blip xmlns:r="http://schemas.openxmlformats.org/officeDocument/2006/relationships" xmlns:a="http://schemas.openxmlformats.org/drawingml/2006/main" r:embed="Rae7f6fdc01324b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7" name="slide-title">
            <a:extLst xmlns:a="http://schemas.openxmlformats.org/drawingml/2006/main">
              <a:ext uri="{FF2B5EF4-FFF2-40B4-BE49-F238E27FC236}">
                <a16:creationId xmlns:a16="http://schemas.microsoft.com/office/drawing/2014/main" id="{172C4503-434D-46C7-B088-0E3B2648767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78" name="header-divider">
            <a:extLst xmlns:a="http://schemas.openxmlformats.org/drawingml/2006/main">
              <a:ext uri="{FF2B5EF4-FFF2-40B4-BE49-F238E27FC236}">
                <a16:creationId xmlns:a16="http://schemas.microsoft.com/office/drawing/2014/main" id="{1FE5BA05-CE48-4BCC-A2B7-DDDA605CCB3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9" name="39-text-1">
            <a:extLst xmlns:a="http://schemas.openxmlformats.org/drawingml/2006/main">
              <a:ext uri="{FF2B5EF4-FFF2-40B4-BE49-F238E27FC236}">
                <a16:creationId xmlns:a16="http://schemas.microsoft.com/office/drawing/2014/main" id="{2BEC8AC7-6971-47D7-AAA9-0EF2FB22AF4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0" name="39-text-2">
            <a:extLst xmlns:a="http://schemas.openxmlformats.org/drawingml/2006/main">
              <a:ext uri="{FF2B5EF4-FFF2-40B4-BE49-F238E27FC236}">
                <a16:creationId xmlns:a16="http://schemas.microsoft.com/office/drawing/2014/main" id="{45157F1D-A6D7-4C24-A53C-BDF404EB18E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1" name="39-text-3">
            <a:extLst xmlns:a="http://schemas.openxmlformats.org/drawingml/2006/main">
              <a:ext uri="{FF2B5EF4-FFF2-40B4-BE49-F238E27FC236}">
                <a16:creationId xmlns:a16="http://schemas.microsoft.com/office/drawing/2014/main" id="{EC1BCDD0-BAD6-4409-ACB3-68868411E20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2" name="39-text-4">
            <a:extLst xmlns:a="http://schemas.openxmlformats.org/drawingml/2006/main">
              <a:ext uri="{FF2B5EF4-FFF2-40B4-BE49-F238E27FC236}">
                <a16:creationId xmlns:a16="http://schemas.microsoft.com/office/drawing/2014/main" id="{99BD8A12-D358-4699-BC18-F9A753A09F2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83" name="39-text-5">
            <a:extLst xmlns:a="http://schemas.openxmlformats.org/drawingml/2006/main">
              <a:ext uri="{FF2B5EF4-FFF2-40B4-BE49-F238E27FC236}">
                <a16:creationId xmlns:a16="http://schemas.microsoft.com/office/drawing/2014/main" id="{C921EB4F-43BB-4E56-8BC0-DD05AA4DC626}"/>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84" name="39-text-6">
            <a:extLst xmlns:a="http://schemas.openxmlformats.org/drawingml/2006/main">
              <a:ext uri="{FF2B5EF4-FFF2-40B4-BE49-F238E27FC236}">
                <a16:creationId xmlns:a16="http://schemas.microsoft.com/office/drawing/2014/main" id="{D500EAD9-EAC3-446E-A5E9-4CBE551A114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85" name="39-text-7">
            <a:extLst xmlns:a="http://schemas.openxmlformats.org/drawingml/2006/main">
              <a:ext uri="{FF2B5EF4-FFF2-40B4-BE49-F238E27FC236}">
                <a16:creationId xmlns:a16="http://schemas.microsoft.com/office/drawing/2014/main" id="{85DEB566-27C7-43D2-9469-0C3D2357976E}"/>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86" name="39-text-8">
            <a:extLst xmlns:a="http://schemas.openxmlformats.org/drawingml/2006/main">
              <a:ext uri="{FF2B5EF4-FFF2-40B4-BE49-F238E27FC236}">
                <a16:creationId xmlns:a16="http://schemas.microsoft.com/office/drawing/2014/main" id="{D4125582-7A9B-4AA0-A3DE-93AD6765B21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87" name="39-text-9">
            <a:extLst xmlns:a="http://schemas.openxmlformats.org/drawingml/2006/main">
              <a:ext uri="{FF2B5EF4-FFF2-40B4-BE49-F238E27FC236}">
                <a16:creationId xmlns:a16="http://schemas.microsoft.com/office/drawing/2014/main" id="{AECD40D1-BE8C-4490-9ECB-B0165D22639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88" name="narrative-number">
            <a:extLst xmlns:a="http://schemas.openxmlformats.org/drawingml/2006/main">
              <a:ext uri="{FF2B5EF4-FFF2-40B4-BE49-F238E27FC236}">
                <a16:creationId xmlns:a16="http://schemas.microsoft.com/office/drawing/2014/main" id="{B2C5FA30-A2E6-4153-BAE4-09FF374B04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996107482"/>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9" name="!!area-name">
            <a:extLst xmlns:a="http://schemas.openxmlformats.org/drawingml/2006/main">
              <a:ext uri="{FF2B5EF4-FFF2-40B4-BE49-F238E27FC236}">
                <a16:creationId xmlns:a16="http://schemas.microsoft.com/office/drawing/2014/main" id="{C30DF478-2F1E-4D79-A107-9564F19A09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98" name="mini-map"/>
          <p:cNvPicPr>
            <a:picLocks xmlns:a="http://schemas.openxmlformats.org/drawingml/2006/main" noChangeAspect="1"/>
          </p:cNvPicPr>
          <p:nvPr/>
        </p:nvPicPr>
        <p:blipFill>
          <a:blip xmlns:r="http://schemas.openxmlformats.org/officeDocument/2006/relationships" xmlns:a="http://schemas.openxmlformats.org/drawingml/2006/main" r:embed="R1c6b258d6f3e45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1" name="slide-title">
            <a:extLst xmlns:a="http://schemas.openxmlformats.org/drawingml/2006/main">
              <a:ext uri="{FF2B5EF4-FFF2-40B4-BE49-F238E27FC236}">
                <a16:creationId xmlns:a16="http://schemas.microsoft.com/office/drawing/2014/main" id="{69D4A043-DC19-4E31-B0BB-E406231C808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2" name="header-divider">
            <a:extLst xmlns:a="http://schemas.openxmlformats.org/drawingml/2006/main">
              <a:ext uri="{FF2B5EF4-FFF2-40B4-BE49-F238E27FC236}">
                <a16:creationId xmlns:a16="http://schemas.microsoft.com/office/drawing/2014/main" id="{F3965163-274C-4204-96AF-B07EEC2F779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3" name="40-text-1">
            <a:extLst xmlns:a="http://schemas.openxmlformats.org/drawingml/2006/main">
              <a:ext uri="{FF2B5EF4-FFF2-40B4-BE49-F238E27FC236}">
                <a16:creationId xmlns:a16="http://schemas.microsoft.com/office/drawing/2014/main" id="{B2307E92-CD9E-459F-AC52-DD1D8E1840E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2"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5" name="40-text-3">
            <a:extLst xmlns:a="http://schemas.openxmlformats.org/drawingml/2006/main">
              <a:ext uri="{FF2B5EF4-FFF2-40B4-BE49-F238E27FC236}">
                <a16:creationId xmlns:a16="http://schemas.microsoft.com/office/drawing/2014/main" id="{C17DA38F-442C-46E0-A376-F36B007CD880}"/>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496" name="narrative-number">
            <a:extLst xmlns:a="http://schemas.openxmlformats.org/drawingml/2006/main">
              <a:ext uri="{FF2B5EF4-FFF2-40B4-BE49-F238E27FC236}">
                <a16:creationId xmlns:a16="http://schemas.microsoft.com/office/drawing/2014/main" id="{FC034C3F-9A58-4750-B6BB-17602C332A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262804179"/>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06" name="41-image-1"/>
          <p:cNvPicPr>
            <a:picLocks xmlns:a="http://schemas.openxmlformats.org/drawingml/2006/main" noChangeAspect="1"/>
          </p:cNvPicPr>
          <p:nvPr/>
        </p:nvPicPr>
        <p:blipFill>
          <a:blip xmlns:r="http://schemas.openxmlformats.org/officeDocument/2006/relationships" xmlns:a="http://schemas.openxmlformats.org/drawingml/2006/main" r:embed="R0bab09d36af0413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7E554752-F71C-40A7-A1FA-657A54B48399}"/>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499" name="area-key-1">
            <a:extLst xmlns:a="http://schemas.openxmlformats.org/drawingml/2006/main">
              <a:ext uri="{FF2B5EF4-FFF2-40B4-BE49-F238E27FC236}">
                <a16:creationId xmlns:a16="http://schemas.microsoft.com/office/drawing/2014/main" id="{AEC5CCAC-3183-4990-B53F-7E4CC172AF73}"/>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0" name="area-key-2">
            <a:extLst xmlns:a="http://schemas.openxmlformats.org/drawingml/2006/main">
              <a:ext uri="{FF2B5EF4-FFF2-40B4-BE49-F238E27FC236}">
                <a16:creationId xmlns:a16="http://schemas.microsoft.com/office/drawing/2014/main" id="{41327BE9-2626-40FA-8D9D-CF61A1666535}"/>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1" name="area-key-3">
            <a:extLst xmlns:a="http://schemas.openxmlformats.org/drawingml/2006/main">
              <a:ext uri="{FF2B5EF4-FFF2-40B4-BE49-F238E27FC236}">
                <a16:creationId xmlns:a16="http://schemas.microsoft.com/office/drawing/2014/main" id="{22389594-C66A-4C47-B047-6BBA288B07BE}"/>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2" name="area-key-4">
            <a:extLst xmlns:a="http://schemas.openxmlformats.org/drawingml/2006/main">
              <a:ext uri="{FF2B5EF4-FFF2-40B4-BE49-F238E27FC236}">
                <a16:creationId xmlns:a16="http://schemas.microsoft.com/office/drawing/2014/main" id="{D1F140F3-6D44-4334-81C0-E80904C8312B}"/>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03" name="area-key-5">
            <a:extLst xmlns:a="http://schemas.openxmlformats.org/drawingml/2006/main">
              <a:ext uri="{FF2B5EF4-FFF2-40B4-BE49-F238E27FC236}">
                <a16:creationId xmlns:a16="http://schemas.microsoft.com/office/drawing/2014/main" id="{E920D930-FF12-4357-AB7C-072BEDBCB845}"/>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04" name="area-key-6">
            <a:extLst xmlns:a="http://schemas.openxmlformats.org/drawingml/2006/main">
              <a:ext uri="{FF2B5EF4-FFF2-40B4-BE49-F238E27FC236}">
                <a16:creationId xmlns:a16="http://schemas.microsoft.com/office/drawing/2014/main" id="{5A19CC1F-ECA9-488E-90DA-1775A4CD3A3A}"/>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05" name="narrative-number">
            <a:extLst xmlns:a="http://schemas.openxmlformats.org/drawingml/2006/main">
              <a:ext uri="{FF2B5EF4-FFF2-40B4-BE49-F238E27FC236}">
                <a16:creationId xmlns:a16="http://schemas.microsoft.com/office/drawing/2014/main" id="{24014B6F-D416-497D-BDAB-C37C49B672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562928130"/>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6" name="section-label">
            <a:extLst xmlns:a="http://schemas.openxmlformats.org/drawingml/2006/main">
              <a:ext uri="{FF2B5EF4-FFF2-40B4-BE49-F238E27FC236}">
                <a16:creationId xmlns:a16="http://schemas.microsoft.com/office/drawing/2014/main" id="{58424C87-7FE7-4418-8431-0A8FB1F9ED2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7" name="section-rule">
            <a:extLst xmlns:a="http://schemas.openxmlformats.org/drawingml/2006/main">
              <a:ext uri="{FF2B5EF4-FFF2-40B4-BE49-F238E27FC236}">
                <a16:creationId xmlns:a16="http://schemas.microsoft.com/office/drawing/2014/main" id="{EFBC6937-6713-4497-BAF6-45CD570A6C6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8" name="section-title">
            <a:extLst xmlns:a="http://schemas.openxmlformats.org/drawingml/2006/main">
              <a:ext uri="{FF2B5EF4-FFF2-40B4-BE49-F238E27FC236}">
                <a16:creationId xmlns:a16="http://schemas.microsoft.com/office/drawing/2014/main" id="{5F551D85-45BF-40D3-B86A-363637CD45BD}"/>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09" name="narrative-number">
            <a:extLst xmlns:a="http://schemas.openxmlformats.org/drawingml/2006/main">
              <a:ext uri="{FF2B5EF4-FFF2-40B4-BE49-F238E27FC236}">
                <a16:creationId xmlns:a16="http://schemas.microsoft.com/office/drawing/2014/main" id="{FABE04DB-EEBA-4E10-839A-7316CA49CA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63731837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0" name="!!area-name">
            <a:extLst xmlns:a="http://schemas.openxmlformats.org/drawingml/2006/main">
              <a:ext uri="{FF2B5EF4-FFF2-40B4-BE49-F238E27FC236}">
                <a16:creationId xmlns:a16="http://schemas.microsoft.com/office/drawing/2014/main" id="{6371178C-784B-4C89-8CBE-108C082545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7" name="mini-map"/>
          <p:cNvPicPr>
            <a:picLocks xmlns:a="http://schemas.openxmlformats.org/drawingml/2006/main" noChangeAspect="1"/>
          </p:cNvPicPr>
          <p:nvPr/>
        </p:nvPicPr>
        <p:blipFill>
          <a:blip xmlns:r="http://schemas.openxmlformats.org/officeDocument/2006/relationships" xmlns:a="http://schemas.openxmlformats.org/drawingml/2006/main" r:embed="Refcfdb1764c2483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2" name="slide-title">
            <a:extLst xmlns:a="http://schemas.openxmlformats.org/drawingml/2006/main">
              <a:ext uri="{FF2B5EF4-FFF2-40B4-BE49-F238E27FC236}">
                <a16:creationId xmlns:a16="http://schemas.microsoft.com/office/drawing/2014/main" id="{F165FDF4-0BEE-4D9B-A984-2E38124F35C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3" name="header-divider">
            <a:extLst xmlns:a="http://schemas.openxmlformats.org/drawingml/2006/main">
              <a:ext uri="{FF2B5EF4-FFF2-40B4-BE49-F238E27FC236}">
                <a16:creationId xmlns:a16="http://schemas.microsoft.com/office/drawing/2014/main" id="{BC3E8016-8D7B-461B-B9F4-B354DDEE447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0"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5" name="narrative-number">
            <a:extLst xmlns:a="http://schemas.openxmlformats.org/drawingml/2006/main">
              <a:ext uri="{FF2B5EF4-FFF2-40B4-BE49-F238E27FC236}">
                <a16:creationId xmlns:a16="http://schemas.microsoft.com/office/drawing/2014/main" id="{D69E92CB-AE24-4431-A41C-B7EE37D618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497049828"/>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6" name="!!area-name">
            <a:extLst xmlns:a="http://schemas.openxmlformats.org/drawingml/2006/main">
              <a:ext uri="{FF2B5EF4-FFF2-40B4-BE49-F238E27FC236}">
                <a16:creationId xmlns:a16="http://schemas.microsoft.com/office/drawing/2014/main" id="{825937BE-DC3B-4BBF-825B-96EFCA41C8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3" name="mini-map"/>
          <p:cNvPicPr>
            <a:picLocks xmlns:a="http://schemas.openxmlformats.org/drawingml/2006/main" noChangeAspect="1"/>
          </p:cNvPicPr>
          <p:nvPr/>
        </p:nvPicPr>
        <p:blipFill>
          <a:blip xmlns:r="http://schemas.openxmlformats.org/officeDocument/2006/relationships" xmlns:a="http://schemas.openxmlformats.org/drawingml/2006/main" r:embed="R9ebc03b9002647e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8" name="slide-title">
            <a:extLst xmlns:a="http://schemas.openxmlformats.org/drawingml/2006/main">
              <a:ext uri="{FF2B5EF4-FFF2-40B4-BE49-F238E27FC236}">
                <a16:creationId xmlns:a16="http://schemas.microsoft.com/office/drawing/2014/main" id="{5C09E9B3-BD8A-423C-AE17-A6DF2C2994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19" name="header-divider">
            <a:extLst xmlns:a="http://schemas.openxmlformats.org/drawingml/2006/main">
              <a:ext uri="{FF2B5EF4-FFF2-40B4-BE49-F238E27FC236}">
                <a16:creationId xmlns:a16="http://schemas.microsoft.com/office/drawing/2014/main" id="{FA17537D-38DB-4AD9-A78B-53F242A5B92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6"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1" name="narrative-number">
            <a:extLst xmlns:a="http://schemas.openxmlformats.org/drawingml/2006/main">
              <a:ext uri="{FF2B5EF4-FFF2-40B4-BE49-F238E27FC236}">
                <a16:creationId xmlns:a16="http://schemas.microsoft.com/office/drawing/2014/main" id="{5D9BB5C4-95EA-4661-A9CD-205CF98525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711270312"/>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2" name="!!area-name">
            <a:extLst xmlns:a="http://schemas.openxmlformats.org/drawingml/2006/main">
              <a:ext uri="{FF2B5EF4-FFF2-40B4-BE49-F238E27FC236}">
                <a16:creationId xmlns:a16="http://schemas.microsoft.com/office/drawing/2014/main" id="{818C131E-1460-4320-8E17-F2D171A2F5E5}"/>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3" name="header-divider">
            <a:extLst xmlns:a="http://schemas.openxmlformats.org/drawingml/2006/main">
              <a:ext uri="{FF2B5EF4-FFF2-40B4-BE49-F238E27FC236}">
                <a16:creationId xmlns:a16="http://schemas.microsoft.com/office/drawing/2014/main" id="{CB82B12A-0A3A-401F-B4AA-C7AA4E4743E8}"/>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4" name="45-shape-1">
            <a:extLst xmlns:a="http://schemas.openxmlformats.org/drawingml/2006/main">
              <a:ext uri="{FF2B5EF4-FFF2-40B4-BE49-F238E27FC236}">
                <a16:creationId xmlns:a16="http://schemas.microsoft.com/office/drawing/2014/main" id="{89AF62E4-9A65-4C9B-B0C7-A861BA0B73A5}"/>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5" name="45-shape-2">
            <a:extLst xmlns:a="http://schemas.openxmlformats.org/drawingml/2006/main">
              <a:ext uri="{FF2B5EF4-FFF2-40B4-BE49-F238E27FC236}">
                <a16:creationId xmlns:a16="http://schemas.microsoft.com/office/drawing/2014/main" id="{87746A99-4FBF-4532-8F7E-021540ABA7AA}"/>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26" name="45-text-3">
            <a:extLst xmlns:a="http://schemas.openxmlformats.org/drawingml/2006/main">
              <a:ext uri="{FF2B5EF4-FFF2-40B4-BE49-F238E27FC236}">
                <a16:creationId xmlns:a16="http://schemas.microsoft.com/office/drawing/2014/main" id="{27AA3A94-726A-4E53-B9C0-CDA3BA74A2E9}"/>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27" name="45-text-4">
            <a:extLst xmlns:a="http://schemas.openxmlformats.org/drawingml/2006/main">
              <a:ext uri="{FF2B5EF4-FFF2-40B4-BE49-F238E27FC236}">
                <a16:creationId xmlns:a16="http://schemas.microsoft.com/office/drawing/2014/main" id="{DDE0A864-1B7B-451A-94B7-CDD69BDC436A}"/>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28" name="45-shape-5">
            <a:extLst xmlns:a="http://schemas.openxmlformats.org/drawingml/2006/main">
              <a:ext uri="{FF2B5EF4-FFF2-40B4-BE49-F238E27FC236}">
                <a16:creationId xmlns:a16="http://schemas.microsoft.com/office/drawing/2014/main" id="{B5BA5E9F-3117-4190-B8FA-C7C4F1434ADA}"/>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9" name="45-shape-6">
            <a:extLst xmlns:a="http://schemas.openxmlformats.org/drawingml/2006/main">
              <a:ext uri="{FF2B5EF4-FFF2-40B4-BE49-F238E27FC236}">
                <a16:creationId xmlns:a16="http://schemas.microsoft.com/office/drawing/2014/main" id="{71EA29A3-4CA0-484C-AC41-917A385BA133}"/>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0" name="45-text-7">
            <a:extLst xmlns:a="http://schemas.openxmlformats.org/drawingml/2006/main">
              <a:ext uri="{FF2B5EF4-FFF2-40B4-BE49-F238E27FC236}">
                <a16:creationId xmlns:a16="http://schemas.microsoft.com/office/drawing/2014/main" id="{FCE8703B-4129-4802-82CA-BBC647CEF89E}"/>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1" name="45-text-8">
            <a:extLst xmlns:a="http://schemas.openxmlformats.org/drawingml/2006/main">
              <a:ext uri="{FF2B5EF4-FFF2-40B4-BE49-F238E27FC236}">
                <a16:creationId xmlns:a16="http://schemas.microsoft.com/office/drawing/2014/main" id="{5519B8B5-30F4-4D35-9482-2706796DF7B1}"/>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2" name="45-shape-9">
            <a:extLst xmlns:a="http://schemas.openxmlformats.org/drawingml/2006/main">
              <a:ext uri="{FF2B5EF4-FFF2-40B4-BE49-F238E27FC236}">
                <a16:creationId xmlns:a16="http://schemas.microsoft.com/office/drawing/2014/main" id="{AB771ECA-D4F6-4F88-9728-BC39922A0454}"/>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3" name="45-shape-10">
            <a:extLst xmlns:a="http://schemas.openxmlformats.org/drawingml/2006/main">
              <a:ext uri="{FF2B5EF4-FFF2-40B4-BE49-F238E27FC236}">
                <a16:creationId xmlns:a16="http://schemas.microsoft.com/office/drawing/2014/main" id="{7A4EE5BD-26A1-4E17-A115-7BF281C25EB3}"/>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4" name="45-text-11">
            <a:extLst xmlns:a="http://schemas.openxmlformats.org/drawingml/2006/main">
              <a:ext uri="{FF2B5EF4-FFF2-40B4-BE49-F238E27FC236}">
                <a16:creationId xmlns:a16="http://schemas.microsoft.com/office/drawing/2014/main" id="{D4F48D33-7235-4E6F-8024-3A6CB5C5AC6A}"/>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35" name="45-text-12">
            <a:extLst xmlns:a="http://schemas.openxmlformats.org/drawingml/2006/main">
              <a:ext uri="{FF2B5EF4-FFF2-40B4-BE49-F238E27FC236}">
                <a16:creationId xmlns:a16="http://schemas.microsoft.com/office/drawing/2014/main" id="{E6F0BF2E-83F5-4FD1-B0F3-7E457D86B271}"/>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36" name="45-shape-13">
            <a:extLst xmlns:a="http://schemas.openxmlformats.org/drawingml/2006/main">
              <a:ext uri="{FF2B5EF4-FFF2-40B4-BE49-F238E27FC236}">
                <a16:creationId xmlns:a16="http://schemas.microsoft.com/office/drawing/2014/main" id="{E71DFB03-684A-4E90-AB50-72CF92D927CF}"/>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7" name="45-shape-14">
            <a:extLst xmlns:a="http://schemas.openxmlformats.org/drawingml/2006/main">
              <a:ext uri="{FF2B5EF4-FFF2-40B4-BE49-F238E27FC236}">
                <a16:creationId xmlns:a16="http://schemas.microsoft.com/office/drawing/2014/main" id="{6F21355A-76C6-484B-B062-9DCA7D67230C}"/>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8" name="45-text-15">
            <a:extLst xmlns:a="http://schemas.openxmlformats.org/drawingml/2006/main">
              <a:ext uri="{FF2B5EF4-FFF2-40B4-BE49-F238E27FC236}">
                <a16:creationId xmlns:a16="http://schemas.microsoft.com/office/drawing/2014/main" id="{5027F95F-EFDB-4EF5-8AD6-18E98865FC8B}"/>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39" name="45-text-16">
            <a:extLst xmlns:a="http://schemas.openxmlformats.org/drawingml/2006/main">
              <a:ext uri="{FF2B5EF4-FFF2-40B4-BE49-F238E27FC236}">
                <a16:creationId xmlns:a16="http://schemas.microsoft.com/office/drawing/2014/main" id="{4ABC29CF-7650-4756-94AE-1FC8896DA443}"/>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0" name="45-shape-17">
            <a:extLst xmlns:a="http://schemas.openxmlformats.org/drawingml/2006/main">
              <a:ext uri="{FF2B5EF4-FFF2-40B4-BE49-F238E27FC236}">
                <a16:creationId xmlns:a16="http://schemas.microsoft.com/office/drawing/2014/main" id="{6DD4C6E9-50B0-42EA-8D1C-AD24F4A96E42}"/>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1" name="45-shape-18">
            <a:extLst xmlns:a="http://schemas.openxmlformats.org/drawingml/2006/main">
              <a:ext uri="{FF2B5EF4-FFF2-40B4-BE49-F238E27FC236}">
                <a16:creationId xmlns:a16="http://schemas.microsoft.com/office/drawing/2014/main" id="{8B2E38F6-787C-4533-9D52-70B5433B76AB}"/>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2" name="45-text-19">
            <a:extLst xmlns:a="http://schemas.openxmlformats.org/drawingml/2006/main">
              <a:ext uri="{FF2B5EF4-FFF2-40B4-BE49-F238E27FC236}">
                <a16:creationId xmlns:a16="http://schemas.microsoft.com/office/drawing/2014/main" id="{5AF918C7-9A6C-430A-81D2-6BB22BFC7752}"/>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3" name="45-text-20">
            <a:extLst xmlns:a="http://schemas.openxmlformats.org/drawingml/2006/main">
              <a:ext uri="{FF2B5EF4-FFF2-40B4-BE49-F238E27FC236}">
                <a16:creationId xmlns:a16="http://schemas.microsoft.com/office/drawing/2014/main" id="{0ADBD06A-596C-44A6-B65A-78B39B31965A}"/>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44" name="45-shape-21">
            <a:extLst xmlns:a="http://schemas.openxmlformats.org/drawingml/2006/main">
              <a:ext uri="{FF2B5EF4-FFF2-40B4-BE49-F238E27FC236}">
                <a16:creationId xmlns:a16="http://schemas.microsoft.com/office/drawing/2014/main" id="{DE19277C-79A7-4FA0-AF96-F549EFC8109B}"/>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5" name="45-shape-22">
            <a:extLst xmlns:a="http://schemas.openxmlformats.org/drawingml/2006/main">
              <a:ext uri="{FF2B5EF4-FFF2-40B4-BE49-F238E27FC236}">
                <a16:creationId xmlns:a16="http://schemas.microsoft.com/office/drawing/2014/main" id="{0F5C7C9C-64A0-4815-AE52-40D54F0C7BF6}"/>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46" name="45-text-23">
            <a:extLst xmlns:a="http://schemas.openxmlformats.org/drawingml/2006/main">
              <a:ext uri="{FF2B5EF4-FFF2-40B4-BE49-F238E27FC236}">
                <a16:creationId xmlns:a16="http://schemas.microsoft.com/office/drawing/2014/main" id="{9D974A78-60FD-415D-AB50-D15EB08E185E}"/>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47" name="45-text-24">
            <a:extLst xmlns:a="http://schemas.openxmlformats.org/drawingml/2006/main">
              <a:ext uri="{FF2B5EF4-FFF2-40B4-BE49-F238E27FC236}">
                <a16:creationId xmlns:a16="http://schemas.microsoft.com/office/drawing/2014/main" id="{DC868F4B-1528-4A2B-8ACC-ADB08BEB6B79}"/>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48" name="narrative-number">
            <a:extLst xmlns:a="http://schemas.openxmlformats.org/drawingml/2006/main">
              <a:ext uri="{FF2B5EF4-FFF2-40B4-BE49-F238E27FC236}">
                <a16:creationId xmlns:a16="http://schemas.microsoft.com/office/drawing/2014/main" id="{1148015A-1B99-4AAE-ACED-764CEA1FD9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514172577"/>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9" name="!!area-name">
            <a:extLst xmlns:a="http://schemas.openxmlformats.org/drawingml/2006/main">
              <a:ext uri="{FF2B5EF4-FFF2-40B4-BE49-F238E27FC236}">
                <a16:creationId xmlns:a16="http://schemas.microsoft.com/office/drawing/2014/main" id="{1EB47F4A-2CBD-48DA-9B26-B8E072C40C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67" name="mini-map"/>
          <p:cNvPicPr>
            <a:picLocks xmlns:a="http://schemas.openxmlformats.org/drawingml/2006/main" noChangeAspect="1"/>
          </p:cNvPicPr>
          <p:nvPr/>
        </p:nvPicPr>
        <p:blipFill>
          <a:blip xmlns:r="http://schemas.openxmlformats.org/officeDocument/2006/relationships" xmlns:a="http://schemas.openxmlformats.org/drawingml/2006/main" r:embed="R50d81ee8b72c49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1" name="slide-title">
            <a:extLst xmlns:a="http://schemas.openxmlformats.org/drawingml/2006/main">
              <a:ext uri="{FF2B5EF4-FFF2-40B4-BE49-F238E27FC236}">
                <a16:creationId xmlns:a16="http://schemas.microsoft.com/office/drawing/2014/main" id="{7C95EF77-AE25-48DB-891A-5C9C33C36A0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2" name="header-divider">
            <a:extLst xmlns:a="http://schemas.openxmlformats.org/drawingml/2006/main">
              <a:ext uri="{FF2B5EF4-FFF2-40B4-BE49-F238E27FC236}">
                <a16:creationId xmlns:a16="http://schemas.microsoft.com/office/drawing/2014/main" id="{43AFAEB8-FAAF-4B70-B600-5BF0C75C0FA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3" name="46-shape-1">
            <a:extLst xmlns:a="http://schemas.openxmlformats.org/drawingml/2006/main">
              <a:ext uri="{FF2B5EF4-FFF2-40B4-BE49-F238E27FC236}">
                <a16:creationId xmlns:a16="http://schemas.microsoft.com/office/drawing/2014/main" id="{3BD1BD4D-7FAB-4AC0-8B81-A7448DCAE2B2}"/>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4" name="46-text-2">
            <a:extLst xmlns:a="http://schemas.openxmlformats.org/drawingml/2006/main">
              <a:ext uri="{FF2B5EF4-FFF2-40B4-BE49-F238E27FC236}">
                <a16:creationId xmlns:a16="http://schemas.microsoft.com/office/drawing/2014/main" id="{D24E2D28-88E8-4876-AA4D-FD94DA16E1C2}"/>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55" name="46-text-3">
            <a:extLst xmlns:a="http://schemas.openxmlformats.org/drawingml/2006/main">
              <a:ext uri="{FF2B5EF4-FFF2-40B4-BE49-F238E27FC236}">
                <a16:creationId xmlns:a16="http://schemas.microsoft.com/office/drawing/2014/main" id="{96EF8E6B-6F5F-46D1-B5D2-A672A67818B4}"/>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56" name="46-shape-4">
            <a:extLst xmlns:a="http://schemas.openxmlformats.org/drawingml/2006/main">
              <a:ext uri="{FF2B5EF4-FFF2-40B4-BE49-F238E27FC236}">
                <a16:creationId xmlns:a16="http://schemas.microsoft.com/office/drawing/2014/main" id="{2039C350-61CB-4ACD-A052-20175F914928}"/>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7" name="46-text-5">
            <a:extLst xmlns:a="http://schemas.openxmlformats.org/drawingml/2006/main">
              <a:ext uri="{FF2B5EF4-FFF2-40B4-BE49-F238E27FC236}">
                <a16:creationId xmlns:a16="http://schemas.microsoft.com/office/drawing/2014/main" id="{B76706C0-5DE8-4C41-99AB-779A4928FA0B}"/>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58" name="46-text-6">
            <a:extLst xmlns:a="http://schemas.openxmlformats.org/drawingml/2006/main">
              <a:ext uri="{FF2B5EF4-FFF2-40B4-BE49-F238E27FC236}">
                <a16:creationId xmlns:a16="http://schemas.microsoft.com/office/drawing/2014/main" id="{8889025C-4602-4A5E-BED6-43526E516DCE}"/>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59" name="46-shape-7">
            <a:extLst xmlns:a="http://schemas.openxmlformats.org/drawingml/2006/main">
              <a:ext uri="{FF2B5EF4-FFF2-40B4-BE49-F238E27FC236}">
                <a16:creationId xmlns:a16="http://schemas.microsoft.com/office/drawing/2014/main" id="{2457F498-2A9B-4C08-9F44-E152DD112E95}"/>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0" name="46-text-8">
            <a:extLst xmlns:a="http://schemas.openxmlformats.org/drawingml/2006/main">
              <a:ext uri="{FF2B5EF4-FFF2-40B4-BE49-F238E27FC236}">
                <a16:creationId xmlns:a16="http://schemas.microsoft.com/office/drawing/2014/main" id="{3805264E-A1FB-4C5D-B239-9554752EBC93}"/>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1" name="46-text-9">
            <a:extLst xmlns:a="http://schemas.openxmlformats.org/drawingml/2006/main">
              <a:ext uri="{FF2B5EF4-FFF2-40B4-BE49-F238E27FC236}">
                <a16:creationId xmlns:a16="http://schemas.microsoft.com/office/drawing/2014/main" id="{4FB7BB68-B75B-48E2-8024-7F417633AA39}"/>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2" name="46-shape-10">
            <a:extLst xmlns:a="http://schemas.openxmlformats.org/drawingml/2006/main">
              <a:ext uri="{FF2B5EF4-FFF2-40B4-BE49-F238E27FC236}">
                <a16:creationId xmlns:a16="http://schemas.microsoft.com/office/drawing/2014/main" id="{3D12F894-9F96-4293-AE14-57603C0AC5F7}"/>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3" name="46-text-11">
            <a:extLst xmlns:a="http://schemas.openxmlformats.org/drawingml/2006/main">
              <a:ext uri="{FF2B5EF4-FFF2-40B4-BE49-F238E27FC236}">
                <a16:creationId xmlns:a16="http://schemas.microsoft.com/office/drawing/2014/main" id="{08A78593-B80E-4173-A753-BB90C48588F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64" name="46-text-12">
            <a:extLst xmlns:a="http://schemas.openxmlformats.org/drawingml/2006/main">
              <a:ext uri="{FF2B5EF4-FFF2-40B4-BE49-F238E27FC236}">
                <a16:creationId xmlns:a16="http://schemas.microsoft.com/office/drawing/2014/main" id="{1F0A0F0D-0801-41D9-8C47-4EA1E90E47AE}"/>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65" name="narrative-number">
            <a:extLst xmlns:a="http://schemas.openxmlformats.org/drawingml/2006/main">
              <a:ext uri="{FF2B5EF4-FFF2-40B4-BE49-F238E27FC236}">
                <a16:creationId xmlns:a16="http://schemas.microsoft.com/office/drawing/2014/main" id="{427955B7-AAC9-4EEA-9967-C4D6C66C0A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089986676"/>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6" name="47-text-1">
            <a:extLst xmlns:a="http://schemas.openxmlformats.org/drawingml/2006/main">
              <a:ext uri="{FF2B5EF4-FFF2-40B4-BE49-F238E27FC236}">
                <a16:creationId xmlns:a16="http://schemas.microsoft.com/office/drawing/2014/main" id="{51F265CC-1E0B-4B5E-A312-3A59B22DC6A2}"/>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67" name="47-text-2">
            <a:extLst xmlns:a="http://schemas.openxmlformats.org/drawingml/2006/main">
              <a:ext uri="{FF2B5EF4-FFF2-40B4-BE49-F238E27FC236}">
                <a16:creationId xmlns:a16="http://schemas.microsoft.com/office/drawing/2014/main" id="{2DA649B6-3D8C-4C18-A334-4FBE48CE5A12}"/>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68" name="47-text-3">
            <a:extLst xmlns:a="http://schemas.openxmlformats.org/drawingml/2006/main">
              <a:ext uri="{FF2B5EF4-FFF2-40B4-BE49-F238E27FC236}">
                <a16:creationId xmlns:a16="http://schemas.microsoft.com/office/drawing/2014/main" id="{ADCA30FE-3F36-472E-A6A7-D74042078331}"/>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69" name="narrative-number">
            <a:extLst xmlns:a="http://schemas.openxmlformats.org/drawingml/2006/main">
              <a:ext uri="{FF2B5EF4-FFF2-40B4-BE49-F238E27FC236}">
                <a16:creationId xmlns:a16="http://schemas.microsoft.com/office/drawing/2014/main" id="{E10FE6F8-6D92-44B4-8963-653F15424A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134324462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0" name="slide-title">
            <a:extLst xmlns:a="http://schemas.openxmlformats.org/drawingml/2006/main">
              <a:ext uri="{FF2B5EF4-FFF2-40B4-BE49-F238E27FC236}">
                <a16:creationId xmlns:a16="http://schemas.microsoft.com/office/drawing/2014/main" id="{6F9200F6-89A9-431D-8FCA-ACC8D1063F17}"/>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1" name="header-divider">
            <a:extLst xmlns:a="http://schemas.openxmlformats.org/drawingml/2006/main">
              <a:ext uri="{FF2B5EF4-FFF2-40B4-BE49-F238E27FC236}">
                <a16:creationId xmlns:a16="http://schemas.microsoft.com/office/drawing/2014/main" id="{92D268DB-8516-40DB-9B8B-BD982A02BBB7}"/>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2" name="48-text-1">
            <a:extLst xmlns:a="http://schemas.openxmlformats.org/drawingml/2006/main">
              <a:ext uri="{FF2B5EF4-FFF2-40B4-BE49-F238E27FC236}">
                <a16:creationId xmlns:a16="http://schemas.microsoft.com/office/drawing/2014/main" id="{C288D27C-0223-4047-AB6F-F377C26D51A7}"/>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3" name="48-text-2">
            <a:extLst xmlns:a="http://schemas.openxmlformats.org/drawingml/2006/main">
              <a:ext uri="{FF2B5EF4-FFF2-40B4-BE49-F238E27FC236}">
                <a16:creationId xmlns:a16="http://schemas.microsoft.com/office/drawing/2014/main" id="{DC58049D-925F-4C7D-9656-054DE7B49480}"/>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74" name="48-text-3">
            <a:extLst xmlns:a="http://schemas.openxmlformats.org/drawingml/2006/main">
              <a:ext uri="{FF2B5EF4-FFF2-40B4-BE49-F238E27FC236}">
                <a16:creationId xmlns:a16="http://schemas.microsoft.com/office/drawing/2014/main" id="{ED732049-8489-44C6-94F6-C0DF85A8C528}"/>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75" name="48-text-4">
            <a:extLst xmlns:a="http://schemas.openxmlformats.org/drawingml/2006/main">
              <a:ext uri="{FF2B5EF4-FFF2-40B4-BE49-F238E27FC236}">
                <a16:creationId xmlns:a16="http://schemas.microsoft.com/office/drawing/2014/main" id="{0BC96343-D4F2-4BC8-B24E-922D8942C6FF}"/>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76" name="48-text-5">
            <a:extLst xmlns:a="http://schemas.openxmlformats.org/drawingml/2006/main">
              <a:ext uri="{FF2B5EF4-FFF2-40B4-BE49-F238E27FC236}">
                <a16:creationId xmlns:a16="http://schemas.microsoft.com/office/drawing/2014/main" id="{D74227E1-77F7-4945-AD2F-AB12FABF2A90}"/>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77" name="48-text-6">
            <a:extLst xmlns:a="http://schemas.openxmlformats.org/drawingml/2006/main">
              <a:ext uri="{FF2B5EF4-FFF2-40B4-BE49-F238E27FC236}">
                <a16:creationId xmlns:a16="http://schemas.microsoft.com/office/drawing/2014/main" id="{BE5D4EED-ABF9-4AD6-B749-7B151419B22C}"/>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78" name="48-text-7">
            <a:extLst xmlns:a="http://schemas.openxmlformats.org/drawingml/2006/main">
              <a:ext uri="{FF2B5EF4-FFF2-40B4-BE49-F238E27FC236}">
                <a16:creationId xmlns:a16="http://schemas.microsoft.com/office/drawing/2014/main" id="{4B94D13F-4E99-4148-B710-FFC4A76290DD}"/>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79" name="48-text-8">
            <a:extLst xmlns:a="http://schemas.openxmlformats.org/drawingml/2006/main">
              <a:ext uri="{FF2B5EF4-FFF2-40B4-BE49-F238E27FC236}">
                <a16:creationId xmlns:a16="http://schemas.microsoft.com/office/drawing/2014/main" id="{3CBEC690-01B4-4ABA-A88A-7452DAA44CB1}"/>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0" name="48-text-9">
            <a:extLst xmlns:a="http://schemas.openxmlformats.org/drawingml/2006/main">
              <a:ext uri="{FF2B5EF4-FFF2-40B4-BE49-F238E27FC236}">
                <a16:creationId xmlns:a16="http://schemas.microsoft.com/office/drawing/2014/main" id="{76B77DC9-5B4E-4EB9-BE91-409D7C844AF1}"/>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1" name="48-text-10">
            <a:extLst xmlns:a="http://schemas.openxmlformats.org/drawingml/2006/main">
              <a:ext uri="{FF2B5EF4-FFF2-40B4-BE49-F238E27FC236}">
                <a16:creationId xmlns:a16="http://schemas.microsoft.com/office/drawing/2014/main" id="{5AEF399F-7CF2-4325-954C-33CB9C217433}"/>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2" name="48-text-11">
            <a:extLst xmlns:a="http://schemas.openxmlformats.org/drawingml/2006/main">
              <a:ext uri="{FF2B5EF4-FFF2-40B4-BE49-F238E27FC236}">
                <a16:creationId xmlns:a16="http://schemas.microsoft.com/office/drawing/2014/main" id="{2351A2F7-F36D-49F3-8E7C-F44C4FB21DCD}"/>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3" name="48-text-12">
            <a:extLst xmlns:a="http://schemas.openxmlformats.org/drawingml/2006/main">
              <a:ext uri="{FF2B5EF4-FFF2-40B4-BE49-F238E27FC236}">
                <a16:creationId xmlns:a16="http://schemas.microsoft.com/office/drawing/2014/main" id="{CAE9AFA0-85D5-4405-BF1D-AE01E38D6F4D}"/>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84" name="narrative-number">
            <a:extLst xmlns:a="http://schemas.openxmlformats.org/drawingml/2006/main">
              <a:ext uri="{FF2B5EF4-FFF2-40B4-BE49-F238E27FC236}">
                <a16:creationId xmlns:a16="http://schemas.microsoft.com/office/drawing/2014/main" id="{5EC72A03-1ED3-46F8-9B16-0206D6A5FC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2209477939"/>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2026-09-16T23:42:18.0330000Z</dcterms:created>
  <dcterms:modified xsi:type="dcterms:W3CDTF">2026-09-16T23:42:18.0340000Z</dcterms:modified>
</coreProperties>
</file>