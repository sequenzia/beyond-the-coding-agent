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2f8595e8aa4830" /><Relationship Type="http://schemas.openxmlformats.org/officeDocument/2006/relationships/extended-properties" Target="/docProps/app.xml" Id="R11b8c4113bda4fc1" /><Relationship Type="http://schemas.openxmlformats.org/officeDocument/2006/relationships/officeDocument" Target="/ppt/presentation.xml" Id="R3dfe309561354096"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f000e53cdbee4080"/>
    <p:sldMasterId xmlns:r="http://schemas.openxmlformats.org/officeDocument/2006/relationships" id="2147483650" r:id="Rbc884cbc0d0c45d8"/>
  </p:sldMasterIdLst>
  <p:notesMasterIdLst>
    <p:notesMasterId xmlns:r="http://schemas.openxmlformats.org/officeDocument/2006/relationships" r:id="R846ef359ac654f80"/>
  </p:notesMasterIdLst>
  <p:sldIdLst>
    <p:sldId xmlns:r="http://schemas.openxmlformats.org/officeDocument/2006/relationships" id="256" r:id="Ra5cbba73fc0e49f5"/>
    <p:sldId xmlns:r="http://schemas.openxmlformats.org/officeDocument/2006/relationships" id="257" r:id="Rca196f43e720489f"/>
    <p:sldId xmlns:r="http://schemas.openxmlformats.org/officeDocument/2006/relationships" id="258" r:id="Rf1a4d30e66834c99"/>
    <p:sldId xmlns:r="http://schemas.openxmlformats.org/officeDocument/2006/relationships" id="259" r:id="R9ba4db3cdfb748b6"/>
    <p:sldId xmlns:r="http://schemas.openxmlformats.org/officeDocument/2006/relationships" id="260" r:id="R2d760dbafafb424c"/>
    <p:sldId xmlns:r="http://schemas.openxmlformats.org/officeDocument/2006/relationships" id="261" r:id="R7fc2467db59e4473"/>
    <p:sldId xmlns:r="http://schemas.openxmlformats.org/officeDocument/2006/relationships" id="262" r:id="R3c0453dcc3514e2c"/>
    <p:sldId xmlns:r="http://schemas.openxmlformats.org/officeDocument/2006/relationships" id="263" r:id="R2f2294253ae64a7d"/>
    <p:sldId xmlns:r="http://schemas.openxmlformats.org/officeDocument/2006/relationships" id="264" r:id="Ra2c09811a82a43d5"/>
    <p:sldId xmlns:r="http://schemas.openxmlformats.org/officeDocument/2006/relationships" id="265" r:id="Ra1bf74ba0fb0496b"/>
    <p:sldId xmlns:r="http://schemas.openxmlformats.org/officeDocument/2006/relationships" id="266" r:id="R94d58b03012743ba"/>
    <p:sldId xmlns:r="http://schemas.openxmlformats.org/officeDocument/2006/relationships" id="267" r:id="Rcd3a1ee828ac49f5"/>
    <p:sldId xmlns:r="http://schemas.openxmlformats.org/officeDocument/2006/relationships" id="268" r:id="R9750fade90314969"/>
    <p:sldId xmlns:r="http://schemas.openxmlformats.org/officeDocument/2006/relationships" id="269" r:id="R8482ff8331054096"/>
    <p:sldId xmlns:r="http://schemas.openxmlformats.org/officeDocument/2006/relationships" id="270" r:id="Rb0749f2c485646cb"/>
    <p:sldId xmlns:r="http://schemas.openxmlformats.org/officeDocument/2006/relationships" id="271" r:id="R6aa90712ee99465e"/>
    <p:sldId xmlns:r="http://schemas.openxmlformats.org/officeDocument/2006/relationships" id="272" r:id="R172fd573c1ef4507"/>
    <p:sldId xmlns:r="http://schemas.openxmlformats.org/officeDocument/2006/relationships" id="273" r:id="R182f933b51c54f88"/>
    <p:sldId xmlns:r="http://schemas.openxmlformats.org/officeDocument/2006/relationships" id="274" r:id="Re2e53c12eed54476"/>
    <p:sldId xmlns:r="http://schemas.openxmlformats.org/officeDocument/2006/relationships" id="275" r:id="Ra6508eaef16c4b86"/>
    <p:sldId xmlns:r="http://schemas.openxmlformats.org/officeDocument/2006/relationships" id="276" r:id="Rb9a885c48e294379"/>
    <p:sldId xmlns:r="http://schemas.openxmlformats.org/officeDocument/2006/relationships" id="277" r:id="Rabcca2de58824d5a"/>
    <p:sldId xmlns:r="http://schemas.openxmlformats.org/officeDocument/2006/relationships" id="278" r:id="Rd48b27e35ae44e04"/>
    <p:sldId xmlns:r="http://schemas.openxmlformats.org/officeDocument/2006/relationships" id="279" r:id="Rcb8a8ace656b44b7"/>
    <p:sldId xmlns:r="http://schemas.openxmlformats.org/officeDocument/2006/relationships" id="280" r:id="R53296d8dc9954e1f"/>
    <p:sldId xmlns:r="http://schemas.openxmlformats.org/officeDocument/2006/relationships" id="281" r:id="R51bd855d18a3480a"/>
    <p:sldId xmlns:r="http://schemas.openxmlformats.org/officeDocument/2006/relationships" id="282" r:id="R4a1c9b3aab494f56"/>
    <p:sldId xmlns:r="http://schemas.openxmlformats.org/officeDocument/2006/relationships" id="283" r:id="R39064baa13bb473b"/>
    <p:sldId xmlns:r="http://schemas.openxmlformats.org/officeDocument/2006/relationships" id="284" r:id="R5138af43af304209"/>
    <p:sldId xmlns:r="http://schemas.openxmlformats.org/officeDocument/2006/relationships" id="285" r:id="Ra4154b1582674047"/>
    <p:sldId xmlns:r="http://schemas.openxmlformats.org/officeDocument/2006/relationships" id="286" r:id="R041695884e924e8d"/>
    <p:sldId xmlns:r="http://schemas.openxmlformats.org/officeDocument/2006/relationships" id="287" r:id="Rf7f796d357944bec"/>
    <p:sldId xmlns:r="http://schemas.openxmlformats.org/officeDocument/2006/relationships" id="288" r:id="Rfca126e29a38408c"/>
    <p:sldId xmlns:r="http://schemas.openxmlformats.org/officeDocument/2006/relationships" id="289" r:id="Rf9bb85faf6854482"/>
    <p:sldId xmlns:r="http://schemas.openxmlformats.org/officeDocument/2006/relationships" id="290" r:id="Ra20389c7b61e4980"/>
    <p:sldId xmlns:r="http://schemas.openxmlformats.org/officeDocument/2006/relationships" id="291" r:id="Rb267bc68ee1f4c54"/>
    <p:sldId xmlns:r="http://schemas.openxmlformats.org/officeDocument/2006/relationships" id="292" r:id="R46f9a97e732c46c6"/>
    <p:sldId xmlns:r="http://schemas.openxmlformats.org/officeDocument/2006/relationships" id="293" r:id="R88433c2d20774063"/>
    <p:sldId xmlns:r="http://schemas.openxmlformats.org/officeDocument/2006/relationships" id="294" r:id="R33ce3bc814ae4c6e"/>
    <p:sldId xmlns:r="http://schemas.openxmlformats.org/officeDocument/2006/relationships" id="295" r:id="R69d635af0b654e04"/>
    <p:sldId xmlns:r="http://schemas.openxmlformats.org/officeDocument/2006/relationships" id="296" r:id="Rfebb608357cd4083"/>
    <p:sldId xmlns:r="http://schemas.openxmlformats.org/officeDocument/2006/relationships" id="297" r:id="R245acb644f50455d"/>
    <p:sldId xmlns:r="http://schemas.openxmlformats.org/officeDocument/2006/relationships" id="298" r:id="Rd4ef9bbb99ce448a"/>
    <p:sldId xmlns:r="http://schemas.openxmlformats.org/officeDocument/2006/relationships" id="299" r:id="R5cc42be02ca24dc5"/>
    <p:sldId xmlns:r="http://schemas.openxmlformats.org/officeDocument/2006/relationships" id="300" r:id="R3c3677585b864293"/>
    <p:sldId xmlns:r="http://schemas.openxmlformats.org/officeDocument/2006/relationships" id="301" r:id="Ra225c9f49e614745"/>
    <p:sldId xmlns:r="http://schemas.openxmlformats.org/officeDocument/2006/relationships" id="302" r:id="R4edb9f8ba7904253"/>
    <p:sldId xmlns:r="http://schemas.openxmlformats.org/officeDocument/2006/relationships" id="303" r:id="R1b35a5880f6c439f"/>
    <p:sldId xmlns:r="http://schemas.openxmlformats.org/officeDocument/2006/relationships" id="304" r:id="Rea0a598c8d3e4792"/>
    <p:sldId xmlns:r="http://schemas.openxmlformats.org/officeDocument/2006/relationships" id="305" r:id="Rf1dbec30c0a649b3"/>
    <p:sldId xmlns:r="http://schemas.openxmlformats.org/officeDocument/2006/relationships" id="306" r:id="Rffc0fa048577489a"/>
    <p:sldId xmlns:r="http://schemas.openxmlformats.org/officeDocument/2006/relationships" id="307" r:id="R3d241d93448e42d3"/>
    <p:sldId xmlns:r="http://schemas.openxmlformats.org/officeDocument/2006/relationships" id="308" r:id="Rf79a7e4abfe74a4f"/>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047617eae141cf" /><Relationship Type="http://schemas.openxmlformats.org/officeDocument/2006/relationships/slideMaster" Target="/ppt/slideMasters/slideMaster1.xml" Id="Rf000e53cdbee4080" /><Relationship Type="http://schemas.openxmlformats.org/officeDocument/2006/relationships/slideMaster" Target="/ppt/slideMasters/slideMaster2.xml" Id="Rbc884cbc0d0c45d8" /><Relationship Type="http://schemas.openxmlformats.org/officeDocument/2006/relationships/notesMaster" Target="/ppt/notesMasters/notesMaster1.xml" Id="R846ef359ac654f80" /><Relationship Type="http://schemas.openxmlformats.org/officeDocument/2006/relationships/presProps" Target="/ppt/presProps.xml" Id="R432a889e30d44539" /><Relationship Type="http://schemas.openxmlformats.org/officeDocument/2006/relationships/tableStyles" Target="/ppt/tableStyles.xml" Id="R83c6c36cdf9f4634" /><Relationship Type="http://schemas.openxmlformats.org/officeDocument/2006/relationships/slide" Target="/ppt/slides/slide1.xml" Id="Ra5cbba73fc0e49f5" /><Relationship Type="http://schemas.openxmlformats.org/officeDocument/2006/relationships/slide" Target="/ppt/slides/slide2.xml" Id="Rca196f43e720489f" /><Relationship Type="http://schemas.openxmlformats.org/officeDocument/2006/relationships/slide" Target="/ppt/slides/slide3.xml" Id="Rf1a4d30e66834c99" /><Relationship Type="http://schemas.openxmlformats.org/officeDocument/2006/relationships/slide" Target="/ppt/slides/slide4.xml" Id="R9ba4db3cdfb748b6" /><Relationship Type="http://schemas.openxmlformats.org/officeDocument/2006/relationships/slide" Target="/ppt/slides/slide5.xml" Id="R2d760dbafafb424c" /><Relationship Type="http://schemas.openxmlformats.org/officeDocument/2006/relationships/slide" Target="/ppt/slides/slide6.xml" Id="R7fc2467db59e4473" /><Relationship Type="http://schemas.openxmlformats.org/officeDocument/2006/relationships/slide" Target="/ppt/slides/slide7.xml" Id="R3c0453dcc3514e2c" /><Relationship Type="http://schemas.openxmlformats.org/officeDocument/2006/relationships/slide" Target="/ppt/slides/slide8.xml" Id="R2f2294253ae64a7d" /><Relationship Type="http://schemas.openxmlformats.org/officeDocument/2006/relationships/slide" Target="/ppt/slides/slide9.xml" Id="Ra2c09811a82a43d5" /><Relationship Type="http://schemas.openxmlformats.org/officeDocument/2006/relationships/slide" Target="/ppt/slides/slide10.xml" Id="Ra1bf74ba0fb0496b" /><Relationship Type="http://schemas.openxmlformats.org/officeDocument/2006/relationships/slide" Target="/ppt/slides/slide11.xml" Id="R94d58b03012743ba" /><Relationship Type="http://schemas.openxmlformats.org/officeDocument/2006/relationships/slide" Target="/ppt/slides/slide12.xml" Id="Rcd3a1ee828ac49f5" /><Relationship Type="http://schemas.openxmlformats.org/officeDocument/2006/relationships/slide" Target="/ppt/slides/slide13.xml" Id="R9750fade90314969" /><Relationship Type="http://schemas.openxmlformats.org/officeDocument/2006/relationships/slide" Target="/ppt/slides/slide14.xml" Id="R8482ff8331054096" /><Relationship Type="http://schemas.openxmlformats.org/officeDocument/2006/relationships/slide" Target="/ppt/slides/slide15.xml" Id="Rb0749f2c485646cb" /><Relationship Type="http://schemas.openxmlformats.org/officeDocument/2006/relationships/slide" Target="/ppt/slides/slide16.xml" Id="R6aa90712ee99465e" /><Relationship Type="http://schemas.openxmlformats.org/officeDocument/2006/relationships/slide" Target="/ppt/slides/slide17.xml" Id="R172fd573c1ef4507" /><Relationship Type="http://schemas.openxmlformats.org/officeDocument/2006/relationships/slide" Target="/ppt/slides/slide18.xml" Id="R182f933b51c54f88" /><Relationship Type="http://schemas.openxmlformats.org/officeDocument/2006/relationships/slide" Target="/ppt/slides/slide19.xml" Id="Re2e53c12eed54476" /><Relationship Type="http://schemas.openxmlformats.org/officeDocument/2006/relationships/slide" Target="/ppt/slides/slide20.xml" Id="Ra6508eaef16c4b86" /><Relationship Type="http://schemas.openxmlformats.org/officeDocument/2006/relationships/slide" Target="/ppt/slides/slide21.xml" Id="Rb9a885c48e294379" /><Relationship Type="http://schemas.openxmlformats.org/officeDocument/2006/relationships/slide" Target="/ppt/slides/slide22.xml" Id="Rabcca2de58824d5a" /><Relationship Type="http://schemas.openxmlformats.org/officeDocument/2006/relationships/slide" Target="/ppt/slides/slide23.xml" Id="Rd48b27e35ae44e04" /><Relationship Type="http://schemas.openxmlformats.org/officeDocument/2006/relationships/slide" Target="/ppt/slides/slide24.xml" Id="Rcb8a8ace656b44b7" /><Relationship Type="http://schemas.openxmlformats.org/officeDocument/2006/relationships/slide" Target="/ppt/slides/slide25.xml" Id="R53296d8dc9954e1f" /><Relationship Type="http://schemas.openxmlformats.org/officeDocument/2006/relationships/slide" Target="/ppt/slides/slide26.xml" Id="R51bd855d18a3480a" /><Relationship Type="http://schemas.openxmlformats.org/officeDocument/2006/relationships/slide" Target="/ppt/slides/slide27.xml" Id="R4a1c9b3aab494f56" /><Relationship Type="http://schemas.openxmlformats.org/officeDocument/2006/relationships/slide" Target="/ppt/slides/slide28.xml" Id="R39064baa13bb473b" /><Relationship Type="http://schemas.openxmlformats.org/officeDocument/2006/relationships/slide" Target="/ppt/slides/slide29.xml" Id="R5138af43af304209" /><Relationship Type="http://schemas.openxmlformats.org/officeDocument/2006/relationships/slide" Target="/ppt/slides/slide30.xml" Id="Ra4154b1582674047" /><Relationship Type="http://schemas.openxmlformats.org/officeDocument/2006/relationships/slide" Target="/ppt/slides/slide31.xml" Id="R041695884e924e8d" /><Relationship Type="http://schemas.openxmlformats.org/officeDocument/2006/relationships/slide" Target="/ppt/slides/slide32.xml" Id="Rf7f796d357944bec" /><Relationship Type="http://schemas.openxmlformats.org/officeDocument/2006/relationships/slide" Target="/ppt/slides/slide33.xml" Id="Rfca126e29a38408c" /><Relationship Type="http://schemas.openxmlformats.org/officeDocument/2006/relationships/slide" Target="/ppt/slides/slide34.xml" Id="Rf9bb85faf6854482" /><Relationship Type="http://schemas.openxmlformats.org/officeDocument/2006/relationships/slide" Target="/ppt/slides/slide35.xml" Id="Ra20389c7b61e4980" /><Relationship Type="http://schemas.openxmlformats.org/officeDocument/2006/relationships/slide" Target="/ppt/slides/slide36.xml" Id="Rb267bc68ee1f4c54" /><Relationship Type="http://schemas.openxmlformats.org/officeDocument/2006/relationships/slide" Target="/ppt/slides/slide37.xml" Id="R46f9a97e732c46c6" /><Relationship Type="http://schemas.openxmlformats.org/officeDocument/2006/relationships/slide" Target="/ppt/slides/slide38.xml" Id="R88433c2d20774063" /><Relationship Type="http://schemas.openxmlformats.org/officeDocument/2006/relationships/slide" Target="/ppt/slides/slide39.xml" Id="R33ce3bc814ae4c6e" /><Relationship Type="http://schemas.openxmlformats.org/officeDocument/2006/relationships/slide" Target="/ppt/slides/slide40.xml" Id="R69d635af0b654e04" /><Relationship Type="http://schemas.openxmlformats.org/officeDocument/2006/relationships/slide" Target="/ppt/slides/slide41.xml" Id="Rfebb608357cd4083" /><Relationship Type="http://schemas.openxmlformats.org/officeDocument/2006/relationships/slide" Target="/ppt/slides/slide42.xml" Id="R245acb644f50455d" /><Relationship Type="http://schemas.openxmlformats.org/officeDocument/2006/relationships/slide" Target="/ppt/slides/slide43.xml" Id="Rd4ef9bbb99ce448a" /><Relationship Type="http://schemas.openxmlformats.org/officeDocument/2006/relationships/slide" Target="/ppt/slides/slide44.xml" Id="R5cc42be02ca24dc5" /><Relationship Type="http://schemas.openxmlformats.org/officeDocument/2006/relationships/slide" Target="/ppt/slides/slide45.xml" Id="R3c3677585b864293" /><Relationship Type="http://schemas.openxmlformats.org/officeDocument/2006/relationships/slide" Target="/ppt/slides/slide46.xml" Id="Ra225c9f49e614745" /><Relationship Type="http://schemas.openxmlformats.org/officeDocument/2006/relationships/slide" Target="/ppt/slides/slide47.xml" Id="R4edb9f8ba7904253" /><Relationship Type="http://schemas.openxmlformats.org/officeDocument/2006/relationships/slide" Target="/ppt/slides/slide48.xml" Id="R1b35a5880f6c439f" /><Relationship Type="http://schemas.openxmlformats.org/officeDocument/2006/relationships/slide" Target="/ppt/slides/slide49.xml" Id="Rea0a598c8d3e4792" /><Relationship Type="http://schemas.openxmlformats.org/officeDocument/2006/relationships/slide" Target="/ppt/slides/slide50.xml" Id="Rf1dbec30c0a649b3" /><Relationship Type="http://schemas.openxmlformats.org/officeDocument/2006/relationships/slide" Target="/ppt/slides/slide51.xml" Id="Rffc0fa048577489a" /><Relationship Type="http://schemas.openxmlformats.org/officeDocument/2006/relationships/slide" Target="/ppt/slides/slide52.xml" Id="R3d241d93448e42d3" /><Relationship Type="http://schemas.openxmlformats.org/officeDocument/2006/relationships/slide" Target="/ppt/slides/slide53.xml" Id="Rf79a7e4abfe74a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b5164f017d845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60872ad1044ffc" /><Relationship Type="http://schemas.openxmlformats.org/officeDocument/2006/relationships/notesMaster" Target="/ppt/notesMasters/notesMaster1.xml" Id="R2fe26abb76714e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417c98467742a5" /><Relationship Type="http://schemas.openxmlformats.org/officeDocument/2006/relationships/notesMaster" Target="/ppt/notesMasters/notesMaster1.xml" Id="R063e4f73683944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d84e6cdd29441b" /><Relationship Type="http://schemas.openxmlformats.org/officeDocument/2006/relationships/notesMaster" Target="/ppt/notesMasters/notesMaster1.xml" Id="R4582cca8b37c44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d4c6b124e04da7" /><Relationship Type="http://schemas.openxmlformats.org/officeDocument/2006/relationships/notesMaster" Target="/ppt/notesMasters/notesMaster1.xml" Id="R0e1ea428fea647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52bf7490aa4290" /><Relationship Type="http://schemas.openxmlformats.org/officeDocument/2006/relationships/notesMaster" Target="/ppt/notesMasters/notesMaster1.xml" Id="Rdf6ca04df9df4a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9b6434788d40ea" /><Relationship Type="http://schemas.openxmlformats.org/officeDocument/2006/relationships/notesMaster" Target="/ppt/notesMasters/notesMaster1.xml" Id="R830f8be9043742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c37ec8c26a4b6a" /><Relationship Type="http://schemas.openxmlformats.org/officeDocument/2006/relationships/notesMaster" Target="/ppt/notesMasters/notesMaster1.xml" Id="R502b3111d3ac41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277f9a517f4a64" /><Relationship Type="http://schemas.openxmlformats.org/officeDocument/2006/relationships/notesMaster" Target="/ppt/notesMasters/notesMaster1.xml" Id="R96405a74ce0446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3b7c4dffd947b6" /><Relationship Type="http://schemas.openxmlformats.org/officeDocument/2006/relationships/notesMaster" Target="/ppt/notesMasters/notesMaster1.xml" Id="Rd6d9a7049fcd4d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4ac46701594774" /><Relationship Type="http://schemas.openxmlformats.org/officeDocument/2006/relationships/notesMaster" Target="/ppt/notesMasters/notesMaster1.xml" Id="R3446544770284d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96bc39a67c41ab" /><Relationship Type="http://schemas.openxmlformats.org/officeDocument/2006/relationships/notesMaster" Target="/ppt/notesMasters/notesMaster1.xml" Id="R71686673f47642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76c4b5e13a4c29" /><Relationship Type="http://schemas.openxmlformats.org/officeDocument/2006/relationships/notesMaster" Target="/ppt/notesMasters/notesMaster1.xml" Id="Re8c3679e3c6c43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136161839f4666" /><Relationship Type="http://schemas.openxmlformats.org/officeDocument/2006/relationships/notesMaster" Target="/ppt/notesMasters/notesMaster1.xml" Id="R6827f0eb7c9646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741e2ce2624207" /><Relationship Type="http://schemas.openxmlformats.org/officeDocument/2006/relationships/notesMaster" Target="/ppt/notesMasters/notesMaster1.xml" Id="R0fbef4dfcf9845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bae23bed5224ad2" /><Relationship Type="http://schemas.openxmlformats.org/officeDocument/2006/relationships/notesMaster" Target="/ppt/notesMasters/notesMaster1.xml" Id="Rb329f7b487c544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e717a734a84f10" /><Relationship Type="http://schemas.openxmlformats.org/officeDocument/2006/relationships/notesMaster" Target="/ppt/notesMasters/notesMaster1.xml" Id="Rd7ca906901e945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0f22bc34c54f6d" /><Relationship Type="http://schemas.openxmlformats.org/officeDocument/2006/relationships/notesMaster" Target="/ppt/notesMasters/notesMaster1.xml" Id="R15f47fbb519246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508f3c624344be" /><Relationship Type="http://schemas.openxmlformats.org/officeDocument/2006/relationships/notesMaster" Target="/ppt/notesMasters/notesMaster1.xml" Id="Rbd0ba80d4ed14da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6d7790eeac4b8b" /><Relationship Type="http://schemas.openxmlformats.org/officeDocument/2006/relationships/notesMaster" Target="/ppt/notesMasters/notesMaster1.xml" Id="R0de027b2248947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95277f30d3e43d4" /><Relationship Type="http://schemas.openxmlformats.org/officeDocument/2006/relationships/notesMaster" Target="/ppt/notesMasters/notesMaster1.xml" Id="R93cb965bc5b045f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7439b60ce8b4660" /><Relationship Type="http://schemas.openxmlformats.org/officeDocument/2006/relationships/notesMaster" Target="/ppt/notesMasters/notesMaster1.xml" Id="R790e83060fe44b9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24e5ac73285477a" /><Relationship Type="http://schemas.openxmlformats.org/officeDocument/2006/relationships/notesMaster" Target="/ppt/notesMasters/notesMaster1.xml" Id="R8427bc5393f442c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23f7e5efaeb4fcc" /><Relationship Type="http://schemas.openxmlformats.org/officeDocument/2006/relationships/notesMaster" Target="/ppt/notesMasters/notesMaster1.xml" Id="R6f9419348ff84cd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fe7f73e6e5445e9" /><Relationship Type="http://schemas.openxmlformats.org/officeDocument/2006/relationships/notesMaster" Target="/ppt/notesMasters/notesMaster1.xml" Id="R3e2774956970436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2751b64fdc440ad" /><Relationship Type="http://schemas.openxmlformats.org/officeDocument/2006/relationships/notesMaster" Target="/ppt/notesMasters/notesMaster1.xml" Id="R43fd4afc4bf24d3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5d745bd0d4944e9" /><Relationship Type="http://schemas.openxmlformats.org/officeDocument/2006/relationships/notesMaster" Target="/ppt/notesMasters/notesMaster1.xml" Id="Rbc2163716bf649b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a35c465c8244860" /><Relationship Type="http://schemas.openxmlformats.org/officeDocument/2006/relationships/notesMaster" Target="/ppt/notesMasters/notesMaster1.xml" Id="R202c72a51681412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3b149b1b7064d3b" /><Relationship Type="http://schemas.openxmlformats.org/officeDocument/2006/relationships/notesMaster" Target="/ppt/notesMasters/notesMaster1.xml" Id="Re4ad43feaf0b43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57824deb8eb4c7c" /><Relationship Type="http://schemas.openxmlformats.org/officeDocument/2006/relationships/notesMaster" Target="/ppt/notesMasters/notesMaster1.xml" Id="R19065b6c90f4436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502ffcdc20542cb" /><Relationship Type="http://schemas.openxmlformats.org/officeDocument/2006/relationships/notesMaster" Target="/ppt/notesMasters/notesMaster1.xml" Id="R9154e54803b8464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00408a97e7f4d8c" /><Relationship Type="http://schemas.openxmlformats.org/officeDocument/2006/relationships/notesMaster" Target="/ppt/notesMasters/notesMaster1.xml" Id="Refcc276a88cd44f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1434941982a42b8" /><Relationship Type="http://schemas.openxmlformats.org/officeDocument/2006/relationships/notesMaster" Target="/ppt/notesMasters/notesMaster1.xml" Id="R44ee478201324e2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828fce9427e4cc3" /><Relationship Type="http://schemas.openxmlformats.org/officeDocument/2006/relationships/notesMaster" Target="/ppt/notesMasters/notesMaster1.xml" Id="R124d0a9cfa49465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dd78afcf79f4aff" /><Relationship Type="http://schemas.openxmlformats.org/officeDocument/2006/relationships/notesMaster" Target="/ppt/notesMasters/notesMaster1.xml" Id="Raca4e6909ac4425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a50fd817afe4ccd" /><Relationship Type="http://schemas.openxmlformats.org/officeDocument/2006/relationships/notesMaster" Target="/ppt/notesMasters/notesMaster1.xml" Id="R826e3bc967e4466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a6c88cf319a428f" /><Relationship Type="http://schemas.openxmlformats.org/officeDocument/2006/relationships/notesMaster" Target="/ppt/notesMasters/notesMaster1.xml" Id="R6b3d85a96b7c430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4582f2bdd9549ad" /><Relationship Type="http://schemas.openxmlformats.org/officeDocument/2006/relationships/notesMaster" Target="/ppt/notesMasters/notesMaster1.xml" Id="R8eef84e2c9fa411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136088408ff4d08" /><Relationship Type="http://schemas.openxmlformats.org/officeDocument/2006/relationships/notesMaster" Target="/ppt/notesMasters/notesMaster1.xml" Id="R3f55257637364e4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72c9a75f8494e1c" /><Relationship Type="http://schemas.openxmlformats.org/officeDocument/2006/relationships/notesMaster" Target="/ppt/notesMasters/notesMaster1.xml" Id="R91a3bb48ae904eb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0d358d0cc574b66" /><Relationship Type="http://schemas.openxmlformats.org/officeDocument/2006/relationships/notesMaster" Target="/ppt/notesMasters/notesMaster1.xml" Id="R3761ab20a20b455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5845e1e9df64c4e" /><Relationship Type="http://schemas.openxmlformats.org/officeDocument/2006/relationships/notesMaster" Target="/ppt/notesMasters/notesMaster1.xml" Id="Rb9be9b8a3c4140c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02710eb98324181" /><Relationship Type="http://schemas.openxmlformats.org/officeDocument/2006/relationships/notesMaster" Target="/ppt/notesMasters/notesMaster1.xml" Id="Rbde27b5ba4194a5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be30c43e9674b66" /><Relationship Type="http://schemas.openxmlformats.org/officeDocument/2006/relationships/notesMaster" Target="/ppt/notesMasters/notesMaster1.xml" Id="Rca34b63d898a493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3c10e3216ed4537" /><Relationship Type="http://schemas.openxmlformats.org/officeDocument/2006/relationships/notesMaster" Target="/ppt/notesMasters/notesMaster1.xml" Id="R1675bb62c5ef4ea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9dd5e9a70e44a4a" /><Relationship Type="http://schemas.openxmlformats.org/officeDocument/2006/relationships/notesMaster" Target="/ppt/notesMasters/notesMaster1.xml" Id="R7de6b8884bff43d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13d4c43b72e4631" /><Relationship Type="http://schemas.openxmlformats.org/officeDocument/2006/relationships/notesMaster" Target="/ppt/notesMasters/notesMaster1.xml" Id="R56fec40958cc4b1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f61605be6a146e4" /><Relationship Type="http://schemas.openxmlformats.org/officeDocument/2006/relationships/notesMaster" Target="/ppt/notesMasters/notesMaster1.xml" Id="Rb9c455205f314c6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ef5ca7f605c460f" /><Relationship Type="http://schemas.openxmlformats.org/officeDocument/2006/relationships/notesMaster" Target="/ppt/notesMasters/notesMaster1.xml" Id="R36a4a0799e26457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71ccd8dcfe24c9f" /><Relationship Type="http://schemas.openxmlformats.org/officeDocument/2006/relationships/notesMaster" Target="/ppt/notesMasters/notesMaster1.xml" Id="R8070e7be11c548f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717501488e040ae" /><Relationship Type="http://schemas.openxmlformats.org/officeDocument/2006/relationships/notesMaster" Target="/ppt/notesMasters/notesMaster1.xml" Id="R1e3fc823f7e14d0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5832cf62a304315" /><Relationship Type="http://schemas.openxmlformats.org/officeDocument/2006/relationships/notesMaster" Target="/ppt/notesMasters/notesMaster1.xml" Id="Rb8602bc7e5c049d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91fdc1da4be4e0f" /><Relationship Type="http://schemas.openxmlformats.org/officeDocument/2006/relationships/notesMaster" Target="/ppt/notesMasters/notesMaster1.xml" Id="R0322d35cd2d1443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d96213f59fe4d7a" /><Relationship Type="http://schemas.openxmlformats.org/officeDocument/2006/relationships/notesMaster" Target="/ppt/notesMasters/notesMaster1.xml" Id="R252f72a2dc044f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9e7978b6354b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b22f11c98b9f4a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42c833b53e9445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6C3CA77B-9ECF-49A5-AFF1-6D4A33B3E07C}"/>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799da40143427d" /><Relationship Type="http://schemas.openxmlformats.org/officeDocument/2006/relationships/slideLayout" Target="/ppt/slideLayouts/slideLayout1.xml" Id="R4a9f25a2a488455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251db4680bcb43d1" /><Relationship Type="http://schemas.openxmlformats.org/officeDocument/2006/relationships/slideLayout" Target="/ppt/slideLayouts/slideLayout2.xml" Id="R7dc530f4942e4fa1" /><Relationship Type="http://schemas.openxmlformats.org/officeDocument/2006/relationships/slideLayout" Target="/ppt/slideLayouts/slideLayout3.xml" Id="R4279698ad91448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9f25a2a4884552"/>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7dc530f4942e4fa1"/>
    <p:sldLayoutId xmlns:r="http://schemas.openxmlformats.org/officeDocument/2006/relationships" id="2147483652" r:id="R4279698ad91448ef"/>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8d2aabbac7ee4a18" /><Relationship Type="http://schemas.openxmlformats.org/officeDocument/2006/relationships/notesSlide" Target="/ppt/notesSlides/notesSlide1.xml" Id="R16c6a136eba54c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1bd3a515a7f4933" /><Relationship Type="http://schemas.openxmlformats.org/officeDocument/2006/relationships/image" Target="/ppt/media/image.png" Id="R1a0374491f214e7c" /><Relationship Type="http://schemas.openxmlformats.org/officeDocument/2006/relationships/notesSlide" Target="/ppt/notesSlides/notesSlide2.xml" Id="R59e940b7c08f4c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fafd6edf7b64907" /><Relationship Type="http://schemas.openxmlformats.org/officeDocument/2006/relationships/notesSlide" Target="/ppt/notesSlides/notesSlide3.xml" Id="R98acc90986e047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58e15ef4ed74de2" /><Relationship Type="http://schemas.openxmlformats.org/officeDocument/2006/relationships/notesSlide" Target="/ppt/notesSlides/notesSlide4.xml" Id="R7bbd9c5472d740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a0c21c882bd4278" /><Relationship Type="http://schemas.openxmlformats.org/officeDocument/2006/relationships/notesSlide" Target="/ppt/notesSlides/notesSlide5.xml" Id="R304177614faa45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2c63c107c7d4973" /><Relationship Type="http://schemas.openxmlformats.org/officeDocument/2006/relationships/notesSlide" Target="/ppt/notesSlides/notesSlide6.xml" Id="R23740377854343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85f0a6d323c451d" /><Relationship Type="http://schemas.openxmlformats.org/officeDocument/2006/relationships/notesSlide" Target="/ppt/notesSlides/notesSlide7.xml" Id="R46947c10475d4a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5ad054a05cb4316" /><Relationship Type="http://schemas.openxmlformats.org/officeDocument/2006/relationships/notesSlide" Target="/ppt/notesSlides/notesSlide8.xml" Id="R88618710cfa140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01cfdf8e9a44022" /><Relationship Type="http://schemas.openxmlformats.org/officeDocument/2006/relationships/image" Target="/ppt/media/image2.png" Id="R6985448e6b9d48dd" /><Relationship Type="http://schemas.openxmlformats.org/officeDocument/2006/relationships/notesSlide" Target="/ppt/notesSlides/notesSlide9.xml" Id="R9dd00b64663745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deb571e070b4ee9" /><Relationship Type="http://schemas.openxmlformats.org/officeDocument/2006/relationships/image" Target="/ppt/media/image3.png" Id="R1765b3e681874759" /><Relationship Type="http://schemas.openxmlformats.org/officeDocument/2006/relationships/notesSlide" Target="/ppt/notesSlides/notesSlide10.xml" Id="Re9f40a87278c4c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b7844bb16ce4ca3" /><Relationship Type="http://schemas.openxmlformats.org/officeDocument/2006/relationships/image" Target="/ppt/media/image4.png" Id="R645c150791564d7d" /><Relationship Type="http://schemas.openxmlformats.org/officeDocument/2006/relationships/notesSlide" Target="/ppt/notesSlides/notesSlide11.xml" Id="Rd490a7d7f5414d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e82235eb09441a1" /><Relationship Type="http://schemas.openxmlformats.org/officeDocument/2006/relationships/image" Target="/ppt/media/image5.png" Id="R9fd0abc7c6aa487d" /><Relationship Type="http://schemas.openxmlformats.org/officeDocument/2006/relationships/notesSlide" Target="/ppt/notesSlides/notesSlide12.xml" Id="Rce07c331c75f4d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fabb54bc82348be" /><Relationship Type="http://schemas.openxmlformats.org/officeDocument/2006/relationships/image" Target="/ppt/media/image6.png" Id="Re2c06634c232468b" /><Relationship Type="http://schemas.openxmlformats.org/officeDocument/2006/relationships/notesSlide" Target="/ppt/notesSlides/notesSlide13.xml" Id="Rdba9f3c2ce3546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4f12a1a5aab4421" /><Relationship Type="http://schemas.openxmlformats.org/officeDocument/2006/relationships/image" Target="/ppt/media/image7.png" Id="R306069f3d11b4a05" /><Relationship Type="http://schemas.openxmlformats.org/officeDocument/2006/relationships/notesSlide" Target="/ppt/notesSlides/notesSlide14.xml" Id="Red3fc6020f074a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2e01dae237f4f7b" /><Relationship Type="http://schemas.openxmlformats.org/officeDocument/2006/relationships/image" Target="/ppt/media/image8.png" Id="R33a8400c0c8a47ab" /><Relationship Type="http://schemas.openxmlformats.org/officeDocument/2006/relationships/notesSlide" Target="/ppt/notesSlides/notesSlide15.xml" Id="R3f368e08c87d42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a5a34ef00944d6d" /><Relationship Type="http://schemas.openxmlformats.org/officeDocument/2006/relationships/image" Target="/ppt/media/image9.png" Id="Rce485791ab6c4dcb" /><Relationship Type="http://schemas.openxmlformats.org/officeDocument/2006/relationships/image" Target="/ppt/media/image10.png" Id="Rbaf5c52d1615498f" /><Relationship Type="http://schemas.openxmlformats.org/officeDocument/2006/relationships/notesSlide" Target="/ppt/notesSlides/notesSlide16.xml" Id="Ra946b723cdcc41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879e833b0dfc4d48" /><Relationship Type="http://schemas.openxmlformats.org/officeDocument/2006/relationships/image" Target="/ppt/media/image11.png" Id="R5dbfd678a2674695" /><Relationship Type="http://schemas.openxmlformats.org/officeDocument/2006/relationships/notesSlide" Target="/ppt/notesSlides/notesSlide17.xml" Id="R4b65ef1acc3b4f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f855597d04264664" /><Relationship Type="http://schemas.openxmlformats.org/officeDocument/2006/relationships/image" Target="/ppt/media/image12.png" Id="R695a32181dad42c7" /><Relationship Type="http://schemas.openxmlformats.org/officeDocument/2006/relationships/notesSlide" Target="/ppt/notesSlides/notesSlide18.xml" Id="Re5f850f23ce04f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c8f7aad995547a5" /><Relationship Type="http://schemas.openxmlformats.org/officeDocument/2006/relationships/image" Target="/ppt/media/image13.png" Id="R9ec86e231eb14aac" /><Relationship Type="http://schemas.openxmlformats.org/officeDocument/2006/relationships/notesSlide" Target="/ppt/notesSlides/notesSlide19.xml" Id="R5e9535e00f3c42b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2c40e0b1933c4323" /><Relationship Type="http://schemas.openxmlformats.org/officeDocument/2006/relationships/image" Target="/ppt/media/image14.png" Id="R211f010ab93749e7" /><Relationship Type="http://schemas.openxmlformats.org/officeDocument/2006/relationships/notesSlide" Target="/ppt/notesSlides/notesSlide20.xml" Id="R60c7c70fa74d40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a023b62a1b1d4d0b" /><Relationship Type="http://schemas.openxmlformats.org/officeDocument/2006/relationships/image" Target="/ppt/media/image15.png" Id="Raaf59d23cbe548f8" /><Relationship Type="http://schemas.openxmlformats.org/officeDocument/2006/relationships/image" Target="/ppt/media/image16.png" Id="R0f468d67707f4f97" /><Relationship Type="http://schemas.openxmlformats.org/officeDocument/2006/relationships/notesSlide" Target="/ppt/notesSlides/notesSlide21.xml" Id="Rb9bad5a4552f4b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e0659fe4f2ea41e3" /><Relationship Type="http://schemas.openxmlformats.org/officeDocument/2006/relationships/image" Target="/ppt/media/image17.png" Id="R9e01e084de5e4f0a" /><Relationship Type="http://schemas.openxmlformats.org/officeDocument/2006/relationships/notesSlide" Target="/ppt/notesSlides/notesSlide22.xml" Id="Rd011dab71d364c0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a6a94d91ffe4d6c" /><Relationship Type="http://schemas.openxmlformats.org/officeDocument/2006/relationships/image" Target="/ppt/media/image18.png" Id="Re0c5386105c64a3a" /><Relationship Type="http://schemas.openxmlformats.org/officeDocument/2006/relationships/notesSlide" Target="/ppt/notesSlides/notesSlide23.xml" Id="R273c0aeebbf446c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6a626f84bb2246c9" /><Relationship Type="http://schemas.openxmlformats.org/officeDocument/2006/relationships/image" Target="/ppt/media/image19.png" Id="Red0aa0ab373f46a9" /><Relationship Type="http://schemas.openxmlformats.org/officeDocument/2006/relationships/notesSlide" Target="/ppt/notesSlides/notesSlide24.xml" Id="R8d1a03f1b3214e5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0c452f0bbbe043d9" /><Relationship Type="http://schemas.openxmlformats.org/officeDocument/2006/relationships/image" Target="/ppt/media/image20.png" Id="R99fa0e1afe8a48cc" /><Relationship Type="http://schemas.openxmlformats.org/officeDocument/2006/relationships/notesSlide" Target="/ppt/notesSlides/notesSlide25.xml" Id="R7f4653770dde430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2ec40f3405ee46da" /><Relationship Type="http://schemas.openxmlformats.org/officeDocument/2006/relationships/image" Target="/ppt/media/image21.png" Id="R9ec26228860f4001" /><Relationship Type="http://schemas.openxmlformats.org/officeDocument/2006/relationships/image" Target="/ppt/media/image22.png" Id="R319990c05b184f1b" /><Relationship Type="http://schemas.openxmlformats.org/officeDocument/2006/relationships/notesSlide" Target="/ppt/notesSlides/notesSlide26.xml" Id="R2d8ddd26b4b54c0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042ccd6f93314d18" /><Relationship Type="http://schemas.openxmlformats.org/officeDocument/2006/relationships/image" Target="/ppt/media/image23.png" Id="R683442463a2b4e62" /><Relationship Type="http://schemas.openxmlformats.org/officeDocument/2006/relationships/notesSlide" Target="/ppt/notesSlides/notesSlide27.xml" Id="R02b4957382d04dc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2617154fec9548b0" /><Relationship Type="http://schemas.openxmlformats.org/officeDocument/2006/relationships/image" Target="/ppt/media/image24.png" Id="R3f2209337f834c8e" /><Relationship Type="http://schemas.openxmlformats.org/officeDocument/2006/relationships/notesSlide" Target="/ppt/notesSlides/notesSlide28.xml" Id="Ra1bdf26c9b0442e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528723009f254398" /><Relationship Type="http://schemas.openxmlformats.org/officeDocument/2006/relationships/image" Target="/ppt/media/image25.png" Id="R291efbd3e7694c14" /><Relationship Type="http://schemas.openxmlformats.org/officeDocument/2006/relationships/notesSlide" Target="/ppt/notesSlides/notesSlide29.xml" Id="Ra3774732ab3c420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2dec23dd2d294ab5" /><Relationship Type="http://schemas.openxmlformats.org/officeDocument/2006/relationships/image" Target="/ppt/media/image26.png" Id="R0ae22c328d2c49b4" /><Relationship Type="http://schemas.openxmlformats.org/officeDocument/2006/relationships/notesSlide" Target="/ppt/notesSlides/notesSlide30.xml" Id="R667ad0cc6ffa431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6c347430396e4780" /><Relationship Type="http://schemas.openxmlformats.org/officeDocument/2006/relationships/image" Target="/ppt/media/image27.png" Id="R28a6f76b47b04036" /><Relationship Type="http://schemas.openxmlformats.org/officeDocument/2006/relationships/image" Target="/ppt/media/image28.png" Id="R65e24bb71ff4441b" /><Relationship Type="http://schemas.openxmlformats.org/officeDocument/2006/relationships/notesSlide" Target="/ppt/notesSlides/notesSlide31.xml" Id="R06ff2a5556a24a9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30962267c4cc4e29" /><Relationship Type="http://schemas.openxmlformats.org/officeDocument/2006/relationships/image" Target="/ppt/media/image29.png" Id="R64813ce05a354379" /><Relationship Type="http://schemas.openxmlformats.org/officeDocument/2006/relationships/notesSlide" Target="/ppt/notesSlides/notesSlide32.xml" Id="Rf997794a38414fc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7d8df9ef9405486d" /><Relationship Type="http://schemas.openxmlformats.org/officeDocument/2006/relationships/image" Target="/ppt/media/image30.png" Id="R23c9b4a3b58b45e7" /><Relationship Type="http://schemas.openxmlformats.org/officeDocument/2006/relationships/notesSlide" Target="/ppt/notesSlides/notesSlide33.xml" Id="Rcd0485874d00476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b81a95cf9b3c4d86" /><Relationship Type="http://schemas.openxmlformats.org/officeDocument/2006/relationships/image" Target="/ppt/media/image31.png" Id="R82a2a89dd0284789" /><Relationship Type="http://schemas.openxmlformats.org/officeDocument/2006/relationships/notesSlide" Target="/ppt/notesSlides/notesSlide34.xml" Id="R7067e2a346fe423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60decac97aa24858" /><Relationship Type="http://schemas.openxmlformats.org/officeDocument/2006/relationships/image" Target="/ppt/media/image32.png" Id="Rf95e1d438697467b" /><Relationship Type="http://schemas.openxmlformats.org/officeDocument/2006/relationships/notesSlide" Target="/ppt/notesSlides/notesSlide35.xml" Id="R5c826b0e93994a2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6669d0655e314903" /><Relationship Type="http://schemas.openxmlformats.org/officeDocument/2006/relationships/image" Target="/ppt/media/image33.png" Id="R43f0e2480d9443d7" /><Relationship Type="http://schemas.openxmlformats.org/officeDocument/2006/relationships/image" Target="/ppt/media/image34.png" Id="R0ac474605dd24252" /><Relationship Type="http://schemas.openxmlformats.org/officeDocument/2006/relationships/notesSlide" Target="/ppt/notesSlides/notesSlide36.xml" Id="Racd7b52a55db48c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2d668f5f408e4c59" /><Relationship Type="http://schemas.openxmlformats.org/officeDocument/2006/relationships/image" Target="/ppt/media/image35.png" Id="R10d57ab26e264c08" /><Relationship Type="http://schemas.openxmlformats.org/officeDocument/2006/relationships/notesSlide" Target="/ppt/notesSlides/notesSlide37.xml" Id="R4eb8bf3824814b3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0a61228b7539409a" /><Relationship Type="http://schemas.openxmlformats.org/officeDocument/2006/relationships/image" Target="/ppt/media/image36.png" Id="Rb2639b459395480d" /><Relationship Type="http://schemas.openxmlformats.org/officeDocument/2006/relationships/notesSlide" Target="/ppt/notesSlides/notesSlide38.xml" Id="Ra65ace1a5ba04e1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b7963e6722d94dae" /><Relationship Type="http://schemas.openxmlformats.org/officeDocument/2006/relationships/image" Target="/ppt/media/image37.png" Id="Re3e157d9c58e48b1" /><Relationship Type="http://schemas.openxmlformats.org/officeDocument/2006/relationships/notesSlide" Target="/ppt/notesSlides/notesSlide39.xml" Id="R8b8bfbe5bf6e48e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fb53e61d6bde46e7" /><Relationship Type="http://schemas.openxmlformats.org/officeDocument/2006/relationships/image" Target="/ppt/media/image38.png" Id="Rfa5fec3d2af94999" /><Relationship Type="http://schemas.openxmlformats.org/officeDocument/2006/relationships/notesSlide" Target="/ppt/notesSlides/notesSlide40.xml" Id="R8172ad5e56e8472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17e5d16b33fa43e1" /><Relationship Type="http://schemas.openxmlformats.org/officeDocument/2006/relationships/image" Target="/ppt/media/image39.png" Id="R3aadcff4b9f048b5" /><Relationship Type="http://schemas.openxmlformats.org/officeDocument/2006/relationships/image" Target="/ppt/media/image40.png" Id="R950bf68c41fe4572" /><Relationship Type="http://schemas.openxmlformats.org/officeDocument/2006/relationships/notesSlide" Target="/ppt/notesSlides/notesSlide41.xml" Id="Rd10f6dd2b1a2425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0ce35a7e020c48fa" /><Relationship Type="http://schemas.openxmlformats.org/officeDocument/2006/relationships/image" Target="/ppt/media/image41.png" Id="R00fee886f4ca42f9" /><Relationship Type="http://schemas.openxmlformats.org/officeDocument/2006/relationships/notesSlide" Target="/ppt/notesSlides/notesSlide42.xml" Id="Re9e0afdb1b5248d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3ad6e775afc8433a" /><Relationship Type="http://schemas.openxmlformats.org/officeDocument/2006/relationships/image" Target="/ppt/media/image42.png" Id="R5ffadd65ce0e47ec" /><Relationship Type="http://schemas.openxmlformats.org/officeDocument/2006/relationships/notesSlide" Target="/ppt/notesSlides/notesSlide43.xml" Id="R4f44e9dbe3fd49b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83340907de5e4228" /><Relationship Type="http://schemas.openxmlformats.org/officeDocument/2006/relationships/image" Target="/ppt/media/image43.png" Id="Rc777244b504a4d2e" /><Relationship Type="http://schemas.openxmlformats.org/officeDocument/2006/relationships/notesSlide" Target="/ppt/notesSlides/notesSlide44.xml" Id="Rd662118544cd4a1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77c71b1395de4e3f" /><Relationship Type="http://schemas.openxmlformats.org/officeDocument/2006/relationships/image" Target="/ppt/media/image44.png" Id="R08555e6cd0b84901" /><Relationship Type="http://schemas.openxmlformats.org/officeDocument/2006/relationships/notesSlide" Target="/ppt/notesSlides/notesSlide45.xml" Id="R8143bacd3b8b436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32dd6809c3bb4c63" /><Relationship Type="http://schemas.openxmlformats.org/officeDocument/2006/relationships/image" Target="/ppt/media/image45.png" Id="R3169da949017413a" /><Relationship Type="http://schemas.openxmlformats.org/officeDocument/2006/relationships/notesSlide" Target="/ppt/notesSlides/notesSlide46.xml" Id="Rf954065edbaa49b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10878630d9d84bab" /><Relationship Type="http://schemas.openxmlformats.org/officeDocument/2006/relationships/notesSlide" Target="/ppt/notesSlides/notesSlide47.xml" Id="Rac083e434061406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7a980e52cc644ee7" /><Relationship Type="http://schemas.openxmlformats.org/officeDocument/2006/relationships/image" Target="/ppt/media/image46.png" Id="Ra86ebb5ad7dd4c51" /><Relationship Type="http://schemas.openxmlformats.org/officeDocument/2006/relationships/notesSlide" Target="/ppt/notesSlides/notesSlide48.xml" Id="R3a147ac22d8c4a0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44edbf322a0146c8" /><Relationship Type="http://schemas.openxmlformats.org/officeDocument/2006/relationships/image" Target="/ppt/media/image47.png" Id="R6f32464fceaf4f48" /><Relationship Type="http://schemas.openxmlformats.org/officeDocument/2006/relationships/notesSlide" Target="/ppt/notesSlides/notesSlide49.xml" Id="Rb28640da07c041c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79fd399a8f014998" /><Relationship Type="http://schemas.openxmlformats.org/officeDocument/2006/relationships/notesSlide" Target="/ppt/notesSlides/notesSlide50.xml" Id="Raf6db5f269a44a3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9df8a3e7a9f74245" /><Relationship Type="http://schemas.openxmlformats.org/officeDocument/2006/relationships/image" Target="/ppt/media/image48.png" Id="R47636c3dcfdc46e2" /><Relationship Type="http://schemas.openxmlformats.org/officeDocument/2006/relationships/notesSlide" Target="/ppt/notesSlides/notesSlide51.xml" Id="R3e0b825407fc472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28ba72f756c14fa7" /><Relationship Type="http://schemas.openxmlformats.org/officeDocument/2006/relationships/notesSlide" Target="/ppt/notesSlides/notesSlide52.xml" Id="Rac6a7216557d488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80a01e1da66a4908" /><Relationship Type="http://schemas.openxmlformats.org/officeDocument/2006/relationships/notesSlide" Target="/ppt/notesSlides/notesSlide53.xml" Id="R82b5c315a34a402a"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B37A908D-D716-4AEE-852A-A0A9D8C79690}"/>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3D3AD157-745F-4018-9F7A-8221C83EDD72}"/>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33284119-C559-4B45-B584-05C6E8AF5D0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FEEB6B5C-162E-4F1A-998A-18CFCCE98A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4115150137"/>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1a0374491f214e7c"/>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8635FF9E-152D-4872-945E-293BF88C424E}"/>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CB0270BF-A6FD-4789-B28C-107E6B13F5B6}"/>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31ADDB19-D84A-431D-9963-1955D5950441}"/>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7698DE4E-0194-4EF2-BCEA-ACEB89E54605}"/>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FC617B96-6B51-4731-BECE-7BE5DBEE7678}"/>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A1BA0B6A-123A-496E-80E4-45AA8935C5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58431865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D6A06F5A-866D-4737-A3EC-35235F29F2A3}"/>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0E5559A2-7FCB-4EB4-B3A7-1928473E6C75}"/>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8E85F85C-9471-42A1-9164-DEE2B43F5A01}"/>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818AFB4C-4F24-410C-845A-8DB5DA86D994}"/>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C9894F81-FC40-45D3-A93D-60DC86C1B516}"/>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CD608AD3-3220-44D8-88C3-EF440C0EBD91}"/>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9A731F16-E12F-44D4-8578-682E3F61676A}"/>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72406B80-E3D6-460C-8244-31C1DEC960B1}"/>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14DCB313-5A05-4852-AC58-74F9E1BBBCED}"/>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9F1D39C6-965C-4917-991E-8A6BEBE716E5}"/>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D1DC078F-E324-4C8D-B9C4-A1F7F83ABDB4}"/>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F4CB4AD4-9641-478C-A6A5-1D099FBBDDC3}"/>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8E2FA68F-DA7D-44FE-B02F-9B497EC06CA3}"/>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39CF365D-6A90-4DDB-9DD3-FD6837644DB6}"/>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B096D86B-A4A9-4E76-BA28-7980EC7ACB67}"/>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C80EC12A-5CB9-4A40-B716-FF328621ACE1}"/>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F3148CF5-58A2-4994-A0A5-391578BB9C26}"/>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2BAA0FE9-A990-4150-A05F-1D0077E2AC68}"/>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D31304D8-8500-4804-BD1F-70A0AA8C00D5}"/>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083E61BE-6222-4E62-BCC7-9AB5CEE6569B}"/>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3B14F003-0E73-4263-9343-67A6F142771F}"/>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EEFF3733-C605-4462-A162-C9B9EFBE0D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4045840839"/>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4AB87CD2-2D20-4215-A187-B4E2FF78D67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8CAEDAB8-8BD3-4D02-A67A-446FCA53F0B3}"/>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01E9BDD4-71C6-46F9-AA82-16CBBD5F5126}"/>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DA07A6BD-FAE6-4D36-8004-195F16D58D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833342748"/>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9A5C969F-03D1-4C3A-88AF-134F5D124D4C}"/>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2C076963-B900-4F01-850A-744DCFFFF9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FB257580-3093-4171-9F26-1ACB34C8D8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377434242"/>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E64F24B3-5F70-4CA6-8384-5D5A830F5975}"/>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033F2693-DC03-44AB-873A-FF927EAE99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5214DDFE-B79A-434D-B9FA-98CB257DE78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BB392BC7-21E2-4097-A126-477E5CA172C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66E60367-16C8-4C62-BB26-11A9D43D5787}"/>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68BFEE3B-3675-4F30-83C9-76138294E0FE}"/>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99588C54-E84C-401E-97F5-1B7B33B10056}"/>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83C668C4-3F69-472D-AA0E-A7A362F78F20}"/>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C6D5B0A0-00AD-4234-B6B7-2723BADB65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677888081"/>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1D39F37D-0DA0-4F8E-BF6C-F80F1AE1E6B3}"/>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A07291AD-BEF0-49D2-A10E-A27C44FBD29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374973EB-DF57-459E-934E-A53A6A6C63C3}"/>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1775CCFD-86C6-49B1-8B02-6BDF94E8760D}"/>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416A5C90-7EFD-415D-A09B-40EBBAE8F617}"/>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2BEA3C14-47A2-4123-9986-EDA4CD6094DE}"/>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45EC8194-4818-4442-8095-C7669D071293}"/>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9C863266-C8B1-45F5-8BC8-EE1CE9AD0078}"/>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91B8C467-1DC2-4090-8A2F-D37B7F9B96F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583167417"/>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F6D6794B-0336-4B89-B0D4-22132D52F43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D32B4595-C05D-4A70-9678-70E2E216351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BA2EA5C9-2234-4C43-9281-82D65AAC785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89796778-5789-48F9-BB6E-C1EA2B588B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253519062"/>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6985448e6b9d48d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D811C0D0-11AA-4055-A4CA-058A0A56AEF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22847695"/>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1765b3e68187475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73EFFB81-F33A-45A1-8ADA-065F4307D5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85759302"/>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645c150791564d7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AFBE5832-5ACC-4EC5-A7C2-41968DAAA7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505629972"/>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9fd0abc7c6aa487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E3453299-F928-4617-A002-D0947D0A7F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962064439"/>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e2c06634c232468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17B47859-C238-4CF5-87FE-F653FB0F08E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594553091"/>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306069f3d11b4a0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D8AF2C8A-6CEF-46A7-9768-CBF3AC48CF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28908696"/>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4FC34E7F-CD00-4344-88C1-58651E4CF65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33a8400c0c8a47a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3FAE656D-21C1-4149-8BDE-788832269A7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A2ECFD53-E65E-4349-906D-A8A4DE7D47C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48842AB2-F789-46AB-B1D2-BABD658AEF80}"/>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2392E823-9128-4AB3-92DB-2C9DAF940DAB}"/>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7DE9F5DE-D1F5-4ECB-853C-BA4256063A50}"/>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A1CEDDE3-9BCE-4A1B-B3E7-A23CB1BE9912}"/>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F35BF250-81B1-4EF3-B694-071ABBA009AF}"/>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5EF3F722-95FE-48F3-8E3E-E89F51345209}"/>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47731AC6-2F04-4415-B000-4E0BC11A0CEE}"/>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A49296C1-D015-4343-8A50-943037627B78}"/>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F6FE878F-049D-464F-8812-6D9F39738810}"/>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15179F6D-4BB3-4948-B5D7-B0F6BF79B2B2}"/>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4B7FA5CC-E0FA-4240-90A3-026FB567825B}"/>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5193C054-472B-4EB5-9931-5B460D7E213A}"/>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06527E76-905E-4C5B-BEDD-B1CF63C20093}"/>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6D591799-F0CD-4C09-B6E5-BF07456E69FC}"/>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1F38C729-ADE3-4928-8719-87280B3838D5}"/>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9E85257A-BFCD-4696-AF85-3295FDDC77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051221194"/>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52015B29-402D-4715-A14F-7CEC4E00394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ce485791ab6c4dc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3920E0EB-AF99-4A6A-BE58-9061F614B4A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03BA87BE-C3EA-4131-BB78-03ECE7B5E89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A9287CB8-E39D-47C3-BC3D-34944285A2C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25BAF617-41FF-4F20-B878-FDA921EC98A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baf5c52d1615498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3A781F26-3964-4728-B1BA-C7D091A9D5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370792591"/>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C34C5EB3-698F-44C7-A06B-6AC040899D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5dbfd678a267469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DCCE242F-E2D0-447A-A70F-C4254DF053C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10153DFC-B2F4-4778-AB15-C1B82C97826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C05D64FD-4CFA-4E65-831D-22FB6B11A41C}"/>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3D10E868-BC33-44AE-8B74-713D57FE7410}"/>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317C8858-F335-47E8-9B38-54E75B4CB68C}"/>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F7C8D2CC-543A-4090-80E7-93B6E834448B}"/>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63878126-4863-4976-A205-E3EF2F47DF2F}"/>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454A7C69-47E8-4F96-8BFD-409349A79DC0}"/>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500D6318-ED0C-4322-89D8-045CC0A950F5}"/>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ED2540F0-D9BC-473A-B14F-EF5D55259C55}"/>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3B9A799D-C804-4D94-8761-CC30EF43E5A5}"/>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892329FF-D281-4010-9E19-6DABA1B427B2}"/>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4D9F956C-A208-45F1-B816-7C74A8CF5A0E}"/>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8F30A9FE-FF1F-46F1-B908-3D5DA0A62206}"/>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0FAA7A91-17DB-4C70-AFD9-1C80D7804693}"/>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2EE1683A-55CF-4465-A8FC-A371DA22B4FD}"/>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857003B0-CA75-46FD-A3A2-FF3C764D4FB1}"/>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840C65F5-AA49-472E-97EF-9DE9AAD336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366684531"/>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AD77C3A6-B4A4-4C82-A297-3664E3AFAD7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695a32181dad42c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375A8FEA-0736-4062-96EB-D82A33B2F36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8B8E0ED9-E4FD-426B-AB7E-FCCF804F8F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4DC26716-76C2-42D8-9A78-295567AA7E6A}"/>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9B80125F-5892-4C23-98B0-E0BD967BD41D}"/>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8667F9E9-9189-4476-832F-B7A55E37F12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F9627C2F-A96E-4B9C-ADD3-304705BB9C2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9B6D7756-6C56-40BE-BF03-9BE8AFEF0C60}"/>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167F70FB-FC2A-4CBB-BCA2-E30CF80D05B9}"/>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7718F986-7DB8-4126-A2B4-B94CC5DFFA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812119837"/>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A9589BAB-F213-48C0-BEF5-2EE1A58B672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9ec86e231eb14aa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E0B67DC2-40DD-4F54-84CB-3D005345CB8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078EBD81-7BD4-496E-8A0B-9F92643618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44106F70-FD8E-40BE-BF3F-DB924E6AFD5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1EC0252A-00FA-4FA6-AC8E-198FF47CD6B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B7F6AE14-DB44-41D2-B7FA-71B55D10BBA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29EDF6FB-58C6-4E66-A787-805E8029B50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56A91567-E3F6-444C-BC73-434A1D05856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30836734-0D7E-47B6-A55E-1B359CC9BFB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03E05DE8-8F57-4125-8816-23C47FF8614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2D49D14C-863F-4D33-B851-DA0B6CD67A6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BEF7DB7F-3498-48E1-9D53-83F048482F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598541317"/>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F332F80C-3EFC-49D0-AA20-B03E76300DC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211f010ab93749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D7BEE0BD-BBA6-4D65-A183-AEB3755DAEE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D55A4B2C-883A-4DC6-ABE3-D6DF7EC76E7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DCBB0599-3814-47B2-B018-0A702AC68E1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05BD7B0C-C48D-4CBD-B945-C5A17C5D8A94}"/>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BA6F6A30-B5B6-433A-8B50-1964CB391A18}"/>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57E67EE4-9DF4-430F-ACAF-93B48DA4BD52}"/>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1A48790B-21F0-4113-835A-30B7E3A7E498}"/>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B4DC4D41-FBE9-4223-9B48-4548C9D7143F}"/>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74A37094-C33D-4584-86B3-206A0634B876}"/>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F52EA5FE-ED47-402D-B440-2CB9579498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690065366"/>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940420CC-6A44-4927-804F-2202F286AE9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aaf59d23cbe548f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EB3C1161-8EAE-4955-9C61-A6EAFDAC0A0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9743E85A-8A79-46E3-B1C7-53570AD3BAF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23F7599D-2796-4D9C-B69B-25181860D37E}"/>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42BABC28-93B6-4FCD-8FB2-6FB3DFE8C63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0f468d67707f4f9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1E7C236E-8136-4708-8EE6-723D45CD74D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172928679"/>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E792651C-ABDD-4C68-A790-8CF245BCFD1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9e01e084de5e4f0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79A18F25-5407-4E8F-A7CE-E5D0D0BD974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639F5DFB-1135-486F-84DB-E9B11F6106F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DA275BB4-9416-491E-9BD7-65AD04701028}"/>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05D84A58-3893-4B08-8C2B-909489C6E2AA}"/>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40EE85E1-96F5-4990-BEA5-17A8D9577E4C}"/>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7C607FC3-3DBA-4FB7-BC8D-73972FA0E54F}"/>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295A980B-FE58-4162-93B4-FB020D9BFBE3}"/>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1B4CDD36-5848-453A-BC12-DAED6A93B00F}"/>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B1E756D5-2A0A-4EA0-9466-4B0218718FC2}"/>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278EFE36-2AE1-4222-9CF2-FF2FB3125F32}"/>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F65D079F-829C-45A5-A389-EA3FDBFBE841}"/>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F62A13A1-C9D9-437C-9928-FA7C7A0FE844}"/>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8C815CA1-3F1F-4AC2-B9A9-A0680DEB5F8C}"/>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292CB60B-D667-465A-B5FC-0B25CD347AEB}"/>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4D298D32-EC95-4D0A-A04C-F2D8BF191F20}"/>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7397CD3D-028F-41B2-8678-57D24D2B4575}"/>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B3D5DB38-75F2-4F65-A789-C4BF3AB46A41}"/>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D3E12BFA-CBF3-4E84-B954-A43FFC1C4277}"/>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19E584AC-E232-4C88-87F6-5CA1B56E8208}"/>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6307B0B2-A706-4B9D-B7A4-9FF4D8CA9C6E}"/>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1B4BAEAE-184C-4090-A770-4CCBB6C4FF4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540794215"/>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77BF625A-0B9E-45AA-898A-AEFFB3CD4F2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e0c5386105c64a3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F76357F4-BBB2-469D-9F09-8CA234CDF6D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66A195C8-3D6F-4BD0-B6F0-170BF78F17D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07ADAA51-78DA-4A67-A1C7-7D11B6F4873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F90C1991-0673-496F-A106-C46200ACF5D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5CB2F653-93AE-402A-8454-16828F8BD34E}"/>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06E8A1F0-3046-44B7-9159-DC03035878AD}"/>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839BF9EC-FB75-4B4F-99F5-8B4ACC8DC7AE}"/>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7F3E5BA2-B2DA-4C18-9859-64F68E8F11C8}"/>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382C4035-2350-429D-BA79-A6B68B27E231}"/>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2168CB66-CD00-43B9-86BB-CD73E3FE789B}"/>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183A79C2-2007-444B-BB97-7AB8B0B5D7C6}"/>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7693DDCA-9BF6-4162-B96D-15C7E93EF8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371794902"/>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B8FF6838-D840-4845-87D8-052884B3343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ed0aa0ab373f46a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A93594D4-E541-4904-A426-E070E857996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41506553-F8D5-4F77-8A1F-DB582D119AD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64A54713-1A0F-4B88-A7E0-223B61F006C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11" name="19-text-2">
            <a:extLst xmlns:a="http://schemas.openxmlformats.org/drawingml/2006/main">
              <a:ext uri="{FF2B5EF4-FFF2-40B4-BE49-F238E27FC236}">
                <a16:creationId xmlns:a16="http://schemas.microsoft.com/office/drawing/2014/main" id="{3A202A63-7B79-4E8D-9E50-FF0B5BFAD07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12" name="19-text-3">
            <a:extLst xmlns:a="http://schemas.openxmlformats.org/drawingml/2006/main">
              <a:ext uri="{FF2B5EF4-FFF2-40B4-BE49-F238E27FC236}">
                <a16:creationId xmlns:a16="http://schemas.microsoft.com/office/drawing/2014/main" id="{4385EA1B-61D8-43B0-9B73-59FEE60C9DE8}"/>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13" name="19-text-4">
            <a:extLst xmlns:a="http://schemas.openxmlformats.org/drawingml/2006/main">
              <a:ext uri="{FF2B5EF4-FFF2-40B4-BE49-F238E27FC236}">
                <a16:creationId xmlns:a16="http://schemas.microsoft.com/office/drawing/2014/main" id="{F4E3E24C-CD79-429A-9CFC-44E534965220}"/>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14" name="19-text-5">
            <a:extLst xmlns:a="http://schemas.openxmlformats.org/drawingml/2006/main">
              <a:ext uri="{FF2B5EF4-FFF2-40B4-BE49-F238E27FC236}">
                <a16:creationId xmlns:a16="http://schemas.microsoft.com/office/drawing/2014/main" id="{A8548CF7-1EAC-4B9E-9BCE-F1562071E010}"/>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15" name="19-text-6">
            <a:extLst xmlns:a="http://schemas.openxmlformats.org/drawingml/2006/main">
              <a:ext uri="{FF2B5EF4-FFF2-40B4-BE49-F238E27FC236}">
                <a16:creationId xmlns:a16="http://schemas.microsoft.com/office/drawing/2014/main" id="{84E6A7B0-F6C8-47D2-AB55-A8BBAD3B6C13}"/>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16" name="19-text-7">
            <a:extLst xmlns:a="http://schemas.openxmlformats.org/drawingml/2006/main">
              <a:ext uri="{FF2B5EF4-FFF2-40B4-BE49-F238E27FC236}">
                <a16:creationId xmlns:a16="http://schemas.microsoft.com/office/drawing/2014/main" id="{22931C74-EB93-4DAB-8819-3E0B1977214B}"/>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17" name="19-text-8">
            <a:extLst xmlns:a="http://schemas.openxmlformats.org/drawingml/2006/main">
              <a:ext uri="{FF2B5EF4-FFF2-40B4-BE49-F238E27FC236}">
                <a16:creationId xmlns:a16="http://schemas.microsoft.com/office/drawing/2014/main" id="{F4EC2203-01B8-458C-B99F-CEDB98C0E6C0}"/>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18" name="19-text-9">
            <a:extLst xmlns:a="http://schemas.openxmlformats.org/drawingml/2006/main">
              <a:ext uri="{FF2B5EF4-FFF2-40B4-BE49-F238E27FC236}">
                <a16:creationId xmlns:a16="http://schemas.microsoft.com/office/drawing/2014/main" id="{DE47CFB9-CF46-4D8F-9F7A-4648634C880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19-text-10">
            <a:extLst xmlns:a="http://schemas.openxmlformats.org/drawingml/2006/main">
              <a:ext uri="{FF2B5EF4-FFF2-40B4-BE49-F238E27FC236}">
                <a16:creationId xmlns:a16="http://schemas.microsoft.com/office/drawing/2014/main" id="{B91A91E1-B06D-4BA7-A90B-7843EA74030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0" name="narrative-number">
            <a:extLst xmlns:a="http://schemas.openxmlformats.org/drawingml/2006/main">
              <a:ext uri="{FF2B5EF4-FFF2-40B4-BE49-F238E27FC236}">
                <a16:creationId xmlns:a16="http://schemas.microsoft.com/office/drawing/2014/main" id="{D49E4045-24E0-46AD-B58B-1C2B587C26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859711990"/>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E95B047D-D192-4179-AEBE-A8936083859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8" name="mini-map"/>
          <p:cNvPicPr>
            <a:picLocks xmlns:a="http://schemas.openxmlformats.org/drawingml/2006/main" noChangeAspect="1"/>
          </p:cNvPicPr>
          <p:nvPr/>
        </p:nvPicPr>
        <p:blipFill>
          <a:blip xmlns:r="http://schemas.openxmlformats.org/officeDocument/2006/relationships" xmlns:a="http://schemas.openxmlformats.org/drawingml/2006/main" r:embed="R99fa0e1afe8a48c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6B4BF38C-2A59-43C5-BE5F-52834004F9C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4" name="header-divider">
            <a:extLst xmlns:a="http://schemas.openxmlformats.org/drawingml/2006/main">
              <a:ext uri="{FF2B5EF4-FFF2-40B4-BE49-F238E27FC236}">
                <a16:creationId xmlns:a16="http://schemas.microsoft.com/office/drawing/2014/main" id="{B7511B10-1CEC-4EE8-A148-0A0C5773CF3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0-text-1">
            <a:extLst xmlns:a="http://schemas.openxmlformats.org/drawingml/2006/main">
              <a:ext uri="{FF2B5EF4-FFF2-40B4-BE49-F238E27FC236}">
                <a16:creationId xmlns:a16="http://schemas.microsoft.com/office/drawing/2014/main" id="{FF8E91AD-8656-4238-A8DE-17A96689AF1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6" name="20-text-2">
            <a:extLst xmlns:a="http://schemas.openxmlformats.org/drawingml/2006/main">
              <a:ext uri="{FF2B5EF4-FFF2-40B4-BE49-F238E27FC236}">
                <a16:creationId xmlns:a16="http://schemas.microsoft.com/office/drawing/2014/main" id="{A5F6DCC4-4F36-493C-89AD-5CC752E31274}"/>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7" name="20-text-3">
            <a:extLst xmlns:a="http://schemas.openxmlformats.org/drawingml/2006/main">
              <a:ext uri="{FF2B5EF4-FFF2-40B4-BE49-F238E27FC236}">
                <a16:creationId xmlns:a16="http://schemas.microsoft.com/office/drawing/2014/main" id="{3978B344-09AF-4297-81D5-E49C8D8BD107}"/>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8" name="20-text-4">
            <a:extLst xmlns:a="http://schemas.openxmlformats.org/drawingml/2006/main">
              <a:ext uri="{FF2B5EF4-FFF2-40B4-BE49-F238E27FC236}">
                <a16:creationId xmlns:a16="http://schemas.microsoft.com/office/drawing/2014/main" id="{AA4C4D9F-0876-43E7-A653-5000DBE28EF1}"/>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9" name="20-text-5">
            <a:extLst xmlns:a="http://schemas.openxmlformats.org/drawingml/2006/main">
              <a:ext uri="{FF2B5EF4-FFF2-40B4-BE49-F238E27FC236}">
                <a16:creationId xmlns:a16="http://schemas.microsoft.com/office/drawing/2014/main" id="{7D3C7917-003E-4666-89E3-1EFE1E9945C1}"/>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0" name="20-text-6">
            <a:extLst xmlns:a="http://schemas.openxmlformats.org/drawingml/2006/main">
              <a:ext uri="{FF2B5EF4-FFF2-40B4-BE49-F238E27FC236}">
                <a16:creationId xmlns:a16="http://schemas.microsoft.com/office/drawing/2014/main" id="{BABA96A0-9C34-4941-83CF-9F98C25994D6}"/>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1" name="20-text-7">
            <a:extLst xmlns:a="http://schemas.openxmlformats.org/drawingml/2006/main">
              <a:ext uri="{FF2B5EF4-FFF2-40B4-BE49-F238E27FC236}">
                <a16:creationId xmlns:a16="http://schemas.microsoft.com/office/drawing/2014/main" id="{9B554881-C09A-4082-BCC4-0292B4E2F6C2}"/>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2" name="20-text-8">
            <a:extLst xmlns:a="http://schemas.openxmlformats.org/drawingml/2006/main">
              <a:ext uri="{FF2B5EF4-FFF2-40B4-BE49-F238E27FC236}">
                <a16:creationId xmlns:a16="http://schemas.microsoft.com/office/drawing/2014/main" id="{B6C5EA2A-2460-476B-9D66-316853E121D5}"/>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3" name="20-text-9">
            <a:extLst xmlns:a="http://schemas.openxmlformats.org/drawingml/2006/main">
              <a:ext uri="{FF2B5EF4-FFF2-40B4-BE49-F238E27FC236}">
                <a16:creationId xmlns:a16="http://schemas.microsoft.com/office/drawing/2014/main" id="{91C2573B-EB9E-4BCD-83BD-2EDF1D6F6B79}"/>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4" name="20-text-10">
            <a:extLst xmlns:a="http://schemas.openxmlformats.org/drawingml/2006/main">
              <a:ext uri="{FF2B5EF4-FFF2-40B4-BE49-F238E27FC236}">
                <a16:creationId xmlns:a16="http://schemas.microsoft.com/office/drawing/2014/main" id="{6681E610-023F-4256-A733-3F3781CD56B4}"/>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5" name="20-text-11">
            <a:extLst xmlns:a="http://schemas.openxmlformats.org/drawingml/2006/main">
              <a:ext uri="{FF2B5EF4-FFF2-40B4-BE49-F238E27FC236}">
                <a16:creationId xmlns:a16="http://schemas.microsoft.com/office/drawing/2014/main" id="{48718A01-F9B6-4788-B426-E7A0C89EF78E}"/>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6" name="narrative-number">
            <a:extLst xmlns:a="http://schemas.openxmlformats.org/drawingml/2006/main">
              <a:ext uri="{FF2B5EF4-FFF2-40B4-BE49-F238E27FC236}">
                <a16:creationId xmlns:a16="http://schemas.microsoft.com/office/drawing/2014/main" id="{1B08AB45-B885-4C14-919F-600BE056F5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350277102"/>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7" name="!!area-name">
            <a:extLst xmlns:a="http://schemas.openxmlformats.org/drawingml/2006/main">
              <a:ext uri="{FF2B5EF4-FFF2-40B4-BE49-F238E27FC236}">
                <a16:creationId xmlns:a16="http://schemas.microsoft.com/office/drawing/2014/main" id="{1F9C67BB-C04B-4224-AF02-AAAD84C4640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9ec26228860f40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9" name="header-divider">
            <a:extLst xmlns:a="http://schemas.openxmlformats.org/drawingml/2006/main">
              <a:ext uri="{FF2B5EF4-FFF2-40B4-BE49-F238E27FC236}">
                <a16:creationId xmlns:a16="http://schemas.microsoft.com/office/drawing/2014/main" id="{772C2798-86AE-4E08-9954-B5064673C01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1-text-1">
            <a:extLst xmlns:a="http://schemas.openxmlformats.org/drawingml/2006/main">
              <a:ext uri="{FF2B5EF4-FFF2-40B4-BE49-F238E27FC236}">
                <a16:creationId xmlns:a16="http://schemas.microsoft.com/office/drawing/2014/main" id="{4D087462-22AB-4B5D-AACB-18608856AED3}"/>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1" name="21-text-2">
            <a:extLst xmlns:a="http://schemas.openxmlformats.org/drawingml/2006/main">
              <a:ext uri="{FF2B5EF4-FFF2-40B4-BE49-F238E27FC236}">
                <a16:creationId xmlns:a16="http://schemas.microsoft.com/office/drawing/2014/main" id="{5C68F3B2-F040-4962-B994-CD76ACB4367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2" name="21-text-3">
            <a:extLst xmlns:a="http://schemas.openxmlformats.org/drawingml/2006/main">
              <a:ext uri="{FF2B5EF4-FFF2-40B4-BE49-F238E27FC236}">
                <a16:creationId xmlns:a16="http://schemas.microsoft.com/office/drawing/2014/main" id="{30949940-583F-40DA-86AD-7809C7913AF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1" name="21-image-4"/>
          <p:cNvPicPr>
            <a:picLocks xmlns:a="http://schemas.openxmlformats.org/drawingml/2006/main" noChangeAspect="1"/>
          </p:cNvPicPr>
          <p:nvPr/>
        </p:nvPicPr>
        <p:blipFill>
          <a:blip xmlns:r="http://schemas.openxmlformats.org/officeDocument/2006/relationships" xmlns:a="http://schemas.openxmlformats.org/drawingml/2006/main" r:embed="R319990c05b184f1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4" name="narrative-number">
            <a:extLst xmlns:a="http://schemas.openxmlformats.org/drawingml/2006/main">
              <a:ext uri="{FF2B5EF4-FFF2-40B4-BE49-F238E27FC236}">
                <a16:creationId xmlns:a16="http://schemas.microsoft.com/office/drawing/2014/main" id="{0E565131-381E-4D57-A553-B59C779F5B3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838056372"/>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4314594B-16AF-44B2-BE2B-E1222C80B6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3" name="mini-map"/>
          <p:cNvPicPr>
            <a:picLocks xmlns:a="http://schemas.openxmlformats.org/drawingml/2006/main" noChangeAspect="1"/>
          </p:cNvPicPr>
          <p:nvPr/>
        </p:nvPicPr>
        <p:blipFill>
          <a:blip xmlns:r="http://schemas.openxmlformats.org/officeDocument/2006/relationships" xmlns:a="http://schemas.openxmlformats.org/drawingml/2006/main" r:embed="R683442463a2b4e6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C680BDBA-F2DB-49A2-817D-7ED31A0D637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48" name="header-divider">
            <a:extLst xmlns:a="http://schemas.openxmlformats.org/drawingml/2006/main">
              <a:ext uri="{FF2B5EF4-FFF2-40B4-BE49-F238E27FC236}">
                <a16:creationId xmlns:a16="http://schemas.microsoft.com/office/drawing/2014/main" id="{D019F5D4-D334-454E-966F-8CECB13382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2-text-1">
            <a:extLst xmlns:a="http://schemas.openxmlformats.org/drawingml/2006/main">
              <a:ext uri="{FF2B5EF4-FFF2-40B4-BE49-F238E27FC236}">
                <a16:creationId xmlns:a16="http://schemas.microsoft.com/office/drawing/2014/main" id="{CAE72218-1C84-495F-B7D4-D1FFA436A383}"/>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50" name="22-text-2">
            <a:extLst xmlns:a="http://schemas.openxmlformats.org/drawingml/2006/main">
              <a:ext uri="{FF2B5EF4-FFF2-40B4-BE49-F238E27FC236}">
                <a16:creationId xmlns:a16="http://schemas.microsoft.com/office/drawing/2014/main" id="{50391DA5-50AC-407A-B269-1BE62AB3B891}"/>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51" name="22-text-3">
            <a:extLst xmlns:a="http://schemas.openxmlformats.org/drawingml/2006/main">
              <a:ext uri="{FF2B5EF4-FFF2-40B4-BE49-F238E27FC236}">
                <a16:creationId xmlns:a16="http://schemas.microsoft.com/office/drawing/2014/main" id="{7C34B3EE-3D75-49E2-9A0A-70A1D4CD415C}"/>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2" name="22-text-4">
            <a:extLst xmlns:a="http://schemas.openxmlformats.org/drawingml/2006/main">
              <a:ext uri="{FF2B5EF4-FFF2-40B4-BE49-F238E27FC236}">
                <a16:creationId xmlns:a16="http://schemas.microsoft.com/office/drawing/2014/main" id="{3765B76D-14B4-490F-A3F0-1A13DA1332D7}"/>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53" name="22-text-5">
            <a:extLst xmlns:a="http://schemas.openxmlformats.org/drawingml/2006/main">
              <a:ext uri="{FF2B5EF4-FFF2-40B4-BE49-F238E27FC236}">
                <a16:creationId xmlns:a16="http://schemas.microsoft.com/office/drawing/2014/main" id="{EBE41B06-CB9C-4F7F-9BE7-9457ABB2E80C}"/>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54" name="22-text-6">
            <a:extLst xmlns:a="http://schemas.openxmlformats.org/drawingml/2006/main">
              <a:ext uri="{FF2B5EF4-FFF2-40B4-BE49-F238E27FC236}">
                <a16:creationId xmlns:a16="http://schemas.microsoft.com/office/drawing/2014/main" id="{64E6009E-4D16-46BB-B514-3A54FD7F7959}"/>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55" name="22-line-8">
            <a:extLst xmlns:a="http://schemas.openxmlformats.org/drawingml/2006/main">
              <a:ext uri="{FF2B5EF4-FFF2-40B4-BE49-F238E27FC236}">
                <a16:creationId xmlns:a16="http://schemas.microsoft.com/office/drawing/2014/main" id="{2ED129EB-5812-49F9-8C7B-7F1FA9115F75}"/>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6" name="22-line-10">
            <a:extLst xmlns:a="http://schemas.openxmlformats.org/drawingml/2006/main">
              <a:ext uri="{FF2B5EF4-FFF2-40B4-BE49-F238E27FC236}">
                <a16:creationId xmlns:a16="http://schemas.microsoft.com/office/drawing/2014/main" id="{A4C872F3-5328-4FB3-96C6-132F3DAFDFA4}"/>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7" name="22-text-11">
            <a:extLst xmlns:a="http://schemas.openxmlformats.org/drawingml/2006/main">
              <a:ext uri="{FF2B5EF4-FFF2-40B4-BE49-F238E27FC236}">
                <a16:creationId xmlns:a16="http://schemas.microsoft.com/office/drawing/2014/main" id="{93DA20B1-6E6D-4069-8515-931C4C0B55AE}"/>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58" name="22-text-12">
            <a:extLst xmlns:a="http://schemas.openxmlformats.org/drawingml/2006/main">
              <a:ext uri="{FF2B5EF4-FFF2-40B4-BE49-F238E27FC236}">
                <a16:creationId xmlns:a16="http://schemas.microsoft.com/office/drawing/2014/main" id="{34B84ACB-0C22-48B6-9A4B-CB8010E78433}"/>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59" name="22-text-13">
            <a:extLst xmlns:a="http://schemas.openxmlformats.org/drawingml/2006/main">
              <a:ext uri="{FF2B5EF4-FFF2-40B4-BE49-F238E27FC236}">
                <a16:creationId xmlns:a16="http://schemas.microsoft.com/office/drawing/2014/main" id="{1BD7AB27-788A-4F29-806D-CE9AE5901FF3}"/>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60" name="22-text-14">
            <a:extLst xmlns:a="http://schemas.openxmlformats.org/drawingml/2006/main">
              <a:ext uri="{FF2B5EF4-FFF2-40B4-BE49-F238E27FC236}">
                <a16:creationId xmlns:a16="http://schemas.microsoft.com/office/drawing/2014/main" id="{807CB1BD-C6E2-4E8D-8E5C-5CF0D1284E25}"/>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61" name="narrative-number">
            <a:extLst xmlns:a="http://schemas.openxmlformats.org/drawingml/2006/main">
              <a:ext uri="{FF2B5EF4-FFF2-40B4-BE49-F238E27FC236}">
                <a16:creationId xmlns:a16="http://schemas.microsoft.com/office/drawing/2014/main" id="{B5AF35FB-9DFA-4D67-B7FF-480D856D09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726266120"/>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2" name="!!area-name">
            <a:extLst xmlns:a="http://schemas.openxmlformats.org/drawingml/2006/main">
              <a:ext uri="{FF2B5EF4-FFF2-40B4-BE49-F238E27FC236}">
                <a16:creationId xmlns:a16="http://schemas.microsoft.com/office/drawing/2014/main" id="{D18CF495-0789-47D0-910E-26E6FD50C0F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73" name="mini-map"/>
          <p:cNvPicPr>
            <a:picLocks xmlns:a="http://schemas.openxmlformats.org/drawingml/2006/main" noChangeAspect="1"/>
          </p:cNvPicPr>
          <p:nvPr/>
        </p:nvPicPr>
        <p:blipFill>
          <a:blip xmlns:r="http://schemas.openxmlformats.org/officeDocument/2006/relationships" xmlns:a="http://schemas.openxmlformats.org/drawingml/2006/main" r:embed="R3f2209337f834c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4" name="slide-title">
            <a:extLst xmlns:a="http://schemas.openxmlformats.org/drawingml/2006/main">
              <a:ext uri="{FF2B5EF4-FFF2-40B4-BE49-F238E27FC236}">
                <a16:creationId xmlns:a16="http://schemas.microsoft.com/office/drawing/2014/main" id="{ABEE92A9-8301-4441-9470-4C403D4900A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65" name="header-divider">
            <a:extLst xmlns:a="http://schemas.openxmlformats.org/drawingml/2006/main">
              <a:ext uri="{FF2B5EF4-FFF2-40B4-BE49-F238E27FC236}">
                <a16:creationId xmlns:a16="http://schemas.microsoft.com/office/drawing/2014/main" id="{E603CB51-B009-447B-BF18-30CFFC842DE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6" name="23-text-1">
            <a:extLst xmlns:a="http://schemas.openxmlformats.org/drawingml/2006/main">
              <a:ext uri="{FF2B5EF4-FFF2-40B4-BE49-F238E27FC236}">
                <a16:creationId xmlns:a16="http://schemas.microsoft.com/office/drawing/2014/main" id="{2AB0D1A1-5C08-471D-A883-2E87DEDFEBB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67" name="23-text-2">
            <a:extLst xmlns:a="http://schemas.openxmlformats.org/drawingml/2006/main">
              <a:ext uri="{FF2B5EF4-FFF2-40B4-BE49-F238E27FC236}">
                <a16:creationId xmlns:a16="http://schemas.microsoft.com/office/drawing/2014/main" id="{D217C51C-D014-4BC2-B3AC-6F546E86EB0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78"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9" name="23-text-4">
            <a:extLst xmlns:a="http://schemas.openxmlformats.org/drawingml/2006/main">
              <a:ext uri="{FF2B5EF4-FFF2-40B4-BE49-F238E27FC236}">
                <a16:creationId xmlns:a16="http://schemas.microsoft.com/office/drawing/2014/main" id="{0D795A85-2C5F-4B63-BE8B-9FB272E46F20}"/>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70" name="23-text-5">
            <a:extLst xmlns:a="http://schemas.openxmlformats.org/drawingml/2006/main">
              <a:ext uri="{FF2B5EF4-FFF2-40B4-BE49-F238E27FC236}">
                <a16:creationId xmlns:a16="http://schemas.microsoft.com/office/drawing/2014/main" id="{E5933CDA-766D-442B-902D-53FBF84B580E}"/>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71" name="narrative-number">
            <a:extLst xmlns:a="http://schemas.openxmlformats.org/drawingml/2006/main">
              <a:ext uri="{FF2B5EF4-FFF2-40B4-BE49-F238E27FC236}">
                <a16:creationId xmlns:a16="http://schemas.microsoft.com/office/drawing/2014/main" id="{FD8B2F91-023F-4A57-9F69-38633DF92A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712110715"/>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2" name="!!area-name">
            <a:extLst xmlns:a="http://schemas.openxmlformats.org/drawingml/2006/main">
              <a:ext uri="{FF2B5EF4-FFF2-40B4-BE49-F238E27FC236}">
                <a16:creationId xmlns:a16="http://schemas.microsoft.com/office/drawing/2014/main" id="{E63384B0-DF7F-4099-898D-A017240862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6" name="mini-map"/>
          <p:cNvPicPr>
            <a:picLocks xmlns:a="http://schemas.openxmlformats.org/drawingml/2006/main" noChangeAspect="1"/>
          </p:cNvPicPr>
          <p:nvPr/>
        </p:nvPicPr>
        <p:blipFill>
          <a:blip xmlns:r="http://schemas.openxmlformats.org/officeDocument/2006/relationships" xmlns:a="http://schemas.openxmlformats.org/drawingml/2006/main" r:embed="R291efbd3e7694c1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4" name="slide-title">
            <a:extLst xmlns:a="http://schemas.openxmlformats.org/drawingml/2006/main">
              <a:ext uri="{FF2B5EF4-FFF2-40B4-BE49-F238E27FC236}">
                <a16:creationId xmlns:a16="http://schemas.microsoft.com/office/drawing/2014/main" id="{45BA3F61-5253-4C82-99FB-97DEA4F006D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5" name="header-divider">
            <a:extLst xmlns:a="http://schemas.openxmlformats.org/drawingml/2006/main">
              <a:ext uri="{FF2B5EF4-FFF2-40B4-BE49-F238E27FC236}">
                <a16:creationId xmlns:a16="http://schemas.microsoft.com/office/drawing/2014/main" id="{C13EA101-9E37-4F25-8CDC-554DC88B6ED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6" name="24-text-1">
            <a:extLst xmlns:a="http://schemas.openxmlformats.org/drawingml/2006/main">
              <a:ext uri="{FF2B5EF4-FFF2-40B4-BE49-F238E27FC236}">
                <a16:creationId xmlns:a16="http://schemas.microsoft.com/office/drawing/2014/main" id="{42654582-AC91-4B78-A4A1-1AD78AAAC3A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77" name="24-text-2">
            <a:extLst xmlns:a="http://schemas.openxmlformats.org/drawingml/2006/main">
              <a:ext uri="{FF2B5EF4-FFF2-40B4-BE49-F238E27FC236}">
                <a16:creationId xmlns:a16="http://schemas.microsoft.com/office/drawing/2014/main" id="{E32C4DD9-35E8-4449-B0EA-36153E0C5A6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78" name="24-text-3">
            <a:extLst xmlns:a="http://schemas.openxmlformats.org/drawingml/2006/main">
              <a:ext uri="{FF2B5EF4-FFF2-40B4-BE49-F238E27FC236}">
                <a16:creationId xmlns:a16="http://schemas.microsoft.com/office/drawing/2014/main" id="{3D285F57-0C46-4A66-AD96-06409505E2C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9" name="24-text-4">
            <a:extLst xmlns:a="http://schemas.openxmlformats.org/drawingml/2006/main">
              <a:ext uri="{FF2B5EF4-FFF2-40B4-BE49-F238E27FC236}">
                <a16:creationId xmlns:a16="http://schemas.microsoft.com/office/drawing/2014/main" id="{15BACED1-3F5A-49B0-BFA0-A0DF0AC1BC4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80" name="24-text-5">
            <a:extLst xmlns:a="http://schemas.openxmlformats.org/drawingml/2006/main">
              <a:ext uri="{FF2B5EF4-FFF2-40B4-BE49-F238E27FC236}">
                <a16:creationId xmlns:a16="http://schemas.microsoft.com/office/drawing/2014/main" id="{A266EE47-7B06-43D0-9FEE-B452CBAF020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81" name="24-text-6">
            <a:extLst xmlns:a="http://schemas.openxmlformats.org/drawingml/2006/main">
              <a:ext uri="{FF2B5EF4-FFF2-40B4-BE49-F238E27FC236}">
                <a16:creationId xmlns:a16="http://schemas.microsoft.com/office/drawing/2014/main" id="{9E2011F0-9366-4E3D-9E17-5F87CB39890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82" name="24-text-7">
            <a:extLst xmlns:a="http://schemas.openxmlformats.org/drawingml/2006/main">
              <a:ext uri="{FF2B5EF4-FFF2-40B4-BE49-F238E27FC236}">
                <a16:creationId xmlns:a16="http://schemas.microsoft.com/office/drawing/2014/main" id="{03EBAA30-D7C3-44B9-9AEE-3FB41645DCB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83" name="24-text-8">
            <a:extLst xmlns:a="http://schemas.openxmlformats.org/drawingml/2006/main">
              <a:ext uri="{FF2B5EF4-FFF2-40B4-BE49-F238E27FC236}">
                <a16:creationId xmlns:a16="http://schemas.microsoft.com/office/drawing/2014/main" id="{B312BFAA-CD95-47A9-85C1-80728CB1113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4" name="narrative-number">
            <a:extLst xmlns:a="http://schemas.openxmlformats.org/drawingml/2006/main">
              <a:ext uri="{FF2B5EF4-FFF2-40B4-BE49-F238E27FC236}">
                <a16:creationId xmlns:a16="http://schemas.microsoft.com/office/drawing/2014/main" id="{9948A0FF-64A4-4E69-8993-25FECE9CD9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561383755"/>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5" name="!!area-name">
            <a:extLst xmlns:a="http://schemas.openxmlformats.org/drawingml/2006/main">
              <a:ext uri="{FF2B5EF4-FFF2-40B4-BE49-F238E27FC236}">
                <a16:creationId xmlns:a16="http://schemas.microsoft.com/office/drawing/2014/main" id="{483DD1D8-907D-436E-9647-087225727C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9" name="mini-map"/>
          <p:cNvPicPr>
            <a:picLocks xmlns:a="http://schemas.openxmlformats.org/drawingml/2006/main" noChangeAspect="1"/>
          </p:cNvPicPr>
          <p:nvPr/>
        </p:nvPicPr>
        <p:blipFill>
          <a:blip xmlns:r="http://schemas.openxmlformats.org/officeDocument/2006/relationships" xmlns:a="http://schemas.openxmlformats.org/drawingml/2006/main" r:embed="R0ae22c328d2c49b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7" name="slide-title">
            <a:extLst xmlns:a="http://schemas.openxmlformats.org/drawingml/2006/main">
              <a:ext uri="{FF2B5EF4-FFF2-40B4-BE49-F238E27FC236}">
                <a16:creationId xmlns:a16="http://schemas.microsoft.com/office/drawing/2014/main" id="{3CC8DF4C-B983-43BA-81F1-32829C38871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8" name="header-divider">
            <a:extLst xmlns:a="http://schemas.openxmlformats.org/drawingml/2006/main">
              <a:ext uri="{FF2B5EF4-FFF2-40B4-BE49-F238E27FC236}">
                <a16:creationId xmlns:a16="http://schemas.microsoft.com/office/drawing/2014/main" id="{CA65E66F-D46D-4C11-AAA1-B396496B7D5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9" name="25-text-1">
            <a:extLst xmlns:a="http://schemas.openxmlformats.org/drawingml/2006/main">
              <a:ext uri="{FF2B5EF4-FFF2-40B4-BE49-F238E27FC236}">
                <a16:creationId xmlns:a16="http://schemas.microsoft.com/office/drawing/2014/main" id="{2A5F31C1-DEF2-44C2-8379-8B83F345C9F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90" name="25-text-2">
            <a:extLst xmlns:a="http://schemas.openxmlformats.org/drawingml/2006/main">
              <a:ext uri="{FF2B5EF4-FFF2-40B4-BE49-F238E27FC236}">
                <a16:creationId xmlns:a16="http://schemas.microsoft.com/office/drawing/2014/main" id="{3669E9A5-88CD-49AC-BB9A-F3718E746AC1}"/>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91" name="25-text-3">
            <a:extLst xmlns:a="http://schemas.openxmlformats.org/drawingml/2006/main">
              <a:ext uri="{FF2B5EF4-FFF2-40B4-BE49-F238E27FC236}">
                <a16:creationId xmlns:a16="http://schemas.microsoft.com/office/drawing/2014/main" id="{A35CFBD7-3FC0-421B-B40A-9ECAA6B29ACD}"/>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5"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93" name="25-text-5">
            <a:extLst xmlns:a="http://schemas.openxmlformats.org/drawingml/2006/main">
              <a:ext uri="{FF2B5EF4-FFF2-40B4-BE49-F238E27FC236}">
                <a16:creationId xmlns:a16="http://schemas.microsoft.com/office/drawing/2014/main" id="{9E23FC23-79CA-4D27-B50B-E9EC20790E81}"/>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4" name="25-text-6">
            <a:extLst xmlns:a="http://schemas.openxmlformats.org/drawingml/2006/main">
              <a:ext uri="{FF2B5EF4-FFF2-40B4-BE49-F238E27FC236}">
                <a16:creationId xmlns:a16="http://schemas.microsoft.com/office/drawing/2014/main" id="{0BE81284-DD7E-4B86-8924-707A50D77769}"/>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5" name="25-text-7">
            <a:extLst xmlns:a="http://schemas.openxmlformats.org/drawingml/2006/main">
              <a:ext uri="{FF2B5EF4-FFF2-40B4-BE49-F238E27FC236}">
                <a16:creationId xmlns:a16="http://schemas.microsoft.com/office/drawing/2014/main" id="{58F6563B-DEC3-4783-B27F-CFCA55963B92}"/>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6" name="25-text-8">
            <a:extLst xmlns:a="http://schemas.openxmlformats.org/drawingml/2006/main">
              <a:ext uri="{FF2B5EF4-FFF2-40B4-BE49-F238E27FC236}">
                <a16:creationId xmlns:a16="http://schemas.microsoft.com/office/drawing/2014/main" id="{20FEDC71-FB45-48D9-8D3E-7E0A4F67D774}"/>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7" name="narrative-number">
            <a:extLst xmlns:a="http://schemas.openxmlformats.org/drawingml/2006/main">
              <a:ext uri="{FF2B5EF4-FFF2-40B4-BE49-F238E27FC236}">
                <a16:creationId xmlns:a16="http://schemas.microsoft.com/office/drawing/2014/main" id="{FCDB4C65-FF6D-4476-8D6C-5234C2F570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712757221"/>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8" name="!!area-name">
            <a:extLst xmlns:a="http://schemas.openxmlformats.org/drawingml/2006/main">
              <a:ext uri="{FF2B5EF4-FFF2-40B4-BE49-F238E27FC236}">
                <a16:creationId xmlns:a16="http://schemas.microsoft.com/office/drawing/2014/main" id="{AA52B059-C52F-41EF-B9F1-1C005E0995D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28a6f76b47b0403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0" name="header-divider">
            <a:extLst xmlns:a="http://schemas.openxmlformats.org/drawingml/2006/main">
              <a:ext uri="{FF2B5EF4-FFF2-40B4-BE49-F238E27FC236}">
                <a16:creationId xmlns:a16="http://schemas.microsoft.com/office/drawing/2014/main" id="{4C9D59E0-C038-4B8D-ABED-0261157C402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1" name="26-text-1">
            <a:extLst xmlns:a="http://schemas.openxmlformats.org/drawingml/2006/main">
              <a:ext uri="{FF2B5EF4-FFF2-40B4-BE49-F238E27FC236}">
                <a16:creationId xmlns:a16="http://schemas.microsoft.com/office/drawing/2014/main" id="{BC8B213D-52B4-48AB-9C86-070421BB791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302" name="26-text-2">
            <a:extLst xmlns:a="http://schemas.openxmlformats.org/drawingml/2006/main">
              <a:ext uri="{FF2B5EF4-FFF2-40B4-BE49-F238E27FC236}">
                <a16:creationId xmlns:a16="http://schemas.microsoft.com/office/drawing/2014/main" id="{2E34F88D-FADE-44DE-88B5-D07BB165015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303" name="26-text-3">
            <a:extLst xmlns:a="http://schemas.openxmlformats.org/drawingml/2006/main">
              <a:ext uri="{FF2B5EF4-FFF2-40B4-BE49-F238E27FC236}">
                <a16:creationId xmlns:a16="http://schemas.microsoft.com/office/drawing/2014/main" id="{16609079-824D-4FAC-BF08-5B75D89BA050}"/>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12" name="26-image-4"/>
          <p:cNvPicPr>
            <a:picLocks xmlns:a="http://schemas.openxmlformats.org/drawingml/2006/main" noChangeAspect="1"/>
          </p:cNvPicPr>
          <p:nvPr/>
        </p:nvPicPr>
        <p:blipFill>
          <a:blip xmlns:r="http://schemas.openxmlformats.org/officeDocument/2006/relationships" xmlns:a="http://schemas.openxmlformats.org/drawingml/2006/main" r:embed="R65e24bb71ff4441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5" name="narrative-number">
            <a:extLst xmlns:a="http://schemas.openxmlformats.org/drawingml/2006/main">
              <a:ext uri="{FF2B5EF4-FFF2-40B4-BE49-F238E27FC236}">
                <a16:creationId xmlns:a16="http://schemas.microsoft.com/office/drawing/2014/main" id="{72F2E2BD-AA88-49DF-9629-FE79F2EBD8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966338386"/>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963FF8CD-0434-464D-BC82-819DF03F310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43" name="mini-map"/>
          <p:cNvPicPr>
            <a:picLocks xmlns:a="http://schemas.openxmlformats.org/drawingml/2006/main" noChangeAspect="1"/>
          </p:cNvPicPr>
          <p:nvPr/>
        </p:nvPicPr>
        <p:blipFill>
          <a:blip xmlns:r="http://schemas.openxmlformats.org/officeDocument/2006/relationships" xmlns:a="http://schemas.openxmlformats.org/drawingml/2006/main" r:embed="R64813ce05a3543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38CA1620-0ECF-4623-B626-2C75E0269CA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9" name="header-divider">
            <a:extLst xmlns:a="http://schemas.openxmlformats.org/drawingml/2006/main">
              <a:ext uri="{FF2B5EF4-FFF2-40B4-BE49-F238E27FC236}">
                <a16:creationId xmlns:a16="http://schemas.microsoft.com/office/drawing/2014/main" id="{654AD8FA-855F-48FB-9570-CD14C715924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27-text-1">
            <a:extLst xmlns:a="http://schemas.openxmlformats.org/drawingml/2006/main">
              <a:ext uri="{FF2B5EF4-FFF2-40B4-BE49-F238E27FC236}">
                <a16:creationId xmlns:a16="http://schemas.microsoft.com/office/drawing/2014/main" id="{15E429B1-284A-4E47-B01B-6FDA7D1F37B0}"/>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11" name="27-text-2">
            <a:extLst xmlns:a="http://schemas.openxmlformats.org/drawingml/2006/main">
              <a:ext uri="{FF2B5EF4-FFF2-40B4-BE49-F238E27FC236}">
                <a16:creationId xmlns:a16="http://schemas.microsoft.com/office/drawing/2014/main" id="{CC56433D-0723-41A3-AE1D-672F8E884347}"/>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12" name="27-text-3">
            <a:extLst xmlns:a="http://schemas.openxmlformats.org/drawingml/2006/main">
              <a:ext uri="{FF2B5EF4-FFF2-40B4-BE49-F238E27FC236}">
                <a16:creationId xmlns:a16="http://schemas.microsoft.com/office/drawing/2014/main" id="{561DA832-7A97-447A-A893-B0D3AE987ACF}"/>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13" name="27-text-4">
            <a:extLst xmlns:a="http://schemas.openxmlformats.org/drawingml/2006/main">
              <a:ext uri="{FF2B5EF4-FFF2-40B4-BE49-F238E27FC236}">
                <a16:creationId xmlns:a16="http://schemas.microsoft.com/office/drawing/2014/main" id="{EE76AF2A-58FC-4D6C-9E84-10074CF7E54D}"/>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14" name="27-text-5">
            <a:extLst xmlns:a="http://schemas.openxmlformats.org/drawingml/2006/main">
              <a:ext uri="{FF2B5EF4-FFF2-40B4-BE49-F238E27FC236}">
                <a16:creationId xmlns:a16="http://schemas.microsoft.com/office/drawing/2014/main" id="{E1247268-CDDD-456C-A125-9A27A4A5CC83}"/>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15" name="27-text-6">
            <a:extLst xmlns:a="http://schemas.openxmlformats.org/drawingml/2006/main">
              <a:ext uri="{FF2B5EF4-FFF2-40B4-BE49-F238E27FC236}">
                <a16:creationId xmlns:a16="http://schemas.microsoft.com/office/drawing/2014/main" id="{8F841516-60C4-42B8-B587-10EF14D6FCCC}"/>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16" name="27-text-7">
            <a:extLst xmlns:a="http://schemas.openxmlformats.org/drawingml/2006/main">
              <a:ext uri="{FF2B5EF4-FFF2-40B4-BE49-F238E27FC236}">
                <a16:creationId xmlns:a16="http://schemas.microsoft.com/office/drawing/2014/main" id="{F47E9BDD-F931-444C-ABD2-852048101B18}"/>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17" name="27-text-8">
            <a:extLst xmlns:a="http://schemas.openxmlformats.org/drawingml/2006/main">
              <a:ext uri="{FF2B5EF4-FFF2-40B4-BE49-F238E27FC236}">
                <a16:creationId xmlns:a16="http://schemas.microsoft.com/office/drawing/2014/main" id="{09B4C052-D7B0-4954-B2C3-57A4B7CB8EC4}"/>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18" name="27-text-9">
            <a:extLst xmlns:a="http://schemas.openxmlformats.org/drawingml/2006/main">
              <a:ext uri="{FF2B5EF4-FFF2-40B4-BE49-F238E27FC236}">
                <a16:creationId xmlns:a16="http://schemas.microsoft.com/office/drawing/2014/main" id="{971C3463-02FA-42D1-8916-C0686DCA754B}"/>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19" name="27-line-11">
            <a:extLst xmlns:a="http://schemas.openxmlformats.org/drawingml/2006/main">
              <a:ext uri="{FF2B5EF4-FFF2-40B4-BE49-F238E27FC236}">
                <a16:creationId xmlns:a16="http://schemas.microsoft.com/office/drawing/2014/main" id="{5B14E79E-BD46-47FB-9D48-E018D8B254DD}"/>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27-line-13">
            <a:extLst xmlns:a="http://schemas.openxmlformats.org/drawingml/2006/main">
              <a:ext uri="{FF2B5EF4-FFF2-40B4-BE49-F238E27FC236}">
                <a16:creationId xmlns:a16="http://schemas.microsoft.com/office/drawing/2014/main" id="{BCD2D5ED-AE5E-4E9C-B255-13418C34471A}"/>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1" name="27-line-15">
            <a:extLst xmlns:a="http://schemas.openxmlformats.org/drawingml/2006/main">
              <a:ext uri="{FF2B5EF4-FFF2-40B4-BE49-F238E27FC236}">
                <a16:creationId xmlns:a16="http://schemas.microsoft.com/office/drawing/2014/main" id="{29E42755-33E2-4DD8-8BA2-2E4D06B80FAD}"/>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2" name="27-line-17">
            <a:extLst xmlns:a="http://schemas.openxmlformats.org/drawingml/2006/main">
              <a:ext uri="{FF2B5EF4-FFF2-40B4-BE49-F238E27FC236}">
                <a16:creationId xmlns:a16="http://schemas.microsoft.com/office/drawing/2014/main" id="{497D19EB-57E9-44D4-AB78-EBD8BE467D4C}"/>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3" name="27-line-19">
            <a:extLst xmlns:a="http://schemas.openxmlformats.org/drawingml/2006/main">
              <a:ext uri="{FF2B5EF4-FFF2-40B4-BE49-F238E27FC236}">
                <a16:creationId xmlns:a16="http://schemas.microsoft.com/office/drawing/2014/main" id="{71AC6A3C-6B7C-47A5-9112-911AFCBA4176}"/>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inspect-stage">
            <a:extLst xmlns:a="http://schemas.openxmlformats.org/drawingml/2006/main">
              <a:ext uri="{FF2B5EF4-FFF2-40B4-BE49-F238E27FC236}">
                <a16:creationId xmlns:a16="http://schemas.microsoft.com/office/drawing/2014/main" id="{CCC02BF2-4AFC-4E7A-AA40-AC98BE1C6AC9}"/>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5" name="27-line-21">
            <a:extLst xmlns:a="http://schemas.openxmlformats.org/drawingml/2006/main">
              <a:ext uri="{FF2B5EF4-FFF2-40B4-BE49-F238E27FC236}">
                <a16:creationId xmlns:a16="http://schemas.microsoft.com/office/drawing/2014/main" id="{B7FEED75-C45B-419A-9E33-F56EE9498CE6}"/>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6" name="bounded-agent-loop">
            <a:extLst xmlns:a="http://schemas.openxmlformats.org/drawingml/2006/main">
              <a:ext uri="{FF2B5EF4-FFF2-40B4-BE49-F238E27FC236}">
                <a16:creationId xmlns:a16="http://schemas.microsoft.com/office/drawing/2014/main" id="{46A827BB-CBD9-4FB7-9738-980F6CA8B7C5}"/>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7" name="27-text-22">
            <a:extLst xmlns:a="http://schemas.openxmlformats.org/drawingml/2006/main">
              <a:ext uri="{FF2B5EF4-FFF2-40B4-BE49-F238E27FC236}">
                <a16:creationId xmlns:a16="http://schemas.microsoft.com/office/drawing/2014/main" id="{2D7D657E-0ABA-4D79-A9BB-A3A3CF136DCB}"/>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28" name="27-text-23">
            <a:extLst xmlns:a="http://schemas.openxmlformats.org/drawingml/2006/main">
              <a:ext uri="{FF2B5EF4-FFF2-40B4-BE49-F238E27FC236}">
                <a16:creationId xmlns:a16="http://schemas.microsoft.com/office/drawing/2014/main" id="{EA211554-0AAC-4198-AE98-B4985093602A}"/>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29" name="27-text-24">
            <a:extLst xmlns:a="http://schemas.openxmlformats.org/drawingml/2006/main">
              <a:ext uri="{FF2B5EF4-FFF2-40B4-BE49-F238E27FC236}">
                <a16:creationId xmlns:a16="http://schemas.microsoft.com/office/drawing/2014/main" id="{C89A9895-BDC1-4F4D-9BCB-593508660FE4}"/>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30" name="27-text-25">
            <a:extLst xmlns:a="http://schemas.openxmlformats.org/drawingml/2006/main">
              <a:ext uri="{FF2B5EF4-FFF2-40B4-BE49-F238E27FC236}">
                <a16:creationId xmlns:a16="http://schemas.microsoft.com/office/drawing/2014/main" id="{BB50D297-1623-4742-A2EE-2D39F590751B}"/>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31" name="27-text-26">
            <a:extLst xmlns:a="http://schemas.openxmlformats.org/drawingml/2006/main">
              <a:ext uri="{FF2B5EF4-FFF2-40B4-BE49-F238E27FC236}">
                <a16:creationId xmlns:a16="http://schemas.microsoft.com/office/drawing/2014/main" id="{B6A4442C-4942-4ADE-BC7A-6F62456548E4}"/>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32" name="27-text-27">
            <a:extLst xmlns:a="http://schemas.openxmlformats.org/drawingml/2006/main">
              <a:ext uri="{FF2B5EF4-FFF2-40B4-BE49-F238E27FC236}">
                <a16:creationId xmlns:a16="http://schemas.microsoft.com/office/drawing/2014/main" id="{D1DAAF4E-091C-43A6-8E3B-29FA4A2598F7}"/>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33" name="27-line-29">
            <a:extLst xmlns:a="http://schemas.openxmlformats.org/drawingml/2006/main">
              <a:ext uri="{FF2B5EF4-FFF2-40B4-BE49-F238E27FC236}">
                <a16:creationId xmlns:a16="http://schemas.microsoft.com/office/drawing/2014/main" id="{AFF83D24-1906-47E8-AB23-144D8E85197C}"/>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4" name="27-line-31">
            <a:extLst xmlns:a="http://schemas.openxmlformats.org/drawingml/2006/main">
              <a:ext uri="{FF2B5EF4-FFF2-40B4-BE49-F238E27FC236}">
                <a16:creationId xmlns:a16="http://schemas.microsoft.com/office/drawing/2014/main" id="{67D73F30-56A8-4187-BDAC-F2865E17F7AF}"/>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5" name="27-line-33">
            <a:extLst xmlns:a="http://schemas.openxmlformats.org/drawingml/2006/main">
              <a:ext uri="{FF2B5EF4-FFF2-40B4-BE49-F238E27FC236}">
                <a16:creationId xmlns:a16="http://schemas.microsoft.com/office/drawing/2014/main" id="{09C3F824-6C10-4B0A-B752-7BE0DB78B0D3}"/>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6" name="27-line-35">
            <a:extLst xmlns:a="http://schemas.openxmlformats.org/drawingml/2006/main">
              <a:ext uri="{FF2B5EF4-FFF2-40B4-BE49-F238E27FC236}">
                <a16:creationId xmlns:a16="http://schemas.microsoft.com/office/drawing/2014/main" id="{E31002E6-A98E-4389-8622-0FF4EF30CD97}"/>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37" name="27-line-37">
            <a:extLst xmlns:a="http://schemas.openxmlformats.org/drawingml/2006/main">
              <a:ext uri="{FF2B5EF4-FFF2-40B4-BE49-F238E27FC236}">
                <a16:creationId xmlns:a16="http://schemas.microsoft.com/office/drawing/2014/main" id="{F9587E47-A029-4FBB-8758-4AB0D305F97D}"/>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8" name="27-line-39">
            <a:extLst xmlns:a="http://schemas.openxmlformats.org/drawingml/2006/main">
              <a:ext uri="{FF2B5EF4-FFF2-40B4-BE49-F238E27FC236}">
                <a16:creationId xmlns:a16="http://schemas.microsoft.com/office/drawing/2014/main" id="{194D3703-E160-4816-8888-82E46F98C512}"/>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39" name="27-text-40">
            <a:extLst xmlns:a="http://schemas.openxmlformats.org/drawingml/2006/main">
              <a:ext uri="{FF2B5EF4-FFF2-40B4-BE49-F238E27FC236}">
                <a16:creationId xmlns:a16="http://schemas.microsoft.com/office/drawing/2014/main" id="{EF760177-4B81-42E7-9CD0-56A4F4E56CB5}"/>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40" name="27-text-41">
            <a:extLst xmlns:a="http://schemas.openxmlformats.org/drawingml/2006/main">
              <a:ext uri="{FF2B5EF4-FFF2-40B4-BE49-F238E27FC236}">
                <a16:creationId xmlns:a16="http://schemas.microsoft.com/office/drawing/2014/main" id="{443256E6-F9D3-44F2-A182-611CD5EBFB6D}"/>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41" name="narrative-number">
            <a:extLst xmlns:a="http://schemas.openxmlformats.org/drawingml/2006/main">
              <a:ext uri="{FF2B5EF4-FFF2-40B4-BE49-F238E27FC236}">
                <a16:creationId xmlns:a16="http://schemas.microsoft.com/office/drawing/2014/main" id="{F290C994-A9D1-4B05-A7A8-7E1BA77003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07606318"/>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2" name="!!area-name">
            <a:extLst xmlns:a="http://schemas.openxmlformats.org/drawingml/2006/main">
              <a:ext uri="{FF2B5EF4-FFF2-40B4-BE49-F238E27FC236}">
                <a16:creationId xmlns:a16="http://schemas.microsoft.com/office/drawing/2014/main" id="{60804948-DE2A-44FF-9A46-4EA71D3FE1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56" name="mini-map"/>
          <p:cNvPicPr>
            <a:picLocks xmlns:a="http://schemas.openxmlformats.org/drawingml/2006/main" noChangeAspect="1"/>
          </p:cNvPicPr>
          <p:nvPr/>
        </p:nvPicPr>
        <p:blipFill>
          <a:blip xmlns:r="http://schemas.openxmlformats.org/officeDocument/2006/relationships" xmlns:a="http://schemas.openxmlformats.org/drawingml/2006/main" r:embed="R23c9b4a3b58b45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4" name="slide-title">
            <a:extLst xmlns:a="http://schemas.openxmlformats.org/drawingml/2006/main">
              <a:ext uri="{FF2B5EF4-FFF2-40B4-BE49-F238E27FC236}">
                <a16:creationId xmlns:a16="http://schemas.microsoft.com/office/drawing/2014/main" id="{45A5BD42-4D60-460D-98A0-08E74D1EF2D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45" name="header-divider">
            <a:extLst xmlns:a="http://schemas.openxmlformats.org/drawingml/2006/main">
              <a:ext uri="{FF2B5EF4-FFF2-40B4-BE49-F238E27FC236}">
                <a16:creationId xmlns:a16="http://schemas.microsoft.com/office/drawing/2014/main" id="{479C860E-1178-48B1-BED1-E1C64C926C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6" name="28-text-1">
            <a:extLst xmlns:a="http://schemas.openxmlformats.org/drawingml/2006/main">
              <a:ext uri="{FF2B5EF4-FFF2-40B4-BE49-F238E27FC236}">
                <a16:creationId xmlns:a16="http://schemas.microsoft.com/office/drawing/2014/main" id="{0797D1FA-A497-4104-876C-6015B8B251D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47" name="28-text-2">
            <a:extLst xmlns:a="http://schemas.openxmlformats.org/drawingml/2006/main">
              <a:ext uri="{FF2B5EF4-FFF2-40B4-BE49-F238E27FC236}">
                <a16:creationId xmlns:a16="http://schemas.microsoft.com/office/drawing/2014/main" id="{11730D9C-ED62-43F0-ACC2-A6EF44DBC2D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48" name="28-text-3">
            <a:extLst xmlns:a="http://schemas.openxmlformats.org/drawingml/2006/main">
              <a:ext uri="{FF2B5EF4-FFF2-40B4-BE49-F238E27FC236}">
                <a16:creationId xmlns:a16="http://schemas.microsoft.com/office/drawing/2014/main" id="{352595CD-F5CA-4AFB-A691-8CF81DE2505E}"/>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9" name="28-text-4">
            <a:extLst xmlns:a="http://schemas.openxmlformats.org/drawingml/2006/main">
              <a:ext uri="{FF2B5EF4-FFF2-40B4-BE49-F238E27FC236}">
                <a16:creationId xmlns:a16="http://schemas.microsoft.com/office/drawing/2014/main" id="{B9D48CE0-0E9B-4EFD-B170-C8DE91968771}"/>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50" name="28-text-5">
            <a:extLst xmlns:a="http://schemas.openxmlformats.org/drawingml/2006/main">
              <a:ext uri="{FF2B5EF4-FFF2-40B4-BE49-F238E27FC236}">
                <a16:creationId xmlns:a16="http://schemas.microsoft.com/office/drawing/2014/main" id="{F3A73293-8AB0-428C-AA0E-7925A992DA79}"/>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51" name="28-text-6">
            <a:extLst xmlns:a="http://schemas.openxmlformats.org/drawingml/2006/main">
              <a:ext uri="{FF2B5EF4-FFF2-40B4-BE49-F238E27FC236}">
                <a16:creationId xmlns:a16="http://schemas.microsoft.com/office/drawing/2014/main" id="{6723DF96-CBAA-4687-A04E-2B11E95B4045}"/>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52" name="28-text-7">
            <a:extLst xmlns:a="http://schemas.openxmlformats.org/drawingml/2006/main">
              <a:ext uri="{FF2B5EF4-FFF2-40B4-BE49-F238E27FC236}">
                <a16:creationId xmlns:a16="http://schemas.microsoft.com/office/drawing/2014/main" id="{E9BEC2CE-8FCB-4837-B765-D098E90F0089}"/>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53" name="28-text-8">
            <a:extLst xmlns:a="http://schemas.openxmlformats.org/drawingml/2006/main">
              <a:ext uri="{FF2B5EF4-FFF2-40B4-BE49-F238E27FC236}">
                <a16:creationId xmlns:a16="http://schemas.microsoft.com/office/drawing/2014/main" id="{42DD258B-8D57-4F19-9D5C-83C779963C83}"/>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54" name="narrative-number">
            <a:extLst xmlns:a="http://schemas.openxmlformats.org/drawingml/2006/main">
              <a:ext uri="{FF2B5EF4-FFF2-40B4-BE49-F238E27FC236}">
                <a16:creationId xmlns:a16="http://schemas.microsoft.com/office/drawing/2014/main" id="{A2923587-50B6-40DD-AADA-E585556575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1059305973"/>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5" name="!!area-name">
            <a:extLst xmlns:a="http://schemas.openxmlformats.org/drawingml/2006/main">
              <a:ext uri="{FF2B5EF4-FFF2-40B4-BE49-F238E27FC236}">
                <a16:creationId xmlns:a16="http://schemas.microsoft.com/office/drawing/2014/main" id="{AB1827C6-CB86-459B-A927-21CE3CBC7D6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69" name="mini-map"/>
          <p:cNvPicPr>
            <a:picLocks xmlns:a="http://schemas.openxmlformats.org/drawingml/2006/main" noChangeAspect="1"/>
          </p:cNvPicPr>
          <p:nvPr/>
        </p:nvPicPr>
        <p:blipFill>
          <a:blip xmlns:r="http://schemas.openxmlformats.org/officeDocument/2006/relationships" xmlns:a="http://schemas.openxmlformats.org/drawingml/2006/main" r:embed="R82a2a89dd028478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7" name="slide-title">
            <a:extLst xmlns:a="http://schemas.openxmlformats.org/drawingml/2006/main">
              <a:ext uri="{FF2B5EF4-FFF2-40B4-BE49-F238E27FC236}">
                <a16:creationId xmlns:a16="http://schemas.microsoft.com/office/drawing/2014/main" id="{F8C83F4B-F94C-4336-849E-B873B83166A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58" name="header-divider">
            <a:extLst xmlns:a="http://schemas.openxmlformats.org/drawingml/2006/main">
              <a:ext uri="{FF2B5EF4-FFF2-40B4-BE49-F238E27FC236}">
                <a16:creationId xmlns:a16="http://schemas.microsoft.com/office/drawing/2014/main" id="{852233CA-BB96-48F5-9D38-0B1B5F9A64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9" name="29-text-1">
            <a:extLst xmlns:a="http://schemas.openxmlformats.org/drawingml/2006/main">
              <a:ext uri="{FF2B5EF4-FFF2-40B4-BE49-F238E27FC236}">
                <a16:creationId xmlns:a16="http://schemas.microsoft.com/office/drawing/2014/main" id="{32C94CAF-38CB-44A6-8872-5E026F40DF8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60" name="29-text-2">
            <a:extLst xmlns:a="http://schemas.openxmlformats.org/drawingml/2006/main">
              <a:ext uri="{FF2B5EF4-FFF2-40B4-BE49-F238E27FC236}">
                <a16:creationId xmlns:a16="http://schemas.microsoft.com/office/drawing/2014/main" id="{88EE48F7-488C-4444-A6A6-D3DDADAC173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61" name="29-text-3">
            <a:extLst xmlns:a="http://schemas.openxmlformats.org/drawingml/2006/main">
              <a:ext uri="{FF2B5EF4-FFF2-40B4-BE49-F238E27FC236}">
                <a16:creationId xmlns:a16="http://schemas.microsoft.com/office/drawing/2014/main" id="{ED104B50-41A7-4641-BCA6-975D14BD19A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62" name="29-text-4">
            <a:extLst xmlns:a="http://schemas.openxmlformats.org/drawingml/2006/main">
              <a:ext uri="{FF2B5EF4-FFF2-40B4-BE49-F238E27FC236}">
                <a16:creationId xmlns:a16="http://schemas.microsoft.com/office/drawing/2014/main" id="{A8D8E6D9-C4D5-41C2-87DA-A70C4A7E202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63" name="29-text-5">
            <a:extLst xmlns:a="http://schemas.openxmlformats.org/drawingml/2006/main">
              <a:ext uri="{FF2B5EF4-FFF2-40B4-BE49-F238E27FC236}">
                <a16:creationId xmlns:a16="http://schemas.microsoft.com/office/drawing/2014/main" id="{08E6B35D-5F8C-4451-A63E-2D5762556D9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64" name="29-text-6">
            <a:extLst xmlns:a="http://schemas.openxmlformats.org/drawingml/2006/main">
              <a:ext uri="{FF2B5EF4-FFF2-40B4-BE49-F238E27FC236}">
                <a16:creationId xmlns:a16="http://schemas.microsoft.com/office/drawing/2014/main" id="{F89D0A79-C78B-4640-831D-2ECDD9F80ED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65" name="29-text-7">
            <a:extLst xmlns:a="http://schemas.openxmlformats.org/drawingml/2006/main">
              <a:ext uri="{FF2B5EF4-FFF2-40B4-BE49-F238E27FC236}">
                <a16:creationId xmlns:a16="http://schemas.microsoft.com/office/drawing/2014/main" id="{2B916C9D-CDAD-4741-9B35-565B5D24ADD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66" name="29-text-8">
            <a:extLst xmlns:a="http://schemas.openxmlformats.org/drawingml/2006/main">
              <a:ext uri="{FF2B5EF4-FFF2-40B4-BE49-F238E27FC236}">
                <a16:creationId xmlns:a16="http://schemas.microsoft.com/office/drawing/2014/main" id="{90628FB7-C7E2-4C62-89A2-1698DA8679C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67" name="narrative-number">
            <a:extLst xmlns:a="http://schemas.openxmlformats.org/drawingml/2006/main">
              <a:ext uri="{FF2B5EF4-FFF2-40B4-BE49-F238E27FC236}">
                <a16:creationId xmlns:a16="http://schemas.microsoft.com/office/drawing/2014/main" id="{F6C85375-1F32-491D-9BB9-1278674D2A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533968802"/>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8" name="!!area-name">
            <a:extLst xmlns:a="http://schemas.openxmlformats.org/drawingml/2006/main">
              <a:ext uri="{FF2B5EF4-FFF2-40B4-BE49-F238E27FC236}">
                <a16:creationId xmlns:a16="http://schemas.microsoft.com/office/drawing/2014/main" id="{E1BF34F8-AB75-42AD-A37F-89BC68E5DD3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92" name="mini-map"/>
          <p:cNvPicPr>
            <a:picLocks xmlns:a="http://schemas.openxmlformats.org/drawingml/2006/main" noChangeAspect="1"/>
          </p:cNvPicPr>
          <p:nvPr/>
        </p:nvPicPr>
        <p:blipFill>
          <a:blip xmlns:r="http://schemas.openxmlformats.org/officeDocument/2006/relationships" xmlns:a="http://schemas.openxmlformats.org/drawingml/2006/main" r:embed="Rf95e1d438697467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0" name="slide-title">
            <a:extLst xmlns:a="http://schemas.openxmlformats.org/drawingml/2006/main">
              <a:ext uri="{FF2B5EF4-FFF2-40B4-BE49-F238E27FC236}">
                <a16:creationId xmlns:a16="http://schemas.microsoft.com/office/drawing/2014/main" id="{4C22CE4F-CAD3-4ADF-A12C-915889C136F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71" name="header-divider">
            <a:extLst xmlns:a="http://schemas.openxmlformats.org/drawingml/2006/main">
              <a:ext uri="{FF2B5EF4-FFF2-40B4-BE49-F238E27FC236}">
                <a16:creationId xmlns:a16="http://schemas.microsoft.com/office/drawing/2014/main" id="{3FA3587C-5AA3-4B77-BDE1-F494735C8EE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2" name="30-text-1">
            <a:extLst xmlns:a="http://schemas.openxmlformats.org/drawingml/2006/main">
              <a:ext uri="{FF2B5EF4-FFF2-40B4-BE49-F238E27FC236}">
                <a16:creationId xmlns:a16="http://schemas.microsoft.com/office/drawing/2014/main" id="{5B63B5A7-9A41-4F2E-9529-22390958931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73" name="30-text-2">
            <a:extLst xmlns:a="http://schemas.openxmlformats.org/drawingml/2006/main">
              <a:ext uri="{FF2B5EF4-FFF2-40B4-BE49-F238E27FC236}">
                <a16:creationId xmlns:a16="http://schemas.microsoft.com/office/drawing/2014/main" id="{DB5D5A5D-A58D-45CE-92CF-100369639831}"/>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74" name="30-text-3">
            <a:extLst xmlns:a="http://schemas.openxmlformats.org/drawingml/2006/main">
              <a:ext uri="{FF2B5EF4-FFF2-40B4-BE49-F238E27FC236}">
                <a16:creationId xmlns:a16="http://schemas.microsoft.com/office/drawing/2014/main" id="{1AD38D80-31BB-4F8E-A81C-C7D3E4BE5A49}"/>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75" name="30-text-4">
            <a:extLst xmlns:a="http://schemas.openxmlformats.org/drawingml/2006/main">
              <a:ext uri="{FF2B5EF4-FFF2-40B4-BE49-F238E27FC236}">
                <a16:creationId xmlns:a16="http://schemas.microsoft.com/office/drawing/2014/main" id="{66DB9525-88EA-40DE-8126-8820F128999E}"/>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76" name="30-text-5">
            <a:extLst xmlns:a="http://schemas.openxmlformats.org/drawingml/2006/main">
              <a:ext uri="{FF2B5EF4-FFF2-40B4-BE49-F238E27FC236}">
                <a16:creationId xmlns:a16="http://schemas.microsoft.com/office/drawing/2014/main" id="{E785D247-72A8-4944-8621-40FB403CE5E1}"/>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77" name="30-line-7">
            <a:extLst xmlns:a="http://schemas.openxmlformats.org/drawingml/2006/main">
              <a:ext uri="{FF2B5EF4-FFF2-40B4-BE49-F238E27FC236}">
                <a16:creationId xmlns:a16="http://schemas.microsoft.com/office/drawing/2014/main" id="{29069E98-9D6D-4E39-ABF6-F862E541905E}"/>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8" name="30-text-8">
            <a:extLst xmlns:a="http://schemas.openxmlformats.org/drawingml/2006/main">
              <a:ext uri="{FF2B5EF4-FFF2-40B4-BE49-F238E27FC236}">
                <a16:creationId xmlns:a16="http://schemas.microsoft.com/office/drawing/2014/main" id="{51335C20-1685-4388-B6AD-A604D54EBECB}"/>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79" name="30-text-9">
            <a:extLst xmlns:a="http://schemas.openxmlformats.org/drawingml/2006/main">
              <a:ext uri="{FF2B5EF4-FFF2-40B4-BE49-F238E27FC236}">
                <a16:creationId xmlns:a16="http://schemas.microsoft.com/office/drawing/2014/main" id="{E1FEE306-0BA5-44BD-AF62-680768D13DDD}"/>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80" name="30-line-11">
            <a:extLst xmlns:a="http://schemas.openxmlformats.org/drawingml/2006/main">
              <a:ext uri="{FF2B5EF4-FFF2-40B4-BE49-F238E27FC236}">
                <a16:creationId xmlns:a16="http://schemas.microsoft.com/office/drawing/2014/main" id="{AB4823D2-90A6-415C-B97B-431E59AF6802}"/>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1" name="30-line-13">
            <a:extLst xmlns:a="http://schemas.openxmlformats.org/drawingml/2006/main">
              <a:ext uri="{FF2B5EF4-FFF2-40B4-BE49-F238E27FC236}">
                <a16:creationId xmlns:a16="http://schemas.microsoft.com/office/drawing/2014/main" id="{B5F3E22E-7D32-4C0C-93B5-4E8B52C8DDE5}"/>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2" name="30-line-15">
            <a:extLst xmlns:a="http://schemas.openxmlformats.org/drawingml/2006/main">
              <a:ext uri="{FF2B5EF4-FFF2-40B4-BE49-F238E27FC236}">
                <a16:creationId xmlns:a16="http://schemas.microsoft.com/office/drawing/2014/main" id="{B7CC60DF-80FD-47CA-AA57-DC43C450656A}"/>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3" name="30-line-17">
            <a:extLst xmlns:a="http://schemas.openxmlformats.org/drawingml/2006/main">
              <a:ext uri="{FF2B5EF4-FFF2-40B4-BE49-F238E27FC236}">
                <a16:creationId xmlns:a16="http://schemas.microsoft.com/office/drawing/2014/main" id="{1522A631-90F5-4E5D-8420-5EE882A9C5F0}"/>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4" name="30-text-18">
            <a:extLst xmlns:a="http://schemas.openxmlformats.org/drawingml/2006/main">
              <a:ext uri="{FF2B5EF4-FFF2-40B4-BE49-F238E27FC236}">
                <a16:creationId xmlns:a16="http://schemas.microsoft.com/office/drawing/2014/main" id="{33EEC68B-EFAA-4AE5-863A-FAE4B46C650F}"/>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85" name="30-text-19">
            <a:extLst xmlns:a="http://schemas.openxmlformats.org/drawingml/2006/main">
              <a:ext uri="{FF2B5EF4-FFF2-40B4-BE49-F238E27FC236}">
                <a16:creationId xmlns:a16="http://schemas.microsoft.com/office/drawing/2014/main" id="{D1F0D2CF-6922-4876-B2AE-22D1085D18F2}"/>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86" name="30-line-21">
            <a:extLst xmlns:a="http://schemas.openxmlformats.org/drawingml/2006/main">
              <a:ext uri="{FF2B5EF4-FFF2-40B4-BE49-F238E27FC236}">
                <a16:creationId xmlns:a16="http://schemas.microsoft.com/office/drawing/2014/main" id="{9A92DD03-DF23-4A67-AF16-6EAEE080B828}"/>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7" name="30-text-22">
            <a:extLst xmlns:a="http://schemas.openxmlformats.org/drawingml/2006/main">
              <a:ext uri="{FF2B5EF4-FFF2-40B4-BE49-F238E27FC236}">
                <a16:creationId xmlns:a16="http://schemas.microsoft.com/office/drawing/2014/main" id="{D08FC6B5-9DAA-47B6-9D5A-4C0B9CE34862}"/>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88" name="30-text-23">
            <a:extLst xmlns:a="http://schemas.openxmlformats.org/drawingml/2006/main">
              <a:ext uri="{FF2B5EF4-FFF2-40B4-BE49-F238E27FC236}">
                <a16:creationId xmlns:a16="http://schemas.microsoft.com/office/drawing/2014/main" id="{101C0954-CCCD-40F2-B405-809D7402F411}"/>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89" name="30-text-24">
            <a:extLst xmlns:a="http://schemas.openxmlformats.org/drawingml/2006/main">
              <a:ext uri="{FF2B5EF4-FFF2-40B4-BE49-F238E27FC236}">
                <a16:creationId xmlns:a16="http://schemas.microsoft.com/office/drawing/2014/main" id="{64D8991B-9FB1-46D3-BE65-A9A78FD32E36}"/>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90" name="narrative-number">
            <a:extLst xmlns:a="http://schemas.openxmlformats.org/drawingml/2006/main">
              <a:ext uri="{FF2B5EF4-FFF2-40B4-BE49-F238E27FC236}">
                <a16:creationId xmlns:a16="http://schemas.microsoft.com/office/drawing/2014/main" id="{9D1EE394-FB07-43F4-A4F0-93A9AB9451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101960803"/>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1" name="!!area-name">
            <a:extLst xmlns:a="http://schemas.openxmlformats.org/drawingml/2006/main">
              <a:ext uri="{FF2B5EF4-FFF2-40B4-BE49-F238E27FC236}">
                <a16:creationId xmlns:a16="http://schemas.microsoft.com/office/drawing/2014/main" id="{ECD717EE-F2E8-4997-9B47-C9A3E492EB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400" name="mini-map"/>
          <p:cNvPicPr>
            <a:picLocks xmlns:a="http://schemas.openxmlformats.org/drawingml/2006/main" noChangeAspect="1"/>
          </p:cNvPicPr>
          <p:nvPr/>
        </p:nvPicPr>
        <p:blipFill>
          <a:blip xmlns:r="http://schemas.openxmlformats.org/officeDocument/2006/relationships" xmlns:a="http://schemas.openxmlformats.org/drawingml/2006/main" r:embed="R43f0e2480d9443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3" name="header-divider">
            <a:extLst xmlns:a="http://schemas.openxmlformats.org/drawingml/2006/main">
              <a:ext uri="{FF2B5EF4-FFF2-40B4-BE49-F238E27FC236}">
                <a16:creationId xmlns:a16="http://schemas.microsoft.com/office/drawing/2014/main" id="{BC76F4FA-90CE-49EE-909E-D2B54291DE3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31-text-1">
            <a:extLst xmlns:a="http://schemas.openxmlformats.org/drawingml/2006/main">
              <a:ext uri="{FF2B5EF4-FFF2-40B4-BE49-F238E27FC236}">
                <a16:creationId xmlns:a16="http://schemas.microsoft.com/office/drawing/2014/main" id="{7A666D86-C202-4B3B-9732-1AF2A679D0DB}"/>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95" name="31-text-2">
            <a:extLst xmlns:a="http://schemas.openxmlformats.org/drawingml/2006/main">
              <a:ext uri="{FF2B5EF4-FFF2-40B4-BE49-F238E27FC236}">
                <a16:creationId xmlns:a16="http://schemas.microsoft.com/office/drawing/2014/main" id="{22F912A7-3B90-4843-867A-C213919647BE}"/>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96" name="31-text-3">
            <a:extLst xmlns:a="http://schemas.openxmlformats.org/drawingml/2006/main">
              <a:ext uri="{FF2B5EF4-FFF2-40B4-BE49-F238E27FC236}">
                <a16:creationId xmlns:a16="http://schemas.microsoft.com/office/drawing/2014/main" id="{21B835AE-70C4-4360-B616-F19ECD5B988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405" name="31-image-4"/>
          <p:cNvPicPr>
            <a:picLocks xmlns:a="http://schemas.openxmlformats.org/drawingml/2006/main" noChangeAspect="1"/>
          </p:cNvPicPr>
          <p:nvPr/>
        </p:nvPicPr>
        <p:blipFill>
          <a:blip xmlns:r="http://schemas.openxmlformats.org/officeDocument/2006/relationships" xmlns:a="http://schemas.openxmlformats.org/drawingml/2006/main" r:embed="R0ac474605dd2425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98" name="narrative-number">
            <a:extLst xmlns:a="http://schemas.openxmlformats.org/drawingml/2006/main">
              <a:ext uri="{FF2B5EF4-FFF2-40B4-BE49-F238E27FC236}">
                <a16:creationId xmlns:a16="http://schemas.microsoft.com/office/drawing/2014/main" id="{490124A9-BFA9-4702-B110-C7E178D037B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437368192"/>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9" name="!!area-name">
            <a:extLst xmlns:a="http://schemas.openxmlformats.org/drawingml/2006/main">
              <a:ext uri="{FF2B5EF4-FFF2-40B4-BE49-F238E27FC236}">
                <a16:creationId xmlns:a16="http://schemas.microsoft.com/office/drawing/2014/main" id="{CBCD2E21-6BB0-4D7B-A8F5-9024DF76287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16" name="mini-map"/>
          <p:cNvPicPr>
            <a:picLocks xmlns:a="http://schemas.openxmlformats.org/drawingml/2006/main" noChangeAspect="1"/>
          </p:cNvPicPr>
          <p:nvPr/>
        </p:nvPicPr>
        <p:blipFill>
          <a:blip xmlns:r="http://schemas.openxmlformats.org/officeDocument/2006/relationships" xmlns:a="http://schemas.openxmlformats.org/drawingml/2006/main" r:embed="R10d57ab26e264c0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1" name="slide-title">
            <a:extLst xmlns:a="http://schemas.openxmlformats.org/drawingml/2006/main">
              <a:ext uri="{FF2B5EF4-FFF2-40B4-BE49-F238E27FC236}">
                <a16:creationId xmlns:a16="http://schemas.microsoft.com/office/drawing/2014/main" id="{9D3B057D-4422-4CEE-B96B-0379690319F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402" name="header-divider">
            <a:extLst xmlns:a="http://schemas.openxmlformats.org/drawingml/2006/main">
              <a:ext uri="{FF2B5EF4-FFF2-40B4-BE49-F238E27FC236}">
                <a16:creationId xmlns:a16="http://schemas.microsoft.com/office/drawing/2014/main" id="{CE35A6EA-4F62-4263-94F5-522ED952A06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3" name="32-text-1">
            <a:extLst xmlns:a="http://schemas.openxmlformats.org/drawingml/2006/main">
              <a:ext uri="{FF2B5EF4-FFF2-40B4-BE49-F238E27FC236}">
                <a16:creationId xmlns:a16="http://schemas.microsoft.com/office/drawing/2014/main" id="{DD7C38C9-D7F9-4EC7-A0BA-4A81F61E2F55}"/>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404" name="32-text-2">
            <a:extLst xmlns:a="http://schemas.openxmlformats.org/drawingml/2006/main">
              <a:ext uri="{FF2B5EF4-FFF2-40B4-BE49-F238E27FC236}">
                <a16:creationId xmlns:a16="http://schemas.microsoft.com/office/drawing/2014/main" id="{2AAABF5C-1EA2-4B2C-9DF8-91394DA59C10}"/>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405" name="32-text-3">
            <a:extLst xmlns:a="http://schemas.openxmlformats.org/drawingml/2006/main">
              <a:ext uri="{FF2B5EF4-FFF2-40B4-BE49-F238E27FC236}">
                <a16:creationId xmlns:a16="http://schemas.microsoft.com/office/drawing/2014/main" id="{3CF3EE48-F359-4A6F-990F-094DFF9465C8}"/>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406" name="32-text-4">
            <a:extLst xmlns:a="http://schemas.openxmlformats.org/drawingml/2006/main">
              <a:ext uri="{FF2B5EF4-FFF2-40B4-BE49-F238E27FC236}">
                <a16:creationId xmlns:a16="http://schemas.microsoft.com/office/drawing/2014/main" id="{34A99572-B053-4DD2-8468-E77BA524F807}"/>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407" name="32-shape-5">
            <a:extLst xmlns:a="http://schemas.openxmlformats.org/drawingml/2006/main">
              <a:ext uri="{FF2B5EF4-FFF2-40B4-BE49-F238E27FC236}">
                <a16:creationId xmlns:a16="http://schemas.microsoft.com/office/drawing/2014/main" id="{E7E9ADE1-AEEC-4D60-8012-E6EB7ACE53D8}"/>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8" name="32-text-6">
            <a:extLst xmlns:a="http://schemas.openxmlformats.org/drawingml/2006/main">
              <a:ext uri="{FF2B5EF4-FFF2-40B4-BE49-F238E27FC236}">
                <a16:creationId xmlns:a16="http://schemas.microsoft.com/office/drawing/2014/main" id="{985C010D-C3B6-417F-A50A-97D3C4550B89}"/>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409" name="32-text-7">
            <a:extLst xmlns:a="http://schemas.openxmlformats.org/drawingml/2006/main">
              <a:ext uri="{FF2B5EF4-FFF2-40B4-BE49-F238E27FC236}">
                <a16:creationId xmlns:a16="http://schemas.microsoft.com/office/drawing/2014/main" id="{70CB4B04-0DCF-45D0-AFD0-44979AE63787}"/>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410" name="32-text-8">
            <a:extLst xmlns:a="http://schemas.openxmlformats.org/drawingml/2006/main">
              <a:ext uri="{FF2B5EF4-FFF2-40B4-BE49-F238E27FC236}">
                <a16:creationId xmlns:a16="http://schemas.microsoft.com/office/drawing/2014/main" id="{225C5C56-31C4-4E06-905E-F670AF01B4B3}"/>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11" name="32-text-9">
            <a:extLst xmlns:a="http://schemas.openxmlformats.org/drawingml/2006/main">
              <a:ext uri="{FF2B5EF4-FFF2-40B4-BE49-F238E27FC236}">
                <a16:creationId xmlns:a16="http://schemas.microsoft.com/office/drawing/2014/main" id="{FFF88863-146E-49A4-8361-56651904C16D}"/>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12" name="32-text-10">
            <a:extLst xmlns:a="http://schemas.openxmlformats.org/drawingml/2006/main">
              <a:ext uri="{FF2B5EF4-FFF2-40B4-BE49-F238E27FC236}">
                <a16:creationId xmlns:a16="http://schemas.microsoft.com/office/drawing/2014/main" id="{7DCB52E5-F3A4-4F53-B8C3-E7714E9C4933}"/>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3" name="32-text-11">
            <a:extLst xmlns:a="http://schemas.openxmlformats.org/drawingml/2006/main">
              <a:ext uri="{FF2B5EF4-FFF2-40B4-BE49-F238E27FC236}">
                <a16:creationId xmlns:a16="http://schemas.microsoft.com/office/drawing/2014/main" id="{6E8A2697-74EF-4B4D-904E-383FD42B4A1B}"/>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14" name="narrative-number">
            <a:extLst xmlns:a="http://schemas.openxmlformats.org/drawingml/2006/main">
              <a:ext uri="{FF2B5EF4-FFF2-40B4-BE49-F238E27FC236}">
                <a16:creationId xmlns:a16="http://schemas.microsoft.com/office/drawing/2014/main" id="{FC5A6BD2-9936-4D4E-A4B3-79FBDCF97A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881322647"/>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5" name="!!area-name">
            <a:extLst xmlns:a="http://schemas.openxmlformats.org/drawingml/2006/main">
              <a:ext uri="{FF2B5EF4-FFF2-40B4-BE49-F238E27FC236}">
                <a16:creationId xmlns:a16="http://schemas.microsoft.com/office/drawing/2014/main" id="{154551CB-06EA-4CD1-B54D-95F4CE5EC0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25" name="mini-map"/>
          <p:cNvPicPr>
            <a:picLocks xmlns:a="http://schemas.openxmlformats.org/drawingml/2006/main" noChangeAspect="1"/>
          </p:cNvPicPr>
          <p:nvPr/>
        </p:nvPicPr>
        <p:blipFill>
          <a:blip xmlns:r="http://schemas.openxmlformats.org/officeDocument/2006/relationships" xmlns:a="http://schemas.openxmlformats.org/drawingml/2006/main" r:embed="Rb2639b45939548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7" name="slide-title">
            <a:extLst xmlns:a="http://schemas.openxmlformats.org/drawingml/2006/main">
              <a:ext uri="{FF2B5EF4-FFF2-40B4-BE49-F238E27FC236}">
                <a16:creationId xmlns:a16="http://schemas.microsoft.com/office/drawing/2014/main" id="{0EDEAF6A-98DE-4B10-828E-1437E1E949D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18" name="header-divider">
            <a:extLst xmlns:a="http://schemas.openxmlformats.org/drawingml/2006/main">
              <a:ext uri="{FF2B5EF4-FFF2-40B4-BE49-F238E27FC236}">
                <a16:creationId xmlns:a16="http://schemas.microsoft.com/office/drawing/2014/main" id="{19A46BC9-661C-4F11-9C86-C9C42A987AD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9" name="33-text-1">
            <a:extLst xmlns:a="http://schemas.openxmlformats.org/drawingml/2006/main">
              <a:ext uri="{FF2B5EF4-FFF2-40B4-BE49-F238E27FC236}">
                <a16:creationId xmlns:a16="http://schemas.microsoft.com/office/drawing/2014/main" id="{76F0732F-148E-4EEE-B1DE-6E854D46F75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29"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21" name="33-text-3">
            <a:extLst xmlns:a="http://schemas.openxmlformats.org/drawingml/2006/main">
              <a:ext uri="{FF2B5EF4-FFF2-40B4-BE49-F238E27FC236}">
                <a16:creationId xmlns:a16="http://schemas.microsoft.com/office/drawing/2014/main" id="{3665F9BB-FD2A-49BC-9F89-1BA790855324}"/>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22" name="33-text-4">
            <a:extLst xmlns:a="http://schemas.openxmlformats.org/drawingml/2006/main">
              <a:ext uri="{FF2B5EF4-FFF2-40B4-BE49-F238E27FC236}">
                <a16:creationId xmlns:a16="http://schemas.microsoft.com/office/drawing/2014/main" id="{52C842CC-CA1C-41E0-85DB-6ADF1B539BEB}"/>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23" name="narrative-number">
            <a:extLst xmlns:a="http://schemas.openxmlformats.org/drawingml/2006/main">
              <a:ext uri="{FF2B5EF4-FFF2-40B4-BE49-F238E27FC236}">
                <a16:creationId xmlns:a16="http://schemas.microsoft.com/office/drawing/2014/main" id="{1C7C5ED2-72EB-4EA4-B706-08BE1ACF82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717505918"/>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4" name="!!area-name">
            <a:extLst xmlns:a="http://schemas.openxmlformats.org/drawingml/2006/main">
              <a:ext uri="{FF2B5EF4-FFF2-40B4-BE49-F238E27FC236}">
                <a16:creationId xmlns:a16="http://schemas.microsoft.com/office/drawing/2014/main" id="{004ED2D1-4D46-498D-A61B-719AD3841E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39" name="mini-map"/>
          <p:cNvPicPr>
            <a:picLocks xmlns:a="http://schemas.openxmlformats.org/drawingml/2006/main" noChangeAspect="1"/>
          </p:cNvPicPr>
          <p:nvPr/>
        </p:nvPicPr>
        <p:blipFill>
          <a:blip xmlns:r="http://schemas.openxmlformats.org/officeDocument/2006/relationships" xmlns:a="http://schemas.openxmlformats.org/drawingml/2006/main" r:embed="Re3e157d9c58e48b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6" name="slide-title">
            <a:extLst xmlns:a="http://schemas.openxmlformats.org/drawingml/2006/main">
              <a:ext uri="{FF2B5EF4-FFF2-40B4-BE49-F238E27FC236}">
                <a16:creationId xmlns:a16="http://schemas.microsoft.com/office/drawing/2014/main" id="{F7A2072A-D4D4-44F0-BA9D-81F0D8B4F19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27" name="header-divider">
            <a:extLst xmlns:a="http://schemas.openxmlformats.org/drawingml/2006/main">
              <a:ext uri="{FF2B5EF4-FFF2-40B4-BE49-F238E27FC236}">
                <a16:creationId xmlns:a16="http://schemas.microsoft.com/office/drawing/2014/main" id="{092E8111-7387-439E-A043-B2F9CD8D58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8" name="34-text-1">
            <a:extLst xmlns:a="http://schemas.openxmlformats.org/drawingml/2006/main">
              <a:ext uri="{FF2B5EF4-FFF2-40B4-BE49-F238E27FC236}">
                <a16:creationId xmlns:a16="http://schemas.microsoft.com/office/drawing/2014/main" id="{173F4DB4-044D-45A2-BB08-7DF40227015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29" name="34-text-2">
            <a:extLst xmlns:a="http://schemas.openxmlformats.org/drawingml/2006/main">
              <a:ext uri="{FF2B5EF4-FFF2-40B4-BE49-F238E27FC236}">
                <a16:creationId xmlns:a16="http://schemas.microsoft.com/office/drawing/2014/main" id="{65A7D29E-27E2-4318-882F-3620BCD8129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30" name="34-text-3">
            <a:extLst xmlns:a="http://schemas.openxmlformats.org/drawingml/2006/main">
              <a:ext uri="{FF2B5EF4-FFF2-40B4-BE49-F238E27FC236}">
                <a16:creationId xmlns:a16="http://schemas.microsoft.com/office/drawing/2014/main" id="{10DFC0ED-3F26-42B8-9DD1-AED24DFE954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31" name="34-text-4">
            <a:extLst xmlns:a="http://schemas.openxmlformats.org/drawingml/2006/main">
              <a:ext uri="{FF2B5EF4-FFF2-40B4-BE49-F238E27FC236}">
                <a16:creationId xmlns:a16="http://schemas.microsoft.com/office/drawing/2014/main" id="{957AD07E-9A27-44A9-9127-7FF51A360AE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32" name="34-text-5">
            <a:extLst xmlns:a="http://schemas.openxmlformats.org/drawingml/2006/main">
              <a:ext uri="{FF2B5EF4-FFF2-40B4-BE49-F238E27FC236}">
                <a16:creationId xmlns:a16="http://schemas.microsoft.com/office/drawing/2014/main" id="{D41C5C26-8153-4370-A96A-9E7E96D0020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33" name="34-text-6">
            <a:extLst xmlns:a="http://schemas.openxmlformats.org/drawingml/2006/main">
              <a:ext uri="{FF2B5EF4-FFF2-40B4-BE49-F238E27FC236}">
                <a16:creationId xmlns:a16="http://schemas.microsoft.com/office/drawing/2014/main" id="{3F250AAE-556D-4AC0-9681-F750A0DC6E0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34" name="34-text-7">
            <a:extLst xmlns:a="http://schemas.openxmlformats.org/drawingml/2006/main">
              <a:ext uri="{FF2B5EF4-FFF2-40B4-BE49-F238E27FC236}">
                <a16:creationId xmlns:a16="http://schemas.microsoft.com/office/drawing/2014/main" id="{0BD7232A-5F63-40E2-8F41-05C664B0453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35" name="34-text-8">
            <a:extLst xmlns:a="http://schemas.openxmlformats.org/drawingml/2006/main">
              <a:ext uri="{FF2B5EF4-FFF2-40B4-BE49-F238E27FC236}">
                <a16:creationId xmlns:a16="http://schemas.microsoft.com/office/drawing/2014/main" id="{F8B00929-9300-4297-AA0C-4C66E8EC01A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36" name="34-text-9">
            <a:extLst xmlns:a="http://schemas.openxmlformats.org/drawingml/2006/main">
              <a:ext uri="{FF2B5EF4-FFF2-40B4-BE49-F238E27FC236}">
                <a16:creationId xmlns:a16="http://schemas.microsoft.com/office/drawing/2014/main" id="{46768F36-E06D-4665-B240-47383F3E4F3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37" name="narrative-number">
            <a:extLst xmlns:a="http://schemas.openxmlformats.org/drawingml/2006/main">
              <a:ext uri="{FF2B5EF4-FFF2-40B4-BE49-F238E27FC236}">
                <a16:creationId xmlns:a16="http://schemas.microsoft.com/office/drawing/2014/main" id="{D1C4BB90-EF73-4404-9B2D-C27F218D3A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85758841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8" name="!!area-name">
            <a:extLst xmlns:a="http://schemas.openxmlformats.org/drawingml/2006/main">
              <a:ext uri="{FF2B5EF4-FFF2-40B4-BE49-F238E27FC236}">
                <a16:creationId xmlns:a16="http://schemas.microsoft.com/office/drawing/2014/main" id="{16A42A3F-4F03-4B7A-B71C-C7EF17C692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54" name="mini-map"/>
          <p:cNvPicPr>
            <a:picLocks xmlns:a="http://schemas.openxmlformats.org/drawingml/2006/main" noChangeAspect="1"/>
          </p:cNvPicPr>
          <p:nvPr/>
        </p:nvPicPr>
        <p:blipFill>
          <a:blip xmlns:r="http://schemas.openxmlformats.org/officeDocument/2006/relationships" xmlns:a="http://schemas.openxmlformats.org/drawingml/2006/main" r:embed="Rfa5fec3d2af9499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0" name="slide-title">
            <a:extLst xmlns:a="http://schemas.openxmlformats.org/drawingml/2006/main">
              <a:ext uri="{FF2B5EF4-FFF2-40B4-BE49-F238E27FC236}">
                <a16:creationId xmlns:a16="http://schemas.microsoft.com/office/drawing/2014/main" id="{C907EDAB-1286-4AFC-9BB8-F380E1BF2F2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41" name="header-divider">
            <a:extLst xmlns:a="http://schemas.openxmlformats.org/drawingml/2006/main">
              <a:ext uri="{FF2B5EF4-FFF2-40B4-BE49-F238E27FC236}">
                <a16:creationId xmlns:a16="http://schemas.microsoft.com/office/drawing/2014/main" id="{8F366A74-5172-4599-B379-4A7565B1D3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2" name="35-text-1">
            <a:extLst xmlns:a="http://schemas.openxmlformats.org/drawingml/2006/main">
              <a:ext uri="{FF2B5EF4-FFF2-40B4-BE49-F238E27FC236}">
                <a16:creationId xmlns:a16="http://schemas.microsoft.com/office/drawing/2014/main" id="{569B0460-6ED6-4E78-82CD-76E386918B5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43" name="35-text-2">
            <a:extLst xmlns:a="http://schemas.openxmlformats.org/drawingml/2006/main">
              <a:ext uri="{FF2B5EF4-FFF2-40B4-BE49-F238E27FC236}">
                <a16:creationId xmlns:a16="http://schemas.microsoft.com/office/drawing/2014/main" id="{BA610E64-C5E2-4258-83C7-0063C2D24526}"/>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44" name="35-text-3">
            <a:extLst xmlns:a="http://schemas.openxmlformats.org/drawingml/2006/main">
              <a:ext uri="{FF2B5EF4-FFF2-40B4-BE49-F238E27FC236}">
                <a16:creationId xmlns:a16="http://schemas.microsoft.com/office/drawing/2014/main" id="{B9937184-3108-4F15-BD76-89A465F6CC52}"/>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45" name="35-text-4">
            <a:extLst xmlns:a="http://schemas.openxmlformats.org/drawingml/2006/main">
              <a:ext uri="{FF2B5EF4-FFF2-40B4-BE49-F238E27FC236}">
                <a16:creationId xmlns:a16="http://schemas.microsoft.com/office/drawing/2014/main" id="{ACD44855-609A-43ED-9415-25393C1C6DBA}"/>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46" name="35-text-5">
            <a:extLst xmlns:a="http://schemas.openxmlformats.org/drawingml/2006/main">
              <a:ext uri="{FF2B5EF4-FFF2-40B4-BE49-F238E27FC236}">
                <a16:creationId xmlns:a16="http://schemas.microsoft.com/office/drawing/2014/main" id="{8C3B6851-E148-41B3-8825-7926D02E3EEB}"/>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47" name="35-text-6">
            <a:extLst xmlns:a="http://schemas.openxmlformats.org/drawingml/2006/main">
              <a:ext uri="{FF2B5EF4-FFF2-40B4-BE49-F238E27FC236}">
                <a16:creationId xmlns:a16="http://schemas.microsoft.com/office/drawing/2014/main" id="{2A121FA9-B32D-4ABA-A9F4-2E2C4FF3B1A4}"/>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48" name="35-text-7">
            <a:extLst xmlns:a="http://schemas.openxmlformats.org/drawingml/2006/main">
              <a:ext uri="{FF2B5EF4-FFF2-40B4-BE49-F238E27FC236}">
                <a16:creationId xmlns:a16="http://schemas.microsoft.com/office/drawing/2014/main" id="{AAFE9DA4-98C3-4C64-B679-01AFF1FB8C5E}"/>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49" name="35-text-8">
            <a:extLst xmlns:a="http://schemas.openxmlformats.org/drawingml/2006/main">
              <a:ext uri="{FF2B5EF4-FFF2-40B4-BE49-F238E27FC236}">
                <a16:creationId xmlns:a16="http://schemas.microsoft.com/office/drawing/2014/main" id="{E133CEF7-A838-4994-9A3A-0F617987522E}"/>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50" name="35-text-9">
            <a:extLst xmlns:a="http://schemas.openxmlformats.org/drawingml/2006/main">
              <a:ext uri="{FF2B5EF4-FFF2-40B4-BE49-F238E27FC236}">
                <a16:creationId xmlns:a16="http://schemas.microsoft.com/office/drawing/2014/main" id="{3376D555-FBE7-497C-8DCE-AF755C6C66A1}"/>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51" name="35-text-10">
            <a:extLst xmlns:a="http://schemas.openxmlformats.org/drawingml/2006/main">
              <a:ext uri="{FF2B5EF4-FFF2-40B4-BE49-F238E27FC236}">
                <a16:creationId xmlns:a16="http://schemas.microsoft.com/office/drawing/2014/main" id="{8B439F0A-964B-4A6C-A339-8FAC48270E89}"/>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52" name="narrative-number">
            <a:extLst xmlns:a="http://schemas.openxmlformats.org/drawingml/2006/main">
              <a:ext uri="{FF2B5EF4-FFF2-40B4-BE49-F238E27FC236}">
                <a16:creationId xmlns:a16="http://schemas.microsoft.com/office/drawing/2014/main" id="{32D9DF24-966A-46AB-B7D6-908D79A92E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560250651"/>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3" name="!!area-name">
            <a:extLst xmlns:a="http://schemas.openxmlformats.org/drawingml/2006/main">
              <a:ext uri="{FF2B5EF4-FFF2-40B4-BE49-F238E27FC236}">
                <a16:creationId xmlns:a16="http://schemas.microsoft.com/office/drawing/2014/main" id="{D708C5E6-3AEB-4D4E-AAFA-A0CB763E504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62" name="mini-map"/>
          <p:cNvPicPr>
            <a:picLocks xmlns:a="http://schemas.openxmlformats.org/drawingml/2006/main" noChangeAspect="1"/>
          </p:cNvPicPr>
          <p:nvPr/>
        </p:nvPicPr>
        <p:blipFill>
          <a:blip xmlns:r="http://schemas.openxmlformats.org/officeDocument/2006/relationships" xmlns:a="http://schemas.openxmlformats.org/drawingml/2006/main" r:embed="R3aadcff4b9f048b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5" name="header-divider">
            <a:extLst xmlns:a="http://schemas.openxmlformats.org/drawingml/2006/main">
              <a:ext uri="{FF2B5EF4-FFF2-40B4-BE49-F238E27FC236}">
                <a16:creationId xmlns:a16="http://schemas.microsoft.com/office/drawing/2014/main" id="{7F47C7C9-3962-49C0-8675-19EE3C15BF1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6" name="36-text-1">
            <a:extLst xmlns:a="http://schemas.openxmlformats.org/drawingml/2006/main">
              <a:ext uri="{FF2B5EF4-FFF2-40B4-BE49-F238E27FC236}">
                <a16:creationId xmlns:a16="http://schemas.microsoft.com/office/drawing/2014/main" id="{D0643C5D-AAD1-4750-B153-AD6763B4F23B}"/>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65" name="36-image-2"/>
          <p:cNvPicPr>
            <a:picLocks xmlns:a="http://schemas.openxmlformats.org/drawingml/2006/main" noChangeAspect="1"/>
          </p:cNvPicPr>
          <p:nvPr/>
        </p:nvPicPr>
        <p:blipFill>
          <a:blip xmlns:r="http://schemas.openxmlformats.org/officeDocument/2006/relationships" xmlns:a="http://schemas.openxmlformats.org/drawingml/2006/main" r:embed="R950bf68c41fe4572"/>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58" name="36-text-3">
            <a:extLst xmlns:a="http://schemas.openxmlformats.org/drawingml/2006/main">
              <a:ext uri="{FF2B5EF4-FFF2-40B4-BE49-F238E27FC236}">
                <a16:creationId xmlns:a16="http://schemas.microsoft.com/office/drawing/2014/main" id="{57A34F73-D38A-4627-8C84-0707BBC06292}"/>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59" name="36-text-4">
            <a:extLst xmlns:a="http://schemas.openxmlformats.org/drawingml/2006/main">
              <a:ext uri="{FF2B5EF4-FFF2-40B4-BE49-F238E27FC236}">
                <a16:creationId xmlns:a16="http://schemas.microsoft.com/office/drawing/2014/main" id="{42EAC123-DD2E-4A89-938E-55033B76DA51}"/>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60" name="narrative-number">
            <a:extLst xmlns:a="http://schemas.openxmlformats.org/drawingml/2006/main">
              <a:ext uri="{FF2B5EF4-FFF2-40B4-BE49-F238E27FC236}">
                <a16:creationId xmlns:a16="http://schemas.microsoft.com/office/drawing/2014/main" id="{7A1F0DB8-90EC-4A92-8F5C-D41A5E801A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269572851"/>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1" name="!!area-name">
            <a:extLst xmlns:a="http://schemas.openxmlformats.org/drawingml/2006/main">
              <a:ext uri="{FF2B5EF4-FFF2-40B4-BE49-F238E27FC236}">
                <a16:creationId xmlns:a16="http://schemas.microsoft.com/office/drawing/2014/main" id="{0F20C8B0-A8C5-4CA0-98A7-D13937E462D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83" name="mini-map"/>
          <p:cNvPicPr>
            <a:picLocks xmlns:a="http://schemas.openxmlformats.org/drawingml/2006/main" noChangeAspect="1"/>
          </p:cNvPicPr>
          <p:nvPr/>
        </p:nvPicPr>
        <p:blipFill>
          <a:blip xmlns:r="http://schemas.openxmlformats.org/officeDocument/2006/relationships" xmlns:a="http://schemas.openxmlformats.org/drawingml/2006/main" r:embed="R00fee886f4ca42f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3" name="slide-title">
            <a:extLst xmlns:a="http://schemas.openxmlformats.org/drawingml/2006/main">
              <a:ext uri="{FF2B5EF4-FFF2-40B4-BE49-F238E27FC236}">
                <a16:creationId xmlns:a16="http://schemas.microsoft.com/office/drawing/2014/main" id="{0C6D3488-AF8B-4455-B608-2DF36993ED7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64" name="header-divider">
            <a:extLst xmlns:a="http://schemas.openxmlformats.org/drawingml/2006/main">
              <a:ext uri="{FF2B5EF4-FFF2-40B4-BE49-F238E27FC236}">
                <a16:creationId xmlns:a16="http://schemas.microsoft.com/office/drawing/2014/main" id="{7ADED42B-DA52-4778-B1B2-29260DE37DC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5" name="37-text-1">
            <a:extLst xmlns:a="http://schemas.openxmlformats.org/drawingml/2006/main">
              <a:ext uri="{FF2B5EF4-FFF2-40B4-BE49-F238E27FC236}">
                <a16:creationId xmlns:a16="http://schemas.microsoft.com/office/drawing/2014/main" id="{669360D2-35EB-4C63-97D7-A0AAB1F591B6}"/>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66" name="37-text-2">
            <a:extLst xmlns:a="http://schemas.openxmlformats.org/drawingml/2006/main">
              <a:ext uri="{FF2B5EF4-FFF2-40B4-BE49-F238E27FC236}">
                <a16:creationId xmlns:a16="http://schemas.microsoft.com/office/drawing/2014/main" id="{6B018EF9-6EC0-4855-9DF8-04CB0CD6D299}"/>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67" name="37-text-3">
            <a:extLst xmlns:a="http://schemas.openxmlformats.org/drawingml/2006/main">
              <a:ext uri="{FF2B5EF4-FFF2-40B4-BE49-F238E27FC236}">
                <a16:creationId xmlns:a16="http://schemas.microsoft.com/office/drawing/2014/main" id="{A3D751B2-4608-4CD7-B5E9-7D92E923C063}"/>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68" name="37-text-4">
            <a:extLst xmlns:a="http://schemas.openxmlformats.org/drawingml/2006/main">
              <a:ext uri="{FF2B5EF4-FFF2-40B4-BE49-F238E27FC236}">
                <a16:creationId xmlns:a16="http://schemas.microsoft.com/office/drawing/2014/main" id="{ED9E4CEE-E014-4405-BAA0-8019BA1558D4}"/>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69" name="37-text-5">
            <a:extLst xmlns:a="http://schemas.openxmlformats.org/drawingml/2006/main">
              <a:ext uri="{FF2B5EF4-FFF2-40B4-BE49-F238E27FC236}">
                <a16:creationId xmlns:a16="http://schemas.microsoft.com/office/drawing/2014/main" id="{E4DC0843-6247-44F1-AC98-0155A62C50E9}"/>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70" name="37-text-6">
            <a:extLst xmlns:a="http://schemas.openxmlformats.org/drawingml/2006/main">
              <a:ext uri="{FF2B5EF4-FFF2-40B4-BE49-F238E27FC236}">
                <a16:creationId xmlns:a16="http://schemas.microsoft.com/office/drawing/2014/main" id="{6C934FCD-2A62-42E6-8ECC-4128A0A04728}"/>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71" name="37-text-7">
            <a:extLst xmlns:a="http://schemas.openxmlformats.org/drawingml/2006/main">
              <a:ext uri="{FF2B5EF4-FFF2-40B4-BE49-F238E27FC236}">
                <a16:creationId xmlns:a16="http://schemas.microsoft.com/office/drawing/2014/main" id="{6B7A8450-4BCE-4D8F-94FE-1375038C6A81}"/>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72" name="37-text-8">
            <a:extLst xmlns:a="http://schemas.openxmlformats.org/drawingml/2006/main">
              <a:ext uri="{FF2B5EF4-FFF2-40B4-BE49-F238E27FC236}">
                <a16:creationId xmlns:a16="http://schemas.microsoft.com/office/drawing/2014/main" id="{D2333B6D-4800-4CDB-8D63-7C5D10C4C161}"/>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73" name="37-text-9">
            <a:extLst xmlns:a="http://schemas.openxmlformats.org/drawingml/2006/main">
              <a:ext uri="{FF2B5EF4-FFF2-40B4-BE49-F238E27FC236}">
                <a16:creationId xmlns:a16="http://schemas.microsoft.com/office/drawing/2014/main" id="{0458352B-0565-48CD-850D-D3354543A3BF}"/>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74" name="37-text-10">
            <a:extLst xmlns:a="http://schemas.openxmlformats.org/drawingml/2006/main">
              <a:ext uri="{FF2B5EF4-FFF2-40B4-BE49-F238E27FC236}">
                <a16:creationId xmlns:a16="http://schemas.microsoft.com/office/drawing/2014/main" id="{63AA7C96-61C0-499F-ABB7-3076BA2B7DB6}"/>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75" name="37-text-11">
            <a:extLst xmlns:a="http://schemas.openxmlformats.org/drawingml/2006/main">
              <a:ext uri="{FF2B5EF4-FFF2-40B4-BE49-F238E27FC236}">
                <a16:creationId xmlns:a16="http://schemas.microsoft.com/office/drawing/2014/main" id="{1D8B6B69-C9ED-4D91-ADCA-944C987AA6C3}"/>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76" name="37-line-13">
            <a:extLst xmlns:a="http://schemas.openxmlformats.org/drawingml/2006/main">
              <a:ext uri="{FF2B5EF4-FFF2-40B4-BE49-F238E27FC236}">
                <a16:creationId xmlns:a16="http://schemas.microsoft.com/office/drawing/2014/main" id="{32C3E6B8-1B39-4352-89A0-D09C826B5206}"/>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7" name="37-line-15">
            <a:extLst xmlns:a="http://schemas.openxmlformats.org/drawingml/2006/main">
              <a:ext uri="{FF2B5EF4-FFF2-40B4-BE49-F238E27FC236}">
                <a16:creationId xmlns:a16="http://schemas.microsoft.com/office/drawing/2014/main" id="{B8446282-0057-483F-A08D-0CB49A3A7E73}"/>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8" name="37-line-17">
            <a:extLst xmlns:a="http://schemas.openxmlformats.org/drawingml/2006/main">
              <a:ext uri="{FF2B5EF4-FFF2-40B4-BE49-F238E27FC236}">
                <a16:creationId xmlns:a16="http://schemas.microsoft.com/office/drawing/2014/main" id="{1C1FCE1D-667C-429E-9A1F-4AEA28B9DCEA}"/>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79" name="37-shape-18">
            <a:extLst xmlns:a="http://schemas.openxmlformats.org/drawingml/2006/main">
              <a:ext uri="{FF2B5EF4-FFF2-40B4-BE49-F238E27FC236}">
                <a16:creationId xmlns:a16="http://schemas.microsoft.com/office/drawing/2014/main" id="{96226A28-8C8A-48AA-90CB-B874CC4DCF4E}"/>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80" name="37-text-19">
            <a:extLst xmlns:a="http://schemas.openxmlformats.org/drawingml/2006/main">
              <a:ext uri="{FF2B5EF4-FFF2-40B4-BE49-F238E27FC236}">
                <a16:creationId xmlns:a16="http://schemas.microsoft.com/office/drawing/2014/main" id="{CD892A21-1F9D-4936-B132-00E5B1DC7980}"/>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81" name="narrative-number">
            <a:extLst xmlns:a="http://schemas.openxmlformats.org/drawingml/2006/main">
              <a:ext uri="{FF2B5EF4-FFF2-40B4-BE49-F238E27FC236}">
                <a16:creationId xmlns:a16="http://schemas.microsoft.com/office/drawing/2014/main" id="{4D9D684F-B6A0-4E3E-B875-E1813EA3C7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2506179042"/>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2" name="!!area-name">
            <a:extLst xmlns:a="http://schemas.openxmlformats.org/drawingml/2006/main">
              <a:ext uri="{FF2B5EF4-FFF2-40B4-BE49-F238E27FC236}">
                <a16:creationId xmlns:a16="http://schemas.microsoft.com/office/drawing/2014/main" id="{A7A92B50-2998-4608-9716-D05A50C0841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94" name="mini-map"/>
          <p:cNvPicPr>
            <a:picLocks xmlns:a="http://schemas.openxmlformats.org/drawingml/2006/main" noChangeAspect="1"/>
          </p:cNvPicPr>
          <p:nvPr/>
        </p:nvPicPr>
        <p:blipFill>
          <a:blip xmlns:r="http://schemas.openxmlformats.org/officeDocument/2006/relationships" xmlns:a="http://schemas.openxmlformats.org/drawingml/2006/main" r:embed="R5ffadd65ce0e47e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4" name="slide-title">
            <a:extLst xmlns:a="http://schemas.openxmlformats.org/drawingml/2006/main">
              <a:ext uri="{FF2B5EF4-FFF2-40B4-BE49-F238E27FC236}">
                <a16:creationId xmlns:a16="http://schemas.microsoft.com/office/drawing/2014/main" id="{14312908-7BEB-4E26-B921-FE9697ABEFD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85" name="header-divider">
            <a:extLst xmlns:a="http://schemas.openxmlformats.org/drawingml/2006/main">
              <a:ext uri="{FF2B5EF4-FFF2-40B4-BE49-F238E27FC236}">
                <a16:creationId xmlns:a16="http://schemas.microsoft.com/office/drawing/2014/main" id="{6C1F084D-2204-4014-B557-821C8D9D990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6" name="38-text-1">
            <a:extLst xmlns:a="http://schemas.openxmlformats.org/drawingml/2006/main">
              <a:ext uri="{FF2B5EF4-FFF2-40B4-BE49-F238E27FC236}">
                <a16:creationId xmlns:a16="http://schemas.microsoft.com/office/drawing/2014/main" id="{1AE2487D-2EF9-45A1-9EF1-671FB777636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87" name="38-text-2">
            <a:extLst xmlns:a="http://schemas.openxmlformats.org/drawingml/2006/main">
              <a:ext uri="{FF2B5EF4-FFF2-40B4-BE49-F238E27FC236}">
                <a16:creationId xmlns:a16="http://schemas.microsoft.com/office/drawing/2014/main" id="{0163F838-99B5-4484-936E-A13489A04CA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88" name="38-text-3">
            <a:extLst xmlns:a="http://schemas.openxmlformats.org/drawingml/2006/main">
              <a:ext uri="{FF2B5EF4-FFF2-40B4-BE49-F238E27FC236}">
                <a16:creationId xmlns:a16="http://schemas.microsoft.com/office/drawing/2014/main" id="{A2D35987-CC61-4F34-92A6-4FBE1BE4661A}"/>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89" name="38-text-4">
            <a:extLst xmlns:a="http://schemas.openxmlformats.org/drawingml/2006/main">
              <a:ext uri="{FF2B5EF4-FFF2-40B4-BE49-F238E27FC236}">
                <a16:creationId xmlns:a16="http://schemas.microsoft.com/office/drawing/2014/main" id="{2C829701-CCB3-455C-AB75-AF48E74692D4}"/>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90" name="38-text-5">
            <a:extLst xmlns:a="http://schemas.openxmlformats.org/drawingml/2006/main">
              <a:ext uri="{FF2B5EF4-FFF2-40B4-BE49-F238E27FC236}">
                <a16:creationId xmlns:a16="http://schemas.microsoft.com/office/drawing/2014/main" id="{BC1DBCA1-E537-48CC-82FD-027956F1DCEB}"/>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91" name="38-text-6">
            <a:extLst xmlns:a="http://schemas.openxmlformats.org/drawingml/2006/main">
              <a:ext uri="{FF2B5EF4-FFF2-40B4-BE49-F238E27FC236}">
                <a16:creationId xmlns:a16="http://schemas.microsoft.com/office/drawing/2014/main" id="{420583E1-7F80-4A73-A1C5-DA4D75E53F44}"/>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92" name="narrative-number">
            <a:extLst xmlns:a="http://schemas.openxmlformats.org/drawingml/2006/main">
              <a:ext uri="{FF2B5EF4-FFF2-40B4-BE49-F238E27FC236}">
                <a16:creationId xmlns:a16="http://schemas.microsoft.com/office/drawing/2014/main" id="{99073032-D294-4457-8CBF-717A7AD6D8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914324431"/>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3" name="!!area-name">
            <a:extLst xmlns:a="http://schemas.openxmlformats.org/drawingml/2006/main">
              <a:ext uri="{FF2B5EF4-FFF2-40B4-BE49-F238E27FC236}">
                <a16:creationId xmlns:a16="http://schemas.microsoft.com/office/drawing/2014/main" id="{77ADB2DA-D146-474F-BF6D-E2222064831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508" name="mini-map"/>
          <p:cNvPicPr>
            <a:picLocks xmlns:a="http://schemas.openxmlformats.org/drawingml/2006/main" noChangeAspect="1"/>
          </p:cNvPicPr>
          <p:nvPr/>
        </p:nvPicPr>
        <p:blipFill>
          <a:blip xmlns:r="http://schemas.openxmlformats.org/officeDocument/2006/relationships" xmlns:a="http://schemas.openxmlformats.org/drawingml/2006/main" r:embed="Rc777244b504a4d2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5" name="slide-title">
            <a:extLst xmlns:a="http://schemas.openxmlformats.org/drawingml/2006/main">
              <a:ext uri="{FF2B5EF4-FFF2-40B4-BE49-F238E27FC236}">
                <a16:creationId xmlns:a16="http://schemas.microsoft.com/office/drawing/2014/main" id="{4A43EC12-2DE3-4EE4-B936-153FA7F1046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96" name="header-divider">
            <a:extLst xmlns:a="http://schemas.openxmlformats.org/drawingml/2006/main">
              <a:ext uri="{FF2B5EF4-FFF2-40B4-BE49-F238E27FC236}">
                <a16:creationId xmlns:a16="http://schemas.microsoft.com/office/drawing/2014/main" id="{FFECA543-4270-4DFA-9487-C6E6D82597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7" name="39-text-1">
            <a:extLst xmlns:a="http://schemas.openxmlformats.org/drawingml/2006/main">
              <a:ext uri="{FF2B5EF4-FFF2-40B4-BE49-F238E27FC236}">
                <a16:creationId xmlns:a16="http://schemas.microsoft.com/office/drawing/2014/main" id="{4F285D98-0900-4352-926C-B133D709310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98" name="39-text-2">
            <a:extLst xmlns:a="http://schemas.openxmlformats.org/drawingml/2006/main">
              <a:ext uri="{FF2B5EF4-FFF2-40B4-BE49-F238E27FC236}">
                <a16:creationId xmlns:a16="http://schemas.microsoft.com/office/drawing/2014/main" id="{114A3B7C-FE24-4D5A-BFC4-F3CF1653D3E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99" name="39-text-3">
            <a:extLst xmlns:a="http://schemas.openxmlformats.org/drawingml/2006/main">
              <a:ext uri="{FF2B5EF4-FFF2-40B4-BE49-F238E27FC236}">
                <a16:creationId xmlns:a16="http://schemas.microsoft.com/office/drawing/2014/main" id="{40E90E1D-48AE-46E1-846A-DFC7DACFCAAD}"/>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500" name="39-text-4">
            <a:extLst xmlns:a="http://schemas.openxmlformats.org/drawingml/2006/main">
              <a:ext uri="{FF2B5EF4-FFF2-40B4-BE49-F238E27FC236}">
                <a16:creationId xmlns:a16="http://schemas.microsoft.com/office/drawing/2014/main" id="{2C543A5F-4A28-4359-A393-B3A26160C5A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501" name="39-text-5">
            <a:extLst xmlns:a="http://schemas.openxmlformats.org/drawingml/2006/main">
              <a:ext uri="{FF2B5EF4-FFF2-40B4-BE49-F238E27FC236}">
                <a16:creationId xmlns:a16="http://schemas.microsoft.com/office/drawing/2014/main" id="{F9F93F01-1617-4C14-932A-F340E4D504F8}"/>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502" name="39-text-6">
            <a:extLst xmlns:a="http://schemas.openxmlformats.org/drawingml/2006/main">
              <a:ext uri="{FF2B5EF4-FFF2-40B4-BE49-F238E27FC236}">
                <a16:creationId xmlns:a16="http://schemas.microsoft.com/office/drawing/2014/main" id="{8DB3E88B-6358-4DD8-87BC-3B8D2EC9E20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503" name="39-text-7">
            <a:extLst xmlns:a="http://schemas.openxmlformats.org/drawingml/2006/main">
              <a:ext uri="{FF2B5EF4-FFF2-40B4-BE49-F238E27FC236}">
                <a16:creationId xmlns:a16="http://schemas.microsoft.com/office/drawing/2014/main" id="{66BC63FA-B4F4-4604-9774-69AC34723AA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504" name="39-text-8">
            <a:extLst xmlns:a="http://schemas.openxmlformats.org/drawingml/2006/main">
              <a:ext uri="{FF2B5EF4-FFF2-40B4-BE49-F238E27FC236}">
                <a16:creationId xmlns:a16="http://schemas.microsoft.com/office/drawing/2014/main" id="{D8DC882E-475E-4913-8ABE-FAB9C8DDE6C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505" name="39-text-9">
            <a:extLst xmlns:a="http://schemas.openxmlformats.org/drawingml/2006/main">
              <a:ext uri="{FF2B5EF4-FFF2-40B4-BE49-F238E27FC236}">
                <a16:creationId xmlns:a16="http://schemas.microsoft.com/office/drawing/2014/main" id="{FEEE26BF-3D65-4DE7-AAED-40DEF2D88A7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506" name="narrative-number">
            <a:extLst xmlns:a="http://schemas.openxmlformats.org/drawingml/2006/main">
              <a:ext uri="{FF2B5EF4-FFF2-40B4-BE49-F238E27FC236}">
                <a16:creationId xmlns:a16="http://schemas.microsoft.com/office/drawing/2014/main" id="{4C38184C-1D79-4E6A-8626-6D10B8A840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4143317705"/>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7" name="!!area-name">
            <a:extLst xmlns:a="http://schemas.openxmlformats.org/drawingml/2006/main">
              <a:ext uri="{FF2B5EF4-FFF2-40B4-BE49-F238E27FC236}">
                <a16:creationId xmlns:a16="http://schemas.microsoft.com/office/drawing/2014/main" id="{1693AD55-2639-4D91-AD35-012A9D36E65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16" name="mini-map"/>
          <p:cNvPicPr>
            <a:picLocks xmlns:a="http://schemas.openxmlformats.org/drawingml/2006/main" noChangeAspect="1"/>
          </p:cNvPicPr>
          <p:nvPr/>
        </p:nvPicPr>
        <p:blipFill>
          <a:blip xmlns:r="http://schemas.openxmlformats.org/officeDocument/2006/relationships" xmlns:a="http://schemas.openxmlformats.org/drawingml/2006/main" r:embed="R08555e6cd0b849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9" name="slide-title">
            <a:extLst xmlns:a="http://schemas.openxmlformats.org/drawingml/2006/main">
              <a:ext uri="{FF2B5EF4-FFF2-40B4-BE49-F238E27FC236}">
                <a16:creationId xmlns:a16="http://schemas.microsoft.com/office/drawing/2014/main" id="{A39F91B7-C9BC-4F66-BA62-5939B4FA10E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510" name="header-divider">
            <a:extLst xmlns:a="http://schemas.openxmlformats.org/drawingml/2006/main">
              <a:ext uri="{FF2B5EF4-FFF2-40B4-BE49-F238E27FC236}">
                <a16:creationId xmlns:a16="http://schemas.microsoft.com/office/drawing/2014/main" id="{0AB424A7-58EA-481C-B16D-1FB45266D29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1" name="40-text-1">
            <a:extLst xmlns:a="http://schemas.openxmlformats.org/drawingml/2006/main">
              <a:ext uri="{FF2B5EF4-FFF2-40B4-BE49-F238E27FC236}">
                <a16:creationId xmlns:a16="http://schemas.microsoft.com/office/drawing/2014/main" id="{9E628B48-1701-4D1A-B5B4-FA8F73B23B2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20"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3" name="40-text-3">
            <a:extLst xmlns:a="http://schemas.openxmlformats.org/drawingml/2006/main">
              <a:ext uri="{FF2B5EF4-FFF2-40B4-BE49-F238E27FC236}">
                <a16:creationId xmlns:a16="http://schemas.microsoft.com/office/drawing/2014/main" id="{EDC94DD1-B66B-4D50-ADA6-6F6209FCA707}"/>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14" name="narrative-number">
            <a:extLst xmlns:a="http://schemas.openxmlformats.org/drawingml/2006/main">
              <a:ext uri="{FF2B5EF4-FFF2-40B4-BE49-F238E27FC236}">
                <a16:creationId xmlns:a16="http://schemas.microsoft.com/office/drawing/2014/main" id="{E12B3CDB-BF99-488C-B239-66972796B4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272768632"/>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24" name="41-image-1"/>
          <p:cNvPicPr>
            <a:picLocks xmlns:a="http://schemas.openxmlformats.org/drawingml/2006/main" noChangeAspect="1"/>
          </p:cNvPicPr>
          <p:nvPr/>
        </p:nvPicPr>
        <p:blipFill>
          <a:blip xmlns:r="http://schemas.openxmlformats.org/officeDocument/2006/relationships" xmlns:a="http://schemas.openxmlformats.org/drawingml/2006/main" r:embed="R3169da949017413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16" name="slide-title">
            <a:extLst xmlns:a="http://schemas.openxmlformats.org/drawingml/2006/main">
              <a:ext uri="{FF2B5EF4-FFF2-40B4-BE49-F238E27FC236}">
                <a16:creationId xmlns:a16="http://schemas.microsoft.com/office/drawing/2014/main" id="{3FB15F7D-341F-44B4-8825-63B4680EE7F8}"/>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17" name="area-key-1">
            <a:extLst xmlns:a="http://schemas.openxmlformats.org/drawingml/2006/main">
              <a:ext uri="{FF2B5EF4-FFF2-40B4-BE49-F238E27FC236}">
                <a16:creationId xmlns:a16="http://schemas.microsoft.com/office/drawing/2014/main" id="{66371519-BBF3-42D5-8EFD-281CF28B4A6C}"/>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18" name="area-key-2">
            <a:extLst xmlns:a="http://schemas.openxmlformats.org/drawingml/2006/main">
              <a:ext uri="{FF2B5EF4-FFF2-40B4-BE49-F238E27FC236}">
                <a16:creationId xmlns:a16="http://schemas.microsoft.com/office/drawing/2014/main" id="{C7A354D8-24E5-4D86-8CD4-BDDC9E637D08}"/>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19" name="area-key-3">
            <a:extLst xmlns:a="http://schemas.openxmlformats.org/drawingml/2006/main">
              <a:ext uri="{FF2B5EF4-FFF2-40B4-BE49-F238E27FC236}">
                <a16:creationId xmlns:a16="http://schemas.microsoft.com/office/drawing/2014/main" id="{F6007ADB-7BFD-406A-B8A3-E4E3244A0E70}"/>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20" name="area-key-4">
            <a:extLst xmlns:a="http://schemas.openxmlformats.org/drawingml/2006/main">
              <a:ext uri="{FF2B5EF4-FFF2-40B4-BE49-F238E27FC236}">
                <a16:creationId xmlns:a16="http://schemas.microsoft.com/office/drawing/2014/main" id="{59634172-E9A7-4E18-BA5C-580E7B33C683}"/>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21" name="area-key-5">
            <a:extLst xmlns:a="http://schemas.openxmlformats.org/drawingml/2006/main">
              <a:ext uri="{FF2B5EF4-FFF2-40B4-BE49-F238E27FC236}">
                <a16:creationId xmlns:a16="http://schemas.microsoft.com/office/drawing/2014/main" id="{660363F9-4813-4272-A6A3-370BC5CE12B7}"/>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22" name="area-key-6">
            <a:extLst xmlns:a="http://schemas.openxmlformats.org/drawingml/2006/main">
              <a:ext uri="{FF2B5EF4-FFF2-40B4-BE49-F238E27FC236}">
                <a16:creationId xmlns:a16="http://schemas.microsoft.com/office/drawing/2014/main" id="{9295DFC6-FC4C-4FC0-BD1A-2788936AC9D5}"/>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23" name="narrative-number">
            <a:extLst xmlns:a="http://schemas.openxmlformats.org/drawingml/2006/main">
              <a:ext uri="{FF2B5EF4-FFF2-40B4-BE49-F238E27FC236}">
                <a16:creationId xmlns:a16="http://schemas.microsoft.com/office/drawing/2014/main" id="{35FB3DE6-1946-467C-9669-B9F180AEC44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199549310"/>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4" name="section-label">
            <a:extLst xmlns:a="http://schemas.openxmlformats.org/drawingml/2006/main">
              <a:ext uri="{FF2B5EF4-FFF2-40B4-BE49-F238E27FC236}">
                <a16:creationId xmlns:a16="http://schemas.microsoft.com/office/drawing/2014/main" id="{43E08E0A-0A73-4B11-ADAF-5473F98A771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25" name="section-rule">
            <a:extLst xmlns:a="http://schemas.openxmlformats.org/drawingml/2006/main">
              <a:ext uri="{FF2B5EF4-FFF2-40B4-BE49-F238E27FC236}">
                <a16:creationId xmlns:a16="http://schemas.microsoft.com/office/drawing/2014/main" id="{DF30A056-38C1-4E38-B6DF-2DD488EE92C3}"/>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6" name="section-title">
            <a:extLst xmlns:a="http://schemas.openxmlformats.org/drawingml/2006/main">
              <a:ext uri="{FF2B5EF4-FFF2-40B4-BE49-F238E27FC236}">
                <a16:creationId xmlns:a16="http://schemas.microsoft.com/office/drawing/2014/main" id="{ADE326CA-D38E-4D88-B202-A6F954B7022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27" name="narrative-number">
            <a:extLst xmlns:a="http://schemas.openxmlformats.org/drawingml/2006/main">
              <a:ext uri="{FF2B5EF4-FFF2-40B4-BE49-F238E27FC236}">
                <a16:creationId xmlns:a16="http://schemas.microsoft.com/office/drawing/2014/main" id="{2D1A6F0E-58B1-4504-BB1E-CE90A9D1396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1236081851"/>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8" name="!!area-name">
            <a:extLst xmlns:a="http://schemas.openxmlformats.org/drawingml/2006/main">
              <a:ext uri="{FF2B5EF4-FFF2-40B4-BE49-F238E27FC236}">
                <a16:creationId xmlns:a16="http://schemas.microsoft.com/office/drawing/2014/main" id="{34DADC5C-2143-4AAF-976B-197A300E1A5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35" name="mini-map"/>
          <p:cNvPicPr>
            <a:picLocks xmlns:a="http://schemas.openxmlformats.org/drawingml/2006/main" noChangeAspect="1"/>
          </p:cNvPicPr>
          <p:nvPr/>
        </p:nvPicPr>
        <p:blipFill>
          <a:blip xmlns:r="http://schemas.openxmlformats.org/officeDocument/2006/relationships" xmlns:a="http://schemas.openxmlformats.org/drawingml/2006/main" r:embed="Ra86ebb5ad7dd4c5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0" name="slide-title">
            <a:extLst xmlns:a="http://schemas.openxmlformats.org/drawingml/2006/main">
              <a:ext uri="{FF2B5EF4-FFF2-40B4-BE49-F238E27FC236}">
                <a16:creationId xmlns:a16="http://schemas.microsoft.com/office/drawing/2014/main" id="{790EEB29-EE65-4247-B180-D309DEB4262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31" name="header-divider">
            <a:extLst xmlns:a="http://schemas.openxmlformats.org/drawingml/2006/main">
              <a:ext uri="{FF2B5EF4-FFF2-40B4-BE49-F238E27FC236}">
                <a16:creationId xmlns:a16="http://schemas.microsoft.com/office/drawing/2014/main" id="{3579B6C5-6878-49DA-8225-0A969877DEC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8"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3" name="narrative-number">
            <a:extLst xmlns:a="http://schemas.openxmlformats.org/drawingml/2006/main">
              <a:ext uri="{FF2B5EF4-FFF2-40B4-BE49-F238E27FC236}">
                <a16:creationId xmlns:a16="http://schemas.microsoft.com/office/drawing/2014/main" id="{8A8B2F0D-BB32-41BA-913F-DAD9D03038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3012180816"/>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4" name="!!area-name">
            <a:extLst xmlns:a="http://schemas.openxmlformats.org/drawingml/2006/main">
              <a:ext uri="{FF2B5EF4-FFF2-40B4-BE49-F238E27FC236}">
                <a16:creationId xmlns:a16="http://schemas.microsoft.com/office/drawing/2014/main" id="{FF1E6FA1-B60C-4F6D-A27B-A656A57284B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41" name="mini-map"/>
          <p:cNvPicPr>
            <a:picLocks xmlns:a="http://schemas.openxmlformats.org/drawingml/2006/main" noChangeAspect="1"/>
          </p:cNvPicPr>
          <p:nvPr/>
        </p:nvPicPr>
        <p:blipFill>
          <a:blip xmlns:r="http://schemas.openxmlformats.org/officeDocument/2006/relationships" xmlns:a="http://schemas.openxmlformats.org/drawingml/2006/main" r:embed="R6f32464fceaf4f4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6" name="slide-title">
            <a:extLst xmlns:a="http://schemas.openxmlformats.org/drawingml/2006/main">
              <a:ext uri="{FF2B5EF4-FFF2-40B4-BE49-F238E27FC236}">
                <a16:creationId xmlns:a16="http://schemas.microsoft.com/office/drawing/2014/main" id="{95FE176C-BD18-488E-8D6C-B3B96C29868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37" name="header-divider">
            <a:extLst xmlns:a="http://schemas.openxmlformats.org/drawingml/2006/main">
              <a:ext uri="{FF2B5EF4-FFF2-40B4-BE49-F238E27FC236}">
                <a16:creationId xmlns:a16="http://schemas.microsoft.com/office/drawing/2014/main" id="{B373B03D-9000-4253-A192-9B6D7807F10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44"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9" name="narrative-number">
            <a:extLst xmlns:a="http://schemas.openxmlformats.org/drawingml/2006/main">
              <a:ext uri="{FF2B5EF4-FFF2-40B4-BE49-F238E27FC236}">
                <a16:creationId xmlns:a16="http://schemas.microsoft.com/office/drawing/2014/main" id="{B3349EA4-719C-4976-ABAB-DCF5AFCEE8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117423915"/>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0" name="!!area-name">
            <a:extLst xmlns:a="http://schemas.openxmlformats.org/drawingml/2006/main">
              <a:ext uri="{FF2B5EF4-FFF2-40B4-BE49-F238E27FC236}">
                <a16:creationId xmlns:a16="http://schemas.microsoft.com/office/drawing/2014/main" id="{A09451D9-5064-43B4-8F58-9CA391A35F50}"/>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41" name="header-divider">
            <a:extLst xmlns:a="http://schemas.openxmlformats.org/drawingml/2006/main">
              <a:ext uri="{FF2B5EF4-FFF2-40B4-BE49-F238E27FC236}">
                <a16:creationId xmlns:a16="http://schemas.microsoft.com/office/drawing/2014/main" id="{640A4B41-A8E2-466B-8F15-A8666DAEE8D4}"/>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2" name="45-shape-1">
            <a:extLst xmlns:a="http://schemas.openxmlformats.org/drawingml/2006/main">
              <a:ext uri="{FF2B5EF4-FFF2-40B4-BE49-F238E27FC236}">
                <a16:creationId xmlns:a16="http://schemas.microsoft.com/office/drawing/2014/main" id="{88BD2CFE-8734-44F1-8008-21087CFFCBDA}"/>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3" name="45-shape-2">
            <a:extLst xmlns:a="http://schemas.openxmlformats.org/drawingml/2006/main">
              <a:ext uri="{FF2B5EF4-FFF2-40B4-BE49-F238E27FC236}">
                <a16:creationId xmlns:a16="http://schemas.microsoft.com/office/drawing/2014/main" id="{FDC7B033-0B1A-4556-8AB6-F6839646DF4C}"/>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44" name="45-text-3">
            <a:extLst xmlns:a="http://schemas.openxmlformats.org/drawingml/2006/main">
              <a:ext uri="{FF2B5EF4-FFF2-40B4-BE49-F238E27FC236}">
                <a16:creationId xmlns:a16="http://schemas.microsoft.com/office/drawing/2014/main" id="{72766F8F-6FFA-4A66-AE78-4D49C1481A99}"/>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45" name="45-text-4">
            <a:extLst xmlns:a="http://schemas.openxmlformats.org/drawingml/2006/main">
              <a:ext uri="{FF2B5EF4-FFF2-40B4-BE49-F238E27FC236}">
                <a16:creationId xmlns:a16="http://schemas.microsoft.com/office/drawing/2014/main" id="{CD4D5DF9-3DB6-4272-8B85-1C22EF26816B}"/>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46" name="45-shape-5">
            <a:extLst xmlns:a="http://schemas.openxmlformats.org/drawingml/2006/main">
              <a:ext uri="{FF2B5EF4-FFF2-40B4-BE49-F238E27FC236}">
                <a16:creationId xmlns:a16="http://schemas.microsoft.com/office/drawing/2014/main" id="{42CA2134-108F-4DC7-BFE8-9E91D0CB632F}"/>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7" name="45-shape-6">
            <a:extLst xmlns:a="http://schemas.openxmlformats.org/drawingml/2006/main">
              <a:ext uri="{FF2B5EF4-FFF2-40B4-BE49-F238E27FC236}">
                <a16:creationId xmlns:a16="http://schemas.microsoft.com/office/drawing/2014/main" id="{3A769732-36A8-4365-898E-AC09451771AB}"/>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8" name="45-text-7">
            <a:extLst xmlns:a="http://schemas.openxmlformats.org/drawingml/2006/main">
              <a:ext uri="{FF2B5EF4-FFF2-40B4-BE49-F238E27FC236}">
                <a16:creationId xmlns:a16="http://schemas.microsoft.com/office/drawing/2014/main" id="{2079AB04-B464-45CE-BA72-B7D8282F9F17}"/>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49" name="45-text-8">
            <a:extLst xmlns:a="http://schemas.openxmlformats.org/drawingml/2006/main">
              <a:ext uri="{FF2B5EF4-FFF2-40B4-BE49-F238E27FC236}">
                <a16:creationId xmlns:a16="http://schemas.microsoft.com/office/drawing/2014/main" id="{A87EC214-1819-48FC-99F1-E892227C70F9}"/>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50" name="45-shape-9">
            <a:extLst xmlns:a="http://schemas.openxmlformats.org/drawingml/2006/main">
              <a:ext uri="{FF2B5EF4-FFF2-40B4-BE49-F238E27FC236}">
                <a16:creationId xmlns:a16="http://schemas.microsoft.com/office/drawing/2014/main" id="{4C1B1DE1-800B-4382-BE3E-BD3FB507EEB3}"/>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1" name="45-shape-10">
            <a:extLst xmlns:a="http://schemas.openxmlformats.org/drawingml/2006/main">
              <a:ext uri="{FF2B5EF4-FFF2-40B4-BE49-F238E27FC236}">
                <a16:creationId xmlns:a16="http://schemas.microsoft.com/office/drawing/2014/main" id="{0F639244-B44A-4BB4-9D2A-92BF42A87266}"/>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2" name="45-text-11">
            <a:extLst xmlns:a="http://schemas.openxmlformats.org/drawingml/2006/main">
              <a:ext uri="{FF2B5EF4-FFF2-40B4-BE49-F238E27FC236}">
                <a16:creationId xmlns:a16="http://schemas.microsoft.com/office/drawing/2014/main" id="{8A903D38-B5F9-4E98-BA65-DBD7140527AF}"/>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53" name="45-text-12">
            <a:extLst xmlns:a="http://schemas.openxmlformats.org/drawingml/2006/main">
              <a:ext uri="{FF2B5EF4-FFF2-40B4-BE49-F238E27FC236}">
                <a16:creationId xmlns:a16="http://schemas.microsoft.com/office/drawing/2014/main" id="{F563FF07-FB2A-4018-ACEA-7B39E2971C70}"/>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54" name="45-shape-13">
            <a:extLst xmlns:a="http://schemas.openxmlformats.org/drawingml/2006/main">
              <a:ext uri="{FF2B5EF4-FFF2-40B4-BE49-F238E27FC236}">
                <a16:creationId xmlns:a16="http://schemas.microsoft.com/office/drawing/2014/main" id="{0964D21E-5840-4C0E-9529-513D4CF7AB05}"/>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5" name="45-shape-14">
            <a:extLst xmlns:a="http://schemas.openxmlformats.org/drawingml/2006/main">
              <a:ext uri="{FF2B5EF4-FFF2-40B4-BE49-F238E27FC236}">
                <a16:creationId xmlns:a16="http://schemas.microsoft.com/office/drawing/2014/main" id="{0E0CE44E-2B26-4702-B9EB-7C34C477CD5E}"/>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6" name="45-text-15">
            <a:extLst xmlns:a="http://schemas.openxmlformats.org/drawingml/2006/main">
              <a:ext uri="{FF2B5EF4-FFF2-40B4-BE49-F238E27FC236}">
                <a16:creationId xmlns:a16="http://schemas.microsoft.com/office/drawing/2014/main" id="{09363F0C-384F-4487-AF7F-9D55A1DB610A}"/>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57" name="45-text-16">
            <a:extLst xmlns:a="http://schemas.openxmlformats.org/drawingml/2006/main">
              <a:ext uri="{FF2B5EF4-FFF2-40B4-BE49-F238E27FC236}">
                <a16:creationId xmlns:a16="http://schemas.microsoft.com/office/drawing/2014/main" id="{7A969663-B20E-4C3A-88AE-C873F8990926}"/>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58" name="45-shape-17">
            <a:extLst xmlns:a="http://schemas.openxmlformats.org/drawingml/2006/main">
              <a:ext uri="{FF2B5EF4-FFF2-40B4-BE49-F238E27FC236}">
                <a16:creationId xmlns:a16="http://schemas.microsoft.com/office/drawing/2014/main" id="{951DD1CF-9B6B-4D6E-975E-84ADCF03A224}"/>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9" name="45-shape-18">
            <a:extLst xmlns:a="http://schemas.openxmlformats.org/drawingml/2006/main">
              <a:ext uri="{FF2B5EF4-FFF2-40B4-BE49-F238E27FC236}">
                <a16:creationId xmlns:a16="http://schemas.microsoft.com/office/drawing/2014/main" id="{39745605-A6AD-4DF3-AA29-9194E4BADE5A}"/>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60" name="45-text-19">
            <a:extLst xmlns:a="http://schemas.openxmlformats.org/drawingml/2006/main">
              <a:ext uri="{FF2B5EF4-FFF2-40B4-BE49-F238E27FC236}">
                <a16:creationId xmlns:a16="http://schemas.microsoft.com/office/drawing/2014/main" id="{75C2F07D-9D8B-41B1-BA14-2D2FCA2CA7D9}"/>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61" name="45-text-20">
            <a:extLst xmlns:a="http://schemas.openxmlformats.org/drawingml/2006/main">
              <a:ext uri="{FF2B5EF4-FFF2-40B4-BE49-F238E27FC236}">
                <a16:creationId xmlns:a16="http://schemas.microsoft.com/office/drawing/2014/main" id="{32373293-CFC7-4AF2-93DD-63B517C682CD}"/>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62" name="45-shape-21">
            <a:extLst xmlns:a="http://schemas.openxmlformats.org/drawingml/2006/main">
              <a:ext uri="{FF2B5EF4-FFF2-40B4-BE49-F238E27FC236}">
                <a16:creationId xmlns:a16="http://schemas.microsoft.com/office/drawing/2014/main" id="{48CF439A-89DB-4610-BE29-496FCC53887D}"/>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3" name="45-shape-22">
            <a:extLst xmlns:a="http://schemas.openxmlformats.org/drawingml/2006/main">
              <a:ext uri="{FF2B5EF4-FFF2-40B4-BE49-F238E27FC236}">
                <a16:creationId xmlns:a16="http://schemas.microsoft.com/office/drawing/2014/main" id="{C08D3973-BA1D-4B6B-9350-B185F36F6210}"/>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64" name="45-text-23">
            <a:extLst xmlns:a="http://schemas.openxmlformats.org/drawingml/2006/main">
              <a:ext uri="{FF2B5EF4-FFF2-40B4-BE49-F238E27FC236}">
                <a16:creationId xmlns:a16="http://schemas.microsoft.com/office/drawing/2014/main" id="{8245402F-8594-48A7-B428-52451BCCCE8D}"/>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65" name="45-text-24">
            <a:extLst xmlns:a="http://schemas.openxmlformats.org/drawingml/2006/main">
              <a:ext uri="{FF2B5EF4-FFF2-40B4-BE49-F238E27FC236}">
                <a16:creationId xmlns:a16="http://schemas.microsoft.com/office/drawing/2014/main" id="{73BAF0EE-CB67-4FB4-9B92-B6BD9CB26ACB}"/>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66" name="narrative-number">
            <a:extLst xmlns:a="http://schemas.openxmlformats.org/drawingml/2006/main">
              <a:ext uri="{FF2B5EF4-FFF2-40B4-BE49-F238E27FC236}">
                <a16:creationId xmlns:a16="http://schemas.microsoft.com/office/drawing/2014/main" id="{A8971FC2-57E5-49C4-A7C9-94FBC9CB57D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619887054"/>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7" name="!!area-name">
            <a:extLst xmlns:a="http://schemas.openxmlformats.org/drawingml/2006/main">
              <a:ext uri="{FF2B5EF4-FFF2-40B4-BE49-F238E27FC236}">
                <a16:creationId xmlns:a16="http://schemas.microsoft.com/office/drawing/2014/main" id="{FFF3D9EA-F182-4241-B9E2-57BA3D815D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85" name="mini-map"/>
          <p:cNvPicPr>
            <a:picLocks xmlns:a="http://schemas.openxmlformats.org/drawingml/2006/main" noChangeAspect="1"/>
          </p:cNvPicPr>
          <p:nvPr/>
        </p:nvPicPr>
        <p:blipFill>
          <a:blip xmlns:r="http://schemas.openxmlformats.org/officeDocument/2006/relationships" xmlns:a="http://schemas.openxmlformats.org/drawingml/2006/main" r:embed="R47636c3dcfdc46e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69" name="slide-title">
            <a:extLst xmlns:a="http://schemas.openxmlformats.org/drawingml/2006/main">
              <a:ext uri="{FF2B5EF4-FFF2-40B4-BE49-F238E27FC236}">
                <a16:creationId xmlns:a16="http://schemas.microsoft.com/office/drawing/2014/main" id="{31A72F93-E3B6-48F6-AADD-4696FDAA1F0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70" name="header-divider">
            <a:extLst xmlns:a="http://schemas.openxmlformats.org/drawingml/2006/main">
              <a:ext uri="{FF2B5EF4-FFF2-40B4-BE49-F238E27FC236}">
                <a16:creationId xmlns:a16="http://schemas.microsoft.com/office/drawing/2014/main" id="{66552A59-B79E-4AA1-87FE-6EB526F9B61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1" name="46-shape-1">
            <a:extLst xmlns:a="http://schemas.openxmlformats.org/drawingml/2006/main">
              <a:ext uri="{FF2B5EF4-FFF2-40B4-BE49-F238E27FC236}">
                <a16:creationId xmlns:a16="http://schemas.microsoft.com/office/drawing/2014/main" id="{56735748-4A29-4EBF-9FB9-C9A9186A33FA}"/>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2" name="46-text-2">
            <a:extLst xmlns:a="http://schemas.openxmlformats.org/drawingml/2006/main">
              <a:ext uri="{FF2B5EF4-FFF2-40B4-BE49-F238E27FC236}">
                <a16:creationId xmlns:a16="http://schemas.microsoft.com/office/drawing/2014/main" id="{9925C92C-002F-4FC1-96AC-5052A34E856B}"/>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73" name="46-text-3">
            <a:extLst xmlns:a="http://schemas.openxmlformats.org/drawingml/2006/main">
              <a:ext uri="{FF2B5EF4-FFF2-40B4-BE49-F238E27FC236}">
                <a16:creationId xmlns:a16="http://schemas.microsoft.com/office/drawing/2014/main" id="{852C4772-3D28-41A9-8EB6-12A575056293}"/>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74" name="46-shape-4">
            <a:extLst xmlns:a="http://schemas.openxmlformats.org/drawingml/2006/main">
              <a:ext uri="{FF2B5EF4-FFF2-40B4-BE49-F238E27FC236}">
                <a16:creationId xmlns:a16="http://schemas.microsoft.com/office/drawing/2014/main" id="{C4893E33-F88D-49B0-8DFB-23F3DD6FCCBD}"/>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5" name="46-text-5">
            <a:extLst xmlns:a="http://schemas.openxmlformats.org/drawingml/2006/main">
              <a:ext uri="{FF2B5EF4-FFF2-40B4-BE49-F238E27FC236}">
                <a16:creationId xmlns:a16="http://schemas.microsoft.com/office/drawing/2014/main" id="{C9234DAB-3CEE-4271-85A6-DF3A170102DF}"/>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76" name="46-text-6">
            <a:extLst xmlns:a="http://schemas.openxmlformats.org/drawingml/2006/main">
              <a:ext uri="{FF2B5EF4-FFF2-40B4-BE49-F238E27FC236}">
                <a16:creationId xmlns:a16="http://schemas.microsoft.com/office/drawing/2014/main" id="{00F3E7CA-4AB4-4AF3-A6BF-9560A9783275}"/>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77" name="46-shape-7">
            <a:extLst xmlns:a="http://schemas.openxmlformats.org/drawingml/2006/main">
              <a:ext uri="{FF2B5EF4-FFF2-40B4-BE49-F238E27FC236}">
                <a16:creationId xmlns:a16="http://schemas.microsoft.com/office/drawing/2014/main" id="{A4ED9E22-0FC2-4CD9-8D71-735B02B1BDCF}"/>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8" name="46-text-8">
            <a:extLst xmlns:a="http://schemas.openxmlformats.org/drawingml/2006/main">
              <a:ext uri="{FF2B5EF4-FFF2-40B4-BE49-F238E27FC236}">
                <a16:creationId xmlns:a16="http://schemas.microsoft.com/office/drawing/2014/main" id="{54A66E3F-63F0-49A7-9006-5AFEA79F745E}"/>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79" name="46-text-9">
            <a:extLst xmlns:a="http://schemas.openxmlformats.org/drawingml/2006/main">
              <a:ext uri="{FF2B5EF4-FFF2-40B4-BE49-F238E27FC236}">
                <a16:creationId xmlns:a16="http://schemas.microsoft.com/office/drawing/2014/main" id="{F40424CF-C0CB-414F-8C6D-E218A22822F3}"/>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80" name="46-shape-10">
            <a:extLst xmlns:a="http://schemas.openxmlformats.org/drawingml/2006/main">
              <a:ext uri="{FF2B5EF4-FFF2-40B4-BE49-F238E27FC236}">
                <a16:creationId xmlns:a16="http://schemas.microsoft.com/office/drawing/2014/main" id="{13AC2518-49D5-46A3-B2A9-C3CC5556803A}"/>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1" name="46-text-11">
            <a:extLst xmlns:a="http://schemas.openxmlformats.org/drawingml/2006/main">
              <a:ext uri="{FF2B5EF4-FFF2-40B4-BE49-F238E27FC236}">
                <a16:creationId xmlns:a16="http://schemas.microsoft.com/office/drawing/2014/main" id="{31F6191F-E1ED-4FB4-A949-BE1431A4A715}"/>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82" name="46-text-12">
            <a:extLst xmlns:a="http://schemas.openxmlformats.org/drawingml/2006/main">
              <a:ext uri="{FF2B5EF4-FFF2-40B4-BE49-F238E27FC236}">
                <a16:creationId xmlns:a16="http://schemas.microsoft.com/office/drawing/2014/main" id="{0579A800-B128-4281-BD01-8947D4E093C9}"/>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83" name="narrative-number">
            <a:extLst xmlns:a="http://schemas.openxmlformats.org/drawingml/2006/main">
              <a:ext uri="{FF2B5EF4-FFF2-40B4-BE49-F238E27FC236}">
                <a16:creationId xmlns:a16="http://schemas.microsoft.com/office/drawing/2014/main" id="{5D473059-CB81-4EC2-A512-07D68A30FF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836457731"/>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4" name="47-text-1">
            <a:extLst xmlns:a="http://schemas.openxmlformats.org/drawingml/2006/main">
              <a:ext uri="{FF2B5EF4-FFF2-40B4-BE49-F238E27FC236}">
                <a16:creationId xmlns:a16="http://schemas.microsoft.com/office/drawing/2014/main" id="{1179A58D-D38C-4A38-9F52-829801678FDA}"/>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85" name="47-text-2">
            <a:extLst xmlns:a="http://schemas.openxmlformats.org/drawingml/2006/main">
              <a:ext uri="{FF2B5EF4-FFF2-40B4-BE49-F238E27FC236}">
                <a16:creationId xmlns:a16="http://schemas.microsoft.com/office/drawing/2014/main" id="{9C80531B-B2AA-4D32-9B03-6FB97543CEF9}"/>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86" name="47-text-3">
            <a:extLst xmlns:a="http://schemas.openxmlformats.org/drawingml/2006/main">
              <a:ext uri="{FF2B5EF4-FFF2-40B4-BE49-F238E27FC236}">
                <a16:creationId xmlns:a16="http://schemas.microsoft.com/office/drawing/2014/main" id="{78340A71-AC56-41FB-8822-57A726FE44FA}"/>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87" name="narrative-number">
            <a:extLst xmlns:a="http://schemas.openxmlformats.org/drawingml/2006/main">
              <a:ext uri="{FF2B5EF4-FFF2-40B4-BE49-F238E27FC236}">
                <a16:creationId xmlns:a16="http://schemas.microsoft.com/office/drawing/2014/main" id="{C8DE1C32-71FD-4897-835F-E32F165A9A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4427568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8" name="slide-title">
            <a:extLst xmlns:a="http://schemas.openxmlformats.org/drawingml/2006/main">
              <a:ext uri="{FF2B5EF4-FFF2-40B4-BE49-F238E27FC236}">
                <a16:creationId xmlns:a16="http://schemas.microsoft.com/office/drawing/2014/main" id="{D17251D8-8A41-45C6-A495-41E196F54BC4}"/>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89" name="header-divider">
            <a:extLst xmlns:a="http://schemas.openxmlformats.org/drawingml/2006/main">
              <a:ext uri="{FF2B5EF4-FFF2-40B4-BE49-F238E27FC236}">
                <a16:creationId xmlns:a16="http://schemas.microsoft.com/office/drawing/2014/main" id="{421CF81B-7D24-45C4-8A81-C5FD1A0809DA}"/>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90" name="48-text-1">
            <a:extLst xmlns:a="http://schemas.openxmlformats.org/drawingml/2006/main">
              <a:ext uri="{FF2B5EF4-FFF2-40B4-BE49-F238E27FC236}">
                <a16:creationId xmlns:a16="http://schemas.microsoft.com/office/drawing/2014/main" id="{E95A876A-D19E-49FF-9F52-691FC48E9F76}"/>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91" name="48-text-2">
            <a:extLst xmlns:a="http://schemas.openxmlformats.org/drawingml/2006/main">
              <a:ext uri="{FF2B5EF4-FFF2-40B4-BE49-F238E27FC236}">
                <a16:creationId xmlns:a16="http://schemas.microsoft.com/office/drawing/2014/main" id="{FE8A35B7-0DC9-4E7D-A05F-900C44834B53}"/>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92" name="48-text-3">
            <a:extLst xmlns:a="http://schemas.openxmlformats.org/drawingml/2006/main">
              <a:ext uri="{FF2B5EF4-FFF2-40B4-BE49-F238E27FC236}">
                <a16:creationId xmlns:a16="http://schemas.microsoft.com/office/drawing/2014/main" id="{D73FBD17-61AE-475E-A5D1-CD0B6ED7B4DC}"/>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93" name="48-text-4">
            <a:extLst xmlns:a="http://schemas.openxmlformats.org/drawingml/2006/main">
              <a:ext uri="{FF2B5EF4-FFF2-40B4-BE49-F238E27FC236}">
                <a16:creationId xmlns:a16="http://schemas.microsoft.com/office/drawing/2014/main" id="{B428DC13-FC44-4BCB-8375-285CE2776FE7}"/>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94" name="48-text-5">
            <a:extLst xmlns:a="http://schemas.openxmlformats.org/drawingml/2006/main">
              <a:ext uri="{FF2B5EF4-FFF2-40B4-BE49-F238E27FC236}">
                <a16:creationId xmlns:a16="http://schemas.microsoft.com/office/drawing/2014/main" id="{552D38AB-1510-42A4-B799-D07699AC4169}"/>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95" name="48-text-6">
            <a:extLst xmlns:a="http://schemas.openxmlformats.org/drawingml/2006/main">
              <a:ext uri="{FF2B5EF4-FFF2-40B4-BE49-F238E27FC236}">
                <a16:creationId xmlns:a16="http://schemas.microsoft.com/office/drawing/2014/main" id="{2F386106-697E-4211-A959-4FF7D86B4028}"/>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96" name="48-text-7">
            <a:extLst xmlns:a="http://schemas.openxmlformats.org/drawingml/2006/main">
              <a:ext uri="{FF2B5EF4-FFF2-40B4-BE49-F238E27FC236}">
                <a16:creationId xmlns:a16="http://schemas.microsoft.com/office/drawing/2014/main" id="{6BB32A25-391D-47D2-833B-2FDCD22F14CC}"/>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97" name="48-text-8">
            <a:extLst xmlns:a="http://schemas.openxmlformats.org/drawingml/2006/main">
              <a:ext uri="{FF2B5EF4-FFF2-40B4-BE49-F238E27FC236}">
                <a16:creationId xmlns:a16="http://schemas.microsoft.com/office/drawing/2014/main" id="{6DD2E178-144D-408F-BCF6-0F4BC357837C}"/>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98" name="48-text-9">
            <a:extLst xmlns:a="http://schemas.openxmlformats.org/drawingml/2006/main">
              <a:ext uri="{FF2B5EF4-FFF2-40B4-BE49-F238E27FC236}">
                <a16:creationId xmlns:a16="http://schemas.microsoft.com/office/drawing/2014/main" id="{ACD89AF7-6D1B-4C9E-B5D9-2923768ACB0A}"/>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99" name="48-text-10">
            <a:extLst xmlns:a="http://schemas.openxmlformats.org/drawingml/2006/main">
              <a:ext uri="{FF2B5EF4-FFF2-40B4-BE49-F238E27FC236}">
                <a16:creationId xmlns:a16="http://schemas.microsoft.com/office/drawing/2014/main" id="{3BA5CD68-4103-4B30-83B9-CFD03D96F522}"/>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00" name="48-text-11">
            <a:extLst xmlns:a="http://schemas.openxmlformats.org/drawingml/2006/main">
              <a:ext uri="{FF2B5EF4-FFF2-40B4-BE49-F238E27FC236}">
                <a16:creationId xmlns:a16="http://schemas.microsoft.com/office/drawing/2014/main" id="{C8CACCD9-3301-4E7B-8FA6-B390A88C8958}"/>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01" name="48-text-12">
            <a:extLst xmlns:a="http://schemas.openxmlformats.org/drawingml/2006/main">
              <a:ext uri="{FF2B5EF4-FFF2-40B4-BE49-F238E27FC236}">
                <a16:creationId xmlns:a16="http://schemas.microsoft.com/office/drawing/2014/main" id="{E37BE35E-C7DE-4052-A4C5-DCFD5A602A81}"/>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02" name="narrative-number">
            <a:extLst xmlns:a="http://schemas.openxmlformats.org/drawingml/2006/main">
              <a:ext uri="{FF2B5EF4-FFF2-40B4-BE49-F238E27FC236}">
                <a16:creationId xmlns:a16="http://schemas.microsoft.com/office/drawing/2014/main" id="{D1603A7E-DC26-4E42-B2B3-F0A07D4F331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1886456636"/>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2026-09-16T22:42:49.2870000Z</dcterms:created>
  <dcterms:modified xsi:type="dcterms:W3CDTF">2026-09-16T22:42:49.2870000Z</dcterms:modified>
</coreProperties>
</file>