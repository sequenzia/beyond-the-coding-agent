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88d78ce7d54900" /><Relationship Type="http://schemas.openxmlformats.org/officeDocument/2006/relationships/extended-properties" Target="/docProps/app.xml" Id="R6fd60a8d2b7c4126" /><Relationship Type="http://schemas.openxmlformats.org/officeDocument/2006/relationships/officeDocument" Target="/ppt/presentation.xml" Id="R0ee21395bfff41eb"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ee5d120c119841d0"/>
    <p:sldMasterId xmlns:r="http://schemas.openxmlformats.org/officeDocument/2006/relationships" id="2147483650" r:id="Rb5506c9c04114ca8"/>
  </p:sldMasterIdLst>
  <p:notesMasterIdLst>
    <p:notesMasterId xmlns:r="http://schemas.openxmlformats.org/officeDocument/2006/relationships" r:id="Rfc80721040574e7c"/>
  </p:notesMasterIdLst>
  <p:sldIdLst>
    <p:sldId xmlns:r="http://schemas.openxmlformats.org/officeDocument/2006/relationships" id="256" r:id="R24c433b488b84de4"/>
    <p:sldId xmlns:r="http://schemas.openxmlformats.org/officeDocument/2006/relationships" id="257" r:id="R85cc1a56277747b1"/>
    <p:sldId xmlns:r="http://schemas.openxmlformats.org/officeDocument/2006/relationships" id="258" r:id="Rd0a50a3e31da46cf"/>
    <p:sldId xmlns:r="http://schemas.openxmlformats.org/officeDocument/2006/relationships" id="259" r:id="R275119fd1355486f"/>
    <p:sldId xmlns:r="http://schemas.openxmlformats.org/officeDocument/2006/relationships" id="260" r:id="R86bff6908f4e4f8e"/>
    <p:sldId xmlns:r="http://schemas.openxmlformats.org/officeDocument/2006/relationships" id="261" r:id="R277ad55e141d45d6"/>
    <p:sldId xmlns:r="http://schemas.openxmlformats.org/officeDocument/2006/relationships" id="262" r:id="R0eff1b10a7ac46da"/>
    <p:sldId xmlns:r="http://schemas.openxmlformats.org/officeDocument/2006/relationships" id="263" r:id="R3bf578f354354945"/>
    <p:sldId xmlns:r="http://schemas.openxmlformats.org/officeDocument/2006/relationships" id="264" r:id="R28f88483f26f4e6b"/>
    <p:sldId xmlns:r="http://schemas.openxmlformats.org/officeDocument/2006/relationships" id="265" r:id="R6ebb91b5147e46a3"/>
    <p:sldId xmlns:r="http://schemas.openxmlformats.org/officeDocument/2006/relationships" id="266" r:id="R7eaf68288ca440f4"/>
    <p:sldId xmlns:r="http://schemas.openxmlformats.org/officeDocument/2006/relationships" id="267" r:id="Re93f3e6e8dc54aeb"/>
    <p:sldId xmlns:r="http://schemas.openxmlformats.org/officeDocument/2006/relationships" id="268" r:id="Rf1c7c527b2764c17"/>
    <p:sldId xmlns:r="http://schemas.openxmlformats.org/officeDocument/2006/relationships" id="269" r:id="R21dd7a36b0704283"/>
    <p:sldId xmlns:r="http://schemas.openxmlformats.org/officeDocument/2006/relationships" id="270" r:id="Ra16053e9feb74d63"/>
    <p:sldId xmlns:r="http://schemas.openxmlformats.org/officeDocument/2006/relationships" id="271" r:id="R5440d7ae69dd40ab"/>
    <p:sldId xmlns:r="http://schemas.openxmlformats.org/officeDocument/2006/relationships" id="272" r:id="Rba932e83bf52459e"/>
    <p:sldId xmlns:r="http://schemas.openxmlformats.org/officeDocument/2006/relationships" id="273" r:id="Rd7c77503e9754861"/>
    <p:sldId xmlns:r="http://schemas.openxmlformats.org/officeDocument/2006/relationships" id="274" r:id="Raa2c622af3ff4169"/>
    <p:sldId xmlns:r="http://schemas.openxmlformats.org/officeDocument/2006/relationships" id="275" r:id="R1fd8f68414394857"/>
    <p:sldId xmlns:r="http://schemas.openxmlformats.org/officeDocument/2006/relationships" id="276" r:id="R9f653d554d7d4c3f"/>
    <p:sldId xmlns:r="http://schemas.openxmlformats.org/officeDocument/2006/relationships" id="277" r:id="R7966b927846d4857"/>
    <p:sldId xmlns:r="http://schemas.openxmlformats.org/officeDocument/2006/relationships" id="278" r:id="Ra1d3ed093bde4b16"/>
    <p:sldId xmlns:r="http://schemas.openxmlformats.org/officeDocument/2006/relationships" id="279" r:id="R836cce00a15a4a53"/>
    <p:sldId xmlns:r="http://schemas.openxmlformats.org/officeDocument/2006/relationships" id="280" r:id="Raf98491be17e442c"/>
    <p:sldId xmlns:r="http://schemas.openxmlformats.org/officeDocument/2006/relationships" id="281" r:id="R17a08935c1814423"/>
    <p:sldId xmlns:r="http://schemas.openxmlformats.org/officeDocument/2006/relationships" id="282" r:id="Rda2714bf03f548fb"/>
    <p:sldId xmlns:r="http://schemas.openxmlformats.org/officeDocument/2006/relationships" id="283" r:id="R268d6254cecf4201"/>
    <p:sldId xmlns:r="http://schemas.openxmlformats.org/officeDocument/2006/relationships" id="284" r:id="R7659cafe365f4a25"/>
    <p:sldId xmlns:r="http://schemas.openxmlformats.org/officeDocument/2006/relationships" id="285" r:id="Rd75878b70ffb4a60"/>
    <p:sldId xmlns:r="http://schemas.openxmlformats.org/officeDocument/2006/relationships" id="286" r:id="R32723c7810c4478b"/>
    <p:sldId xmlns:r="http://schemas.openxmlformats.org/officeDocument/2006/relationships" id="287" r:id="R341eb62bd0044b46"/>
    <p:sldId xmlns:r="http://schemas.openxmlformats.org/officeDocument/2006/relationships" id="288" r:id="R07b56e1df660493a"/>
    <p:sldId xmlns:r="http://schemas.openxmlformats.org/officeDocument/2006/relationships" id="289" r:id="Rb1ceae3045894dd0"/>
    <p:sldId xmlns:r="http://schemas.openxmlformats.org/officeDocument/2006/relationships" id="290" r:id="Raeb27b832ec8466b"/>
    <p:sldId xmlns:r="http://schemas.openxmlformats.org/officeDocument/2006/relationships" id="291" r:id="Rb5466f40aee64973"/>
    <p:sldId xmlns:r="http://schemas.openxmlformats.org/officeDocument/2006/relationships" id="292" r:id="Rc93fc70408c746b6"/>
    <p:sldId xmlns:r="http://schemas.openxmlformats.org/officeDocument/2006/relationships" id="293" r:id="R09e4bdbc5ff94dff"/>
    <p:sldId xmlns:r="http://schemas.openxmlformats.org/officeDocument/2006/relationships" id="294" r:id="R3bf311d2d7b3427f"/>
    <p:sldId xmlns:r="http://schemas.openxmlformats.org/officeDocument/2006/relationships" id="295" r:id="Rc714f640c39f478c"/>
    <p:sldId xmlns:r="http://schemas.openxmlformats.org/officeDocument/2006/relationships" id="296" r:id="Ree144fc81676412a"/>
    <p:sldId xmlns:r="http://schemas.openxmlformats.org/officeDocument/2006/relationships" id="297" r:id="R75f4f080179a49cb"/>
    <p:sldId xmlns:r="http://schemas.openxmlformats.org/officeDocument/2006/relationships" id="298" r:id="Rc5a62f9c498e44da"/>
    <p:sldId xmlns:r="http://schemas.openxmlformats.org/officeDocument/2006/relationships" id="299" r:id="Rb2546b7c04874ec3"/>
    <p:sldId xmlns:r="http://schemas.openxmlformats.org/officeDocument/2006/relationships" id="300" r:id="Rb9270fc9cc0c4335"/>
    <p:sldId xmlns:r="http://schemas.openxmlformats.org/officeDocument/2006/relationships" id="301" r:id="Rf4603784208e4217"/>
    <p:sldId xmlns:r="http://schemas.openxmlformats.org/officeDocument/2006/relationships" id="302" r:id="R2ab5a66f69fe447d"/>
    <p:sldId xmlns:r="http://schemas.openxmlformats.org/officeDocument/2006/relationships" id="303" r:id="Rd6b023a9da2a48f9"/>
    <p:sldId xmlns:r="http://schemas.openxmlformats.org/officeDocument/2006/relationships" id="304" r:id="Rf6285e1d098c4821"/>
    <p:sldId xmlns:r="http://schemas.openxmlformats.org/officeDocument/2006/relationships" id="305" r:id="R3322fc4eb11241b8"/>
    <p:sldId xmlns:r="http://schemas.openxmlformats.org/officeDocument/2006/relationships" id="306" r:id="R15360914222a4770"/>
    <p:sldId xmlns:r="http://schemas.openxmlformats.org/officeDocument/2006/relationships" id="307" r:id="R94531277efb84d60"/>
    <p:sldId xmlns:r="http://schemas.openxmlformats.org/officeDocument/2006/relationships" id="308" r:id="R67f1ba3f27d446e4"/>
    <p:sldId xmlns:r="http://schemas.openxmlformats.org/officeDocument/2006/relationships" id="309" r:id="R300e8288ceb843df"/>
    <p:sldId xmlns:r="http://schemas.openxmlformats.org/officeDocument/2006/relationships" id="310" r:id="R23616d078e0c47be"/>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8355527daa424a" /><Relationship Type="http://schemas.openxmlformats.org/officeDocument/2006/relationships/slideMaster" Target="/ppt/slideMasters/slideMaster1.xml" Id="Ree5d120c119841d0" /><Relationship Type="http://schemas.openxmlformats.org/officeDocument/2006/relationships/slideMaster" Target="/ppt/slideMasters/slideMaster2.xml" Id="Rb5506c9c04114ca8" /><Relationship Type="http://schemas.openxmlformats.org/officeDocument/2006/relationships/notesMaster" Target="/ppt/notesMasters/notesMaster1.xml" Id="Rfc80721040574e7c" /><Relationship Type="http://schemas.openxmlformats.org/officeDocument/2006/relationships/presProps" Target="/ppt/presProps.xml" Id="R1350c43fb13346a7" /><Relationship Type="http://schemas.openxmlformats.org/officeDocument/2006/relationships/tableStyles" Target="/ppt/tableStyles.xml" Id="R0410ff1ebecd436a" /><Relationship Type="http://schemas.openxmlformats.org/officeDocument/2006/relationships/slide" Target="/ppt/slides/slide1.xml" Id="R24c433b488b84de4" /><Relationship Type="http://schemas.openxmlformats.org/officeDocument/2006/relationships/slide" Target="/ppt/slides/slide2.xml" Id="R85cc1a56277747b1" /><Relationship Type="http://schemas.openxmlformats.org/officeDocument/2006/relationships/slide" Target="/ppt/slides/slide3.xml" Id="Rd0a50a3e31da46cf" /><Relationship Type="http://schemas.openxmlformats.org/officeDocument/2006/relationships/slide" Target="/ppt/slides/slide4.xml" Id="R275119fd1355486f" /><Relationship Type="http://schemas.openxmlformats.org/officeDocument/2006/relationships/slide" Target="/ppt/slides/slide5.xml" Id="R86bff6908f4e4f8e" /><Relationship Type="http://schemas.openxmlformats.org/officeDocument/2006/relationships/slide" Target="/ppt/slides/slide6.xml" Id="R277ad55e141d45d6" /><Relationship Type="http://schemas.openxmlformats.org/officeDocument/2006/relationships/slide" Target="/ppt/slides/slide7.xml" Id="R0eff1b10a7ac46da" /><Relationship Type="http://schemas.openxmlformats.org/officeDocument/2006/relationships/slide" Target="/ppt/slides/slide8.xml" Id="R3bf578f354354945" /><Relationship Type="http://schemas.openxmlformats.org/officeDocument/2006/relationships/slide" Target="/ppt/slides/slide9.xml" Id="R28f88483f26f4e6b" /><Relationship Type="http://schemas.openxmlformats.org/officeDocument/2006/relationships/slide" Target="/ppt/slides/slide10.xml" Id="R6ebb91b5147e46a3" /><Relationship Type="http://schemas.openxmlformats.org/officeDocument/2006/relationships/slide" Target="/ppt/slides/slide11.xml" Id="R7eaf68288ca440f4" /><Relationship Type="http://schemas.openxmlformats.org/officeDocument/2006/relationships/slide" Target="/ppt/slides/slide12.xml" Id="Re93f3e6e8dc54aeb" /><Relationship Type="http://schemas.openxmlformats.org/officeDocument/2006/relationships/slide" Target="/ppt/slides/slide13.xml" Id="Rf1c7c527b2764c17" /><Relationship Type="http://schemas.openxmlformats.org/officeDocument/2006/relationships/slide" Target="/ppt/slides/slide14.xml" Id="R21dd7a36b0704283" /><Relationship Type="http://schemas.openxmlformats.org/officeDocument/2006/relationships/slide" Target="/ppt/slides/slide15.xml" Id="Ra16053e9feb74d63" /><Relationship Type="http://schemas.openxmlformats.org/officeDocument/2006/relationships/slide" Target="/ppt/slides/slide16.xml" Id="R5440d7ae69dd40ab" /><Relationship Type="http://schemas.openxmlformats.org/officeDocument/2006/relationships/slide" Target="/ppt/slides/slide17.xml" Id="Rba932e83bf52459e" /><Relationship Type="http://schemas.openxmlformats.org/officeDocument/2006/relationships/slide" Target="/ppt/slides/slide18.xml" Id="Rd7c77503e9754861" /><Relationship Type="http://schemas.openxmlformats.org/officeDocument/2006/relationships/slide" Target="/ppt/slides/slide19.xml" Id="Raa2c622af3ff4169" /><Relationship Type="http://schemas.openxmlformats.org/officeDocument/2006/relationships/slide" Target="/ppt/slides/slide20.xml" Id="R1fd8f68414394857" /><Relationship Type="http://schemas.openxmlformats.org/officeDocument/2006/relationships/slide" Target="/ppt/slides/slide21.xml" Id="R9f653d554d7d4c3f" /><Relationship Type="http://schemas.openxmlformats.org/officeDocument/2006/relationships/slide" Target="/ppt/slides/slide22.xml" Id="R7966b927846d4857" /><Relationship Type="http://schemas.openxmlformats.org/officeDocument/2006/relationships/slide" Target="/ppt/slides/slide23.xml" Id="Ra1d3ed093bde4b16" /><Relationship Type="http://schemas.openxmlformats.org/officeDocument/2006/relationships/slide" Target="/ppt/slides/slide24.xml" Id="R836cce00a15a4a53" /><Relationship Type="http://schemas.openxmlformats.org/officeDocument/2006/relationships/slide" Target="/ppt/slides/slide25.xml" Id="Raf98491be17e442c" /><Relationship Type="http://schemas.openxmlformats.org/officeDocument/2006/relationships/slide" Target="/ppt/slides/slide26.xml" Id="R17a08935c1814423" /><Relationship Type="http://schemas.openxmlformats.org/officeDocument/2006/relationships/slide" Target="/ppt/slides/slide27.xml" Id="Rda2714bf03f548fb" /><Relationship Type="http://schemas.openxmlformats.org/officeDocument/2006/relationships/slide" Target="/ppt/slides/slide28.xml" Id="R268d6254cecf4201" /><Relationship Type="http://schemas.openxmlformats.org/officeDocument/2006/relationships/slide" Target="/ppt/slides/slide29.xml" Id="R7659cafe365f4a25" /><Relationship Type="http://schemas.openxmlformats.org/officeDocument/2006/relationships/slide" Target="/ppt/slides/slide30.xml" Id="Rd75878b70ffb4a60" /><Relationship Type="http://schemas.openxmlformats.org/officeDocument/2006/relationships/slide" Target="/ppt/slides/slide31.xml" Id="R32723c7810c4478b" /><Relationship Type="http://schemas.openxmlformats.org/officeDocument/2006/relationships/slide" Target="/ppt/slides/slide32.xml" Id="R341eb62bd0044b46" /><Relationship Type="http://schemas.openxmlformats.org/officeDocument/2006/relationships/slide" Target="/ppt/slides/slide33.xml" Id="R07b56e1df660493a" /><Relationship Type="http://schemas.openxmlformats.org/officeDocument/2006/relationships/slide" Target="/ppt/slides/slide34.xml" Id="Rb1ceae3045894dd0" /><Relationship Type="http://schemas.openxmlformats.org/officeDocument/2006/relationships/slide" Target="/ppt/slides/slide35.xml" Id="Raeb27b832ec8466b" /><Relationship Type="http://schemas.openxmlformats.org/officeDocument/2006/relationships/slide" Target="/ppt/slides/slide36.xml" Id="Rb5466f40aee64973" /><Relationship Type="http://schemas.openxmlformats.org/officeDocument/2006/relationships/slide" Target="/ppt/slides/slide37.xml" Id="Rc93fc70408c746b6" /><Relationship Type="http://schemas.openxmlformats.org/officeDocument/2006/relationships/slide" Target="/ppt/slides/slide38.xml" Id="R09e4bdbc5ff94dff" /><Relationship Type="http://schemas.openxmlformats.org/officeDocument/2006/relationships/slide" Target="/ppt/slides/slide39.xml" Id="R3bf311d2d7b3427f" /><Relationship Type="http://schemas.openxmlformats.org/officeDocument/2006/relationships/slide" Target="/ppt/slides/slide40.xml" Id="Rc714f640c39f478c" /><Relationship Type="http://schemas.openxmlformats.org/officeDocument/2006/relationships/slide" Target="/ppt/slides/slide41.xml" Id="Ree144fc81676412a" /><Relationship Type="http://schemas.openxmlformats.org/officeDocument/2006/relationships/slide" Target="/ppt/slides/slide42.xml" Id="R75f4f080179a49cb" /><Relationship Type="http://schemas.openxmlformats.org/officeDocument/2006/relationships/slide" Target="/ppt/slides/slide43.xml" Id="Rc5a62f9c498e44da" /><Relationship Type="http://schemas.openxmlformats.org/officeDocument/2006/relationships/slide" Target="/ppt/slides/slide44.xml" Id="Rb2546b7c04874ec3" /><Relationship Type="http://schemas.openxmlformats.org/officeDocument/2006/relationships/slide" Target="/ppt/slides/slide45.xml" Id="Rb9270fc9cc0c4335" /><Relationship Type="http://schemas.openxmlformats.org/officeDocument/2006/relationships/slide" Target="/ppt/slides/slide46.xml" Id="Rf4603784208e4217" /><Relationship Type="http://schemas.openxmlformats.org/officeDocument/2006/relationships/slide" Target="/ppt/slides/slide47.xml" Id="R2ab5a66f69fe447d" /><Relationship Type="http://schemas.openxmlformats.org/officeDocument/2006/relationships/slide" Target="/ppt/slides/slide48.xml" Id="Rd6b023a9da2a48f9" /><Relationship Type="http://schemas.openxmlformats.org/officeDocument/2006/relationships/slide" Target="/ppt/slides/slide49.xml" Id="Rf6285e1d098c4821" /><Relationship Type="http://schemas.openxmlformats.org/officeDocument/2006/relationships/slide" Target="/ppt/slides/slide50.xml" Id="R3322fc4eb11241b8" /><Relationship Type="http://schemas.openxmlformats.org/officeDocument/2006/relationships/slide" Target="/ppt/slides/slide51.xml" Id="R15360914222a4770" /><Relationship Type="http://schemas.openxmlformats.org/officeDocument/2006/relationships/slide" Target="/ppt/slides/slide52.xml" Id="R94531277efb84d60" /><Relationship Type="http://schemas.openxmlformats.org/officeDocument/2006/relationships/slide" Target="/ppt/slides/slide53.xml" Id="R67f1ba3f27d446e4" /><Relationship Type="http://schemas.openxmlformats.org/officeDocument/2006/relationships/slide" Target="/ppt/slides/slide54.xml" Id="R300e8288ceb843df" /><Relationship Type="http://schemas.openxmlformats.org/officeDocument/2006/relationships/slide" Target="/ppt/slides/slide55.xml" Id="R23616d078e0c47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257ed625db147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0455ab888d4309" /><Relationship Type="http://schemas.openxmlformats.org/officeDocument/2006/relationships/notesMaster" Target="/ppt/notesMasters/notesMaster1.xml" Id="R463ea665fb1545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a144720ef24703" /><Relationship Type="http://schemas.openxmlformats.org/officeDocument/2006/relationships/notesMaster" Target="/ppt/notesMasters/notesMaster1.xml" Id="Rfb69d244897c4f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1ea5ddc332473c" /><Relationship Type="http://schemas.openxmlformats.org/officeDocument/2006/relationships/notesMaster" Target="/ppt/notesMasters/notesMaster1.xml" Id="R2ef0b147e6de48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c9dd275493426d" /><Relationship Type="http://schemas.openxmlformats.org/officeDocument/2006/relationships/notesMaster" Target="/ppt/notesMasters/notesMaster1.xml" Id="R15fb15c383e446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11e526aec04ffb" /><Relationship Type="http://schemas.openxmlformats.org/officeDocument/2006/relationships/notesMaster" Target="/ppt/notesMasters/notesMaster1.xml" Id="Rdf6ba1e474bc44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09c29b9d7549be" /><Relationship Type="http://schemas.openxmlformats.org/officeDocument/2006/relationships/notesMaster" Target="/ppt/notesMasters/notesMaster1.xml" Id="Rb2597324582643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de5ff3ce6247c7" /><Relationship Type="http://schemas.openxmlformats.org/officeDocument/2006/relationships/notesMaster" Target="/ppt/notesMasters/notesMaster1.xml" Id="R5b1c8c5ef9f54f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124f97929e4bdd" /><Relationship Type="http://schemas.openxmlformats.org/officeDocument/2006/relationships/notesMaster" Target="/ppt/notesMasters/notesMaster1.xml" Id="Rd4122c26365248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2d5428d2604497" /><Relationship Type="http://schemas.openxmlformats.org/officeDocument/2006/relationships/notesMaster" Target="/ppt/notesMasters/notesMaster1.xml" Id="R672a3626134b40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dac90f463ac4103" /><Relationship Type="http://schemas.openxmlformats.org/officeDocument/2006/relationships/notesMaster" Target="/ppt/notesMasters/notesMaster1.xml" Id="R876d2906d1a141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99757f372343f8" /><Relationship Type="http://schemas.openxmlformats.org/officeDocument/2006/relationships/notesMaster" Target="/ppt/notesMasters/notesMaster1.xml" Id="R09550571db8f49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c23a5ae06a49a5" /><Relationship Type="http://schemas.openxmlformats.org/officeDocument/2006/relationships/notesMaster" Target="/ppt/notesMasters/notesMaster1.xml" Id="R6a46a56c64af43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ab99d51ddc4efb" /><Relationship Type="http://schemas.openxmlformats.org/officeDocument/2006/relationships/notesMaster" Target="/ppt/notesMasters/notesMaster1.xml" Id="Rb105c965587843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0596c334d17463b" /><Relationship Type="http://schemas.openxmlformats.org/officeDocument/2006/relationships/notesMaster" Target="/ppt/notesMasters/notesMaster1.xml" Id="R26b8c259db10497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1a6c77d0da47a1" /><Relationship Type="http://schemas.openxmlformats.org/officeDocument/2006/relationships/notesMaster" Target="/ppt/notesMasters/notesMaster1.xml" Id="R10c38c5c283745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5d3ff767bf45de" /><Relationship Type="http://schemas.openxmlformats.org/officeDocument/2006/relationships/notesMaster" Target="/ppt/notesMasters/notesMaster1.xml" Id="Rded6e1ce95cc45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15c79475dd4a90" /><Relationship Type="http://schemas.openxmlformats.org/officeDocument/2006/relationships/notesMaster" Target="/ppt/notesMasters/notesMaster1.xml" Id="Rb393bd8a9d644df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e73a164bf64f92" /><Relationship Type="http://schemas.openxmlformats.org/officeDocument/2006/relationships/notesMaster" Target="/ppt/notesMasters/notesMaster1.xml" Id="R938da10a12d4444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0996becf1194f89" /><Relationship Type="http://schemas.openxmlformats.org/officeDocument/2006/relationships/notesMaster" Target="/ppt/notesMasters/notesMaster1.xml" Id="R2fe60fa4c5fb4e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9f479dae3c478e" /><Relationship Type="http://schemas.openxmlformats.org/officeDocument/2006/relationships/notesMaster" Target="/ppt/notesMasters/notesMaster1.xml" Id="R51a91f711dbd4dc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f4e94b43854c78" /><Relationship Type="http://schemas.openxmlformats.org/officeDocument/2006/relationships/notesMaster" Target="/ppt/notesMasters/notesMaster1.xml" Id="Rcda7901add0c493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2f8ca12d9d04a86" /><Relationship Type="http://schemas.openxmlformats.org/officeDocument/2006/relationships/notesMaster" Target="/ppt/notesMasters/notesMaster1.xml" Id="Rf6a08ab8f44842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3b1d18bb61437c" /><Relationship Type="http://schemas.openxmlformats.org/officeDocument/2006/relationships/notesMaster" Target="/ppt/notesMasters/notesMaster1.xml" Id="Re1ad81bc9c424a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6ebd707838049ea" /><Relationship Type="http://schemas.openxmlformats.org/officeDocument/2006/relationships/notesMaster" Target="/ppt/notesMasters/notesMaster1.xml" Id="R75d909844d4f4c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0939a498e454d26" /><Relationship Type="http://schemas.openxmlformats.org/officeDocument/2006/relationships/notesMaster" Target="/ppt/notesMasters/notesMaster1.xml" Id="R7ae0af4c4a7444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d406ef7f23b4d45" /><Relationship Type="http://schemas.openxmlformats.org/officeDocument/2006/relationships/notesMaster" Target="/ppt/notesMasters/notesMaster1.xml" Id="R01cb5183cf0d428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fb5dac06854627" /><Relationship Type="http://schemas.openxmlformats.org/officeDocument/2006/relationships/notesMaster" Target="/ppt/notesMasters/notesMaster1.xml" Id="Rcee1bef9a1da4b4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9a1b22c14d64b26" /><Relationship Type="http://schemas.openxmlformats.org/officeDocument/2006/relationships/notesMaster" Target="/ppt/notesMasters/notesMaster1.xml" Id="R4a9708496c024ba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a7c4d08e4b4fa4" /><Relationship Type="http://schemas.openxmlformats.org/officeDocument/2006/relationships/notesMaster" Target="/ppt/notesMasters/notesMaster1.xml" Id="R8da8732443ef4d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172498112764d20" /><Relationship Type="http://schemas.openxmlformats.org/officeDocument/2006/relationships/notesMaster" Target="/ppt/notesMasters/notesMaster1.xml" Id="Rbbfa17fb869a41e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591b2a3d9fc44c0" /><Relationship Type="http://schemas.openxmlformats.org/officeDocument/2006/relationships/notesMaster" Target="/ppt/notesMasters/notesMaster1.xml" Id="R6c47842595854f1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fb47958d7f24c70" /><Relationship Type="http://schemas.openxmlformats.org/officeDocument/2006/relationships/notesMaster" Target="/ppt/notesMasters/notesMaster1.xml" Id="R34d07fc2f94d417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8fb9d4d0ad548fd" /><Relationship Type="http://schemas.openxmlformats.org/officeDocument/2006/relationships/notesMaster" Target="/ppt/notesMasters/notesMaster1.xml" Id="R0b1aaad0d78644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8bc6fa2c17f4f02" /><Relationship Type="http://schemas.openxmlformats.org/officeDocument/2006/relationships/notesMaster" Target="/ppt/notesMasters/notesMaster1.xml" Id="R0f3410bf132e437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38fea439ab843b0" /><Relationship Type="http://schemas.openxmlformats.org/officeDocument/2006/relationships/notesMaster" Target="/ppt/notesMasters/notesMaster1.xml" Id="R7994394380004bd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ea428af655a49a2" /><Relationship Type="http://schemas.openxmlformats.org/officeDocument/2006/relationships/notesMaster" Target="/ppt/notesMasters/notesMaster1.xml" Id="R8f8cd145b7b64e4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52a54c0798b4b15" /><Relationship Type="http://schemas.openxmlformats.org/officeDocument/2006/relationships/notesMaster" Target="/ppt/notesMasters/notesMaster1.xml" Id="R1cad44626e06424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413730579bb431c" /><Relationship Type="http://schemas.openxmlformats.org/officeDocument/2006/relationships/notesMaster" Target="/ppt/notesMasters/notesMaster1.xml" Id="Re750bbf6cceb4f0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f060a48a7fe4dd8" /><Relationship Type="http://schemas.openxmlformats.org/officeDocument/2006/relationships/notesMaster" Target="/ppt/notesMasters/notesMaster1.xml" Id="R270503aceaec452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a2b098ccfbb40d9" /><Relationship Type="http://schemas.openxmlformats.org/officeDocument/2006/relationships/notesMaster" Target="/ppt/notesMasters/notesMaster1.xml" Id="Rfe06bff8729641a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201b5d65e4e48fd" /><Relationship Type="http://schemas.openxmlformats.org/officeDocument/2006/relationships/notesMaster" Target="/ppt/notesMasters/notesMaster1.xml" Id="R0a927b1b38d24c7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00aa7f6cd0443ca" /><Relationship Type="http://schemas.openxmlformats.org/officeDocument/2006/relationships/notesMaster" Target="/ppt/notesMasters/notesMaster1.xml" Id="R79b1b3bdfdbf49e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a057509c2b14663" /><Relationship Type="http://schemas.openxmlformats.org/officeDocument/2006/relationships/notesMaster" Target="/ppt/notesMasters/notesMaster1.xml" Id="Rd4f9fa463dc7401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1298db6fe0a476f" /><Relationship Type="http://schemas.openxmlformats.org/officeDocument/2006/relationships/notesMaster" Target="/ppt/notesMasters/notesMaster1.xml" Id="Rb2001708470d4cf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f0905acf46042eb" /><Relationship Type="http://schemas.openxmlformats.org/officeDocument/2006/relationships/notesMaster" Target="/ppt/notesMasters/notesMaster1.xml" Id="Rbdbb137e9c214de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7615bc3d3484472" /><Relationship Type="http://schemas.openxmlformats.org/officeDocument/2006/relationships/notesMaster" Target="/ppt/notesMasters/notesMaster1.xml" Id="R6b32a1aaf62a454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0d01c8292e84288" /><Relationship Type="http://schemas.openxmlformats.org/officeDocument/2006/relationships/notesMaster" Target="/ppt/notesMasters/notesMaster1.xml" Id="R522e168951964ea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cb10c706c8f48fd" /><Relationship Type="http://schemas.openxmlformats.org/officeDocument/2006/relationships/notesMaster" Target="/ppt/notesMasters/notesMaster1.xml" Id="Ra5b1f2ea852a421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70f22d3430f4142" /><Relationship Type="http://schemas.openxmlformats.org/officeDocument/2006/relationships/notesMaster" Target="/ppt/notesMasters/notesMaster1.xml" Id="R8c67718c45d74fb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2793730c3874472" /><Relationship Type="http://schemas.openxmlformats.org/officeDocument/2006/relationships/notesMaster" Target="/ppt/notesMasters/notesMaster1.xml" Id="Rfba6e442010a47c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b3b0158dd9846d3" /><Relationship Type="http://schemas.openxmlformats.org/officeDocument/2006/relationships/notesMaster" Target="/ppt/notesMasters/notesMaster1.xml" Id="R425bc2b2590844b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812e145510a4d40" /><Relationship Type="http://schemas.openxmlformats.org/officeDocument/2006/relationships/notesMaster" Target="/ppt/notesMasters/notesMaster1.xml" Id="Rcd7d36175644411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8df67091d79419c" /><Relationship Type="http://schemas.openxmlformats.org/officeDocument/2006/relationships/notesMaster" Target="/ppt/notesMasters/notesMaster1.xml" Id="Ra9c5de4eb9f2469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80823c54e334a68" /><Relationship Type="http://schemas.openxmlformats.org/officeDocument/2006/relationships/notesMaster" Target="/ppt/notesMasters/notesMaster1.xml" Id="R4435b676c43c44e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02f1b5d5b98426b" /><Relationship Type="http://schemas.openxmlformats.org/officeDocument/2006/relationships/notesMaster" Target="/ppt/notesMasters/notesMaster1.xml" Id="R28275eddf3a04b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trace before choosing a repair. An aggregate score becomes useful when we understand the failures behind it.</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asks whether this result meets the required conditions. Evaluation asks how the system behaves across cases and repeated runs.</a:t>
            </a:r>
            <a:r>
              <a:rPr b="0"/>
              <a:t> The same checks can serve both purposes.</a:t>
            </a:r>
          </a:p>
          <a:p xmlns:a="http://schemas.openxmlformats.org/drawingml/2006/main">
            <a:r>
              <a:t/>
            </a:r>
          </a:p>
          <a:p xmlns:a="http://schemas.openxmlformats.org/drawingml/2006/main">
            <a:r>
              <a:rPr b="0"/>
              <a:t>A case defines the input, starting conditions, and expected behavior. A trial is one attempt at that case. A grader checks an aspect of the behavior or outcome. Several graders may examine the same trial.</a:t>
            </a:r>
          </a:p>
          <a:p xmlns:a="http://schemas.openxmlformats.org/drawingml/2006/main">
            <a:r>
              <a:t/>
            </a:r>
          </a:p>
          <a:p xmlns:a="http://schemas.openxmlformats.org/drawingml/2006/main">
            <a:r>
              <a:rPr b="1"/>
              <a:t>Evals are tests of an AI system. Ordinary software tests remain necessary.</a:t>
            </a:r>
            <a:r>
              <a:rPr b="0"/>
              <a:t> A coding agent's test output is evidence to inspect; its completion message must still agree with the actual result.</a:t>
            </a:r>
          </a:p>
          <a:p xmlns:a="http://schemas.openxmlformats.org/drawingml/2006/main">
            <a:r>
              <a:t/>
            </a:r>
          </a:p>
          <a:p xmlns:a="http://schemas.openxmlformats.org/drawingml/2006/main">
            <a:r>
              <a:rPr b="0"/>
              <a:t>Check the output and required action constraints, including permission and verified completion. A successful demonstration establishes one useful path. The product needs evidence across representative work, important failures, and repeated attempts.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0"/>
              <a:t>Start with the expected outcome and forbidden effects. Build cases from real work and known failures, including useful limitations when the system cannot finish. These rows illustrate coverage. Also include missing evidence and adversarial content.</a:t>
            </a:r>
          </a:p>
          <a:p xmlns:a="http://schemas.openxmlformats.org/drawingml/2006/main">
            <a:r>
              <a:t/>
            </a:r>
          </a:p>
          <a:p xmlns:a="http://schemas.openxmlformats.org/drawingml/2006/main">
            <a:r>
              <a:rPr b="0"/>
              <a:t>Use code for conditions you can check directly, such as a citation resolving or no export reaching a forbidden destination. Experts define quality and judge domain meaning. A model grader can help apply a rubric to varied outputs, but compare its decisions with expert judgments and inspect disagreements. </a:t>
            </a:r>
            <a:r>
              <a:rPr b="1"/>
              <a:t>The grader also needs evaluation.</a:t>
            </a:r>
            <a:r>
              <a:rPr b="0"/>
              <a:t> All reviewers and processing services stay within the approved data scope.</a:t>
            </a:r>
          </a:p>
          <a:p xmlns:a="http://schemas.openxmlformats.org/drawingml/2006/main">
            <a:r>
              <a:t/>
            </a:r>
          </a:p>
          <a:p xmlns:a="http://schemas.openxmlformats.org/drawingml/2006/main">
            <a:r>
              <a:rPr b="1"/>
              <a:t>Held-out cases are reserved from routine tuning.</a:t>
            </a:r>
            <a:r>
              <a:rPr b="0"/>
              <a:t> Use them to assess a change on work it was not repeatedly adjusted against. Repeat trials where behavior varies, and inspect results by case category.</a:t>
            </a:r>
          </a:p>
          <a:p xmlns:a="http://schemas.openxmlformats.org/drawingml/2006/main">
            <a:r>
              <a:t/>
            </a:r>
          </a:p>
          <a:p xmlns:a="http://schemas.openxmlformats.org/drawingml/2006/main">
            <a:r>
              <a:rPr b="0"/>
              <a:t>For each case, record starting conditions, expected behavior, source revisions, and system configuration. The lost-response case requires a verified export when matching evidence is available. A variant where the outcome remains unknowable instead requires an explicit unresolved status. Keep those outcomes distinct.</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is the headline pitfall. Check the actual outcome, the grader, and the cases before choosing a repair. Continually tuning against held-out cases weakens their independence. </a:t>
            </a:r>
            <a:r>
              <a:rPr b="1"/>
              <a:t>Evaluation continues after deployment and after model or harness changes.</a:t>
            </a:r>
            <a:r>
              <a:rPr b="0"/>
              <a:t> Add failures from real use.</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63cd96ca7d45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6bd2283761f4d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1c7dd5a89c594a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870B87FC-BD2D-41CB-B670-7B5C5E0E6AE5}"/>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f34a1d103b4e3b" /><Relationship Type="http://schemas.openxmlformats.org/officeDocument/2006/relationships/slideLayout" Target="/ppt/slideLayouts/slideLayout1.xml" Id="R3104f2d9a75349e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d7d79e17db92470c" /><Relationship Type="http://schemas.openxmlformats.org/officeDocument/2006/relationships/slideLayout" Target="/ppt/slideLayouts/slideLayout2.xml" Id="R132a0df3570c4e01" /><Relationship Type="http://schemas.openxmlformats.org/officeDocument/2006/relationships/slideLayout" Target="/ppt/slideLayouts/slideLayout3.xml" Id="R83e8d3e92ded4c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04f2d9a75349ed"/>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32a0df3570c4e01"/>
    <p:sldLayoutId xmlns:r="http://schemas.openxmlformats.org/officeDocument/2006/relationships" id="2147483652" r:id="R83e8d3e92ded4cce"/>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dd35c55d6a5489a" /><Relationship Type="http://schemas.openxmlformats.org/officeDocument/2006/relationships/notesSlide" Target="/ppt/notesSlides/notesSlide1.xml" Id="R219a3db468324f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4c949d60a0844756" /><Relationship Type="http://schemas.openxmlformats.org/officeDocument/2006/relationships/image" Target="/ppt/media/image.png" Id="Rbc959aa2aa1f4896" /><Relationship Type="http://schemas.openxmlformats.org/officeDocument/2006/relationships/notesSlide" Target="/ppt/notesSlides/notesSlide2.xml" Id="R650bbb496a754a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346d224865946fe" /><Relationship Type="http://schemas.openxmlformats.org/officeDocument/2006/relationships/notesSlide" Target="/ppt/notesSlides/notesSlide3.xml" Id="R5cd2d2e2e8684c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f8cd0ab3d544bd5" /><Relationship Type="http://schemas.openxmlformats.org/officeDocument/2006/relationships/notesSlide" Target="/ppt/notesSlides/notesSlide4.xml" Id="R4264be72654f4f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cfc17fb2ddb49f4" /><Relationship Type="http://schemas.openxmlformats.org/officeDocument/2006/relationships/notesSlide" Target="/ppt/notesSlides/notesSlide5.xml" Id="Rc8514802ab1644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3171e469e744d84" /><Relationship Type="http://schemas.openxmlformats.org/officeDocument/2006/relationships/notesSlide" Target="/ppt/notesSlides/notesSlide6.xml" Id="Rae1bd0d14d8143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a35acb4a9b54c97" /><Relationship Type="http://schemas.openxmlformats.org/officeDocument/2006/relationships/notesSlide" Target="/ppt/notesSlides/notesSlide7.xml" Id="R25c12a0d06854a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7cd3c1fb67f4247" /><Relationship Type="http://schemas.openxmlformats.org/officeDocument/2006/relationships/notesSlide" Target="/ppt/notesSlides/notesSlide8.xml" Id="R9e7da7bf8e2044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67a900dcb3d4fb9" /><Relationship Type="http://schemas.openxmlformats.org/officeDocument/2006/relationships/notesSlide" Target="/ppt/notesSlides/notesSlide9.xml" Id="Ra6b757696f5a45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2b46ed10d724118" /><Relationship Type="http://schemas.openxmlformats.org/officeDocument/2006/relationships/image" Target="/ppt/media/image2.png" Id="Re3076580ddfd4bd3" /><Relationship Type="http://schemas.openxmlformats.org/officeDocument/2006/relationships/notesSlide" Target="/ppt/notesSlides/notesSlide10.xml" Id="R0999e3057b6847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04c6491fdfa4ce4" /><Relationship Type="http://schemas.openxmlformats.org/officeDocument/2006/relationships/image" Target="/ppt/media/image3.png" Id="Rfe9c8ba563e54567" /><Relationship Type="http://schemas.openxmlformats.org/officeDocument/2006/relationships/notesSlide" Target="/ppt/notesSlides/notesSlide11.xml" Id="R7018e38c956b47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8c454f189fc42f3" /><Relationship Type="http://schemas.openxmlformats.org/officeDocument/2006/relationships/image" Target="/ppt/media/image4.png" Id="R504d94ca0aa346e3" /><Relationship Type="http://schemas.openxmlformats.org/officeDocument/2006/relationships/notesSlide" Target="/ppt/notesSlides/notesSlide12.xml" Id="Rd919711e01b44c2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265f3800cc14a6f" /><Relationship Type="http://schemas.openxmlformats.org/officeDocument/2006/relationships/image" Target="/ppt/media/image5.png" Id="Rd63da533be1a4025" /><Relationship Type="http://schemas.openxmlformats.org/officeDocument/2006/relationships/notesSlide" Target="/ppt/notesSlides/notesSlide13.xml" Id="Ra502e8a9e09d4f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16f72c57a074e42" /><Relationship Type="http://schemas.openxmlformats.org/officeDocument/2006/relationships/image" Target="/ppt/media/image6.png" Id="Rd9bc5bee448c4b77" /><Relationship Type="http://schemas.openxmlformats.org/officeDocument/2006/relationships/notesSlide" Target="/ppt/notesSlides/notesSlide14.xml" Id="R4994560d519c4e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b91979405f249e3" /><Relationship Type="http://schemas.openxmlformats.org/officeDocument/2006/relationships/image" Target="/ppt/media/image7.png" Id="R5417c53e136c4cc0" /><Relationship Type="http://schemas.openxmlformats.org/officeDocument/2006/relationships/notesSlide" Target="/ppt/notesSlides/notesSlide15.xml" Id="R7437e46fa04c41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fdcfdb968672405f" /><Relationship Type="http://schemas.openxmlformats.org/officeDocument/2006/relationships/image" Target="/ppt/media/image8.png" Id="Rad62b5d85761429a" /><Relationship Type="http://schemas.openxmlformats.org/officeDocument/2006/relationships/notesSlide" Target="/ppt/notesSlides/notesSlide16.xml" Id="R8aca4c1076114b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67b77a5aace4959" /><Relationship Type="http://schemas.openxmlformats.org/officeDocument/2006/relationships/image" Target="/ppt/media/image9.png" Id="R37b1df6412fd4d49" /><Relationship Type="http://schemas.openxmlformats.org/officeDocument/2006/relationships/image" Target="/ppt/media/image10.png" Id="R9083be7e7c4c4d6e" /><Relationship Type="http://schemas.openxmlformats.org/officeDocument/2006/relationships/notesSlide" Target="/ppt/notesSlides/notesSlide17.xml" Id="Rc8c9e6c4b36e45e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dd58b218c0ee4543" /><Relationship Type="http://schemas.openxmlformats.org/officeDocument/2006/relationships/image" Target="/ppt/media/image11.png" Id="Rfdec2f835fbb45cb" /><Relationship Type="http://schemas.openxmlformats.org/officeDocument/2006/relationships/notesSlide" Target="/ppt/notesSlides/notesSlide18.xml" Id="Rd6fb98c30cf44b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518950b399654bef" /><Relationship Type="http://schemas.openxmlformats.org/officeDocument/2006/relationships/image" Target="/ppt/media/image12.png" Id="R5e8f8481c85c4449" /><Relationship Type="http://schemas.openxmlformats.org/officeDocument/2006/relationships/notesSlide" Target="/ppt/notesSlides/notesSlide19.xml" Id="Rcc584b860ed940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a839c0b8d924818" /><Relationship Type="http://schemas.openxmlformats.org/officeDocument/2006/relationships/image" Target="/ppt/media/image13.png" Id="Rcae7f0b49015434f" /><Relationship Type="http://schemas.openxmlformats.org/officeDocument/2006/relationships/notesSlide" Target="/ppt/notesSlides/notesSlide20.xml" Id="R5810ac21d86d42f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ba31573c29734d75" /><Relationship Type="http://schemas.openxmlformats.org/officeDocument/2006/relationships/image" Target="/ppt/media/image14.png" Id="R5def8c2973674109" /><Relationship Type="http://schemas.openxmlformats.org/officeDocument/2006/relationships/notesSlide" Target="/ppt/notesSlides/notesSlide21.xml" Id="R05c0eb46f40e4a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19a3fe3d1f64da4" /><Relationship Type="http://schemas.openxmlformats.org/officeDocument/2006/relationships/image" Target="/ppt/media/image15.png" Id="R4822f7ac114c4d9b" /><Relationship Type="http://schemas.openxmlformats.org/officeDocument/2006/relationships/image" Target="/ppt/media/image16.png" Id="R8f0792f09b2044fa" /><Relationship Type="http://schemas.openxmlformats.org/officeDocument/2006/relationships/notesSlide" Target="/ppt/notesSlides/notesSlide22.xml" Id="Rb93f5b6f3d4a401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486aed6840f94995" /><Relationship Type="http://schemas.openxmlformats.org/officeDocument/2006/relationships/image" Target="/ppt/media/image17.png" Id="R4aa4c612c077438d" /><Relationship Type="http://schemas.openxmlformats.org/officeDocument/2006/relationships/notesSlide" Target="/ppt/notesSlides/notesSlide23.xml" Id="Rca452f4e2ba042b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85232a745794e32" /><Relationship Type="http://schemas.openxmlformats.org/officeDocument/2006/relationships/image" Target="/ppt/media/image18.png" Id="Rb12ae6851a284478" /><Relationship Type="http://schemas.openxmlformats.org/officeDocument/2006/relationships/notesSlide" Target="/ppt/notesSlides/notesSlide24.xml" Id="Ra5d4a540b24b44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63125917c60240e0" /><Relationship Type="http://schemas.openxmlformats.org/officeDocument/2006/relationships/image" Target="/ppt/media/image19.png" Id="Redbddca56f9746dd" /><Relationship Type="http://schemas.openxmlformats.org/officeDocument/2006/relationships/notesSlide" Target="/ppt/notesSlides/notesSlide25.xml" Id="Ra6478492198b470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95ba943e92041f1" /><Relationship Type="http://schemas.openxmlformats.org/officeDocument/2006/relationships/image" Target="/ppt/media/image20.png" Id="R9c8d82ea6eb946f2" /><Relationship Type="http://schemas.openxmlformats.org/officeDocument/2006/relationships/notesSlide" Target="/ppt/notesSlides/notesSlide26.xml" Id="Rb365d775250d438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22d50abbe60427e" /><Relationship Type="http://schemas.openxmlformats.org/officeDocument/2006/relationships/image" Target="/ppt/media/image21.png" Id="Re983047672c0409c" /><Relationship Type="http://schemas.openxmlformats.org/officeDocument/2006/relationships/image" Target="/ppt/media/image22.png" Id="Rcc59c014aace4ef4" /><Relationship Type="http://schemas.openxmlformats.org/officeDocument/2006/relationships/notesSlide" Target="/ppt/notesSlides/notesSlide27.xml" Id="R219cfc57576443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c143e880043a4e6c" /><Relationship Type="http://schemas.openxmlformats.org/officeDocument/2006/relationships/image" Target="/ppt/media/image23.png" Id="R3251af48053d49d3" /><Relationship Type="http://schemas.openxmlformats.org/officeDocument/2006/relationships/notesSlide" Target="/ppt/notesSlides/notesSlide28.xml" Id="R9f68dd6f2be849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9e2d4cc4be94d7f" /><Relationship Type="http://schemas.openxmlformats.org/officeDocument/2006/relationships/image" Target="/ppt/media/image24.png" Id="R5f1096209a474838" /><Relationship Type="http://schemas.openxmlformats.org/officeDocument/2006/relationships/notesSlide" Target="/ppt/notesSlides/notesSlide29.xml" Id="R7bfac646c8ac49b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7c5f16a090a40e8" /><Relationship Type="http://schemas.openxmlformats.org/officeDocument/2006/relationships/image" Target="/ppt/media/image25.png" Id="R9801767ebf1942e1" /><Relationship Type="http://schemas.openxmlformats.org/officeDocument/2006/relationships/notesSlide" Target="/ppt/notesSlides/notesSlide30.xml" Id="Rb3f2777f21ec491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5004d3be1878491e" /><Relationship Type="http://schemas.openxmlformats.org/officeDocument/2006/relationships/image" Target="/ppt/media/image26.png" Id="R74eb8fdfc9a54dcb" /><Relationship Type="http://schemas.openxmlformats.org/officeDocument/2006/relationships/notesSlide" Target="/ppt/notesSlides/notesSlide31.xml" Id="R627659e03cf74c3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73a99336a5da4dc0" /><Relationship Type="http://schemas.openxmlformats.org/officeDocument/2006/relationships/image" Target="/ppt/media/image27.png" Id="Rbd263af4db9e48c1" /><Relationship Type="http://schemas.openxmlformats.org/officeDocument/2006/relationships/image" Target="/ppt/media/image28.png" Id="R4602d6b107ca44c9" /><Relationship Type="http://schemas.openxmlformats.org/officeDocument/2006/relationships/notesSlide" Target="/ppt/notesSlides/notesSlide32.xml" Id="Rd5cef35d3e6e4c9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d2470f6e0044589" /><Relationship Type="http://schemas.openxmlformats.org/officeDocument/2006/relationships/image" Target="/ppt/media/image29.png" Id="R8e0188ba424342cf" /><Relationship Type="http://schemas.openxmlformats.org/officeDocument/2006/relationships/notesSlide" Target="/ppt/notesSlides/notesSlide33.xml" Id="Rce19cb06150d47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cdbafee2f66243ac" /><Relationship Type="http://schemas.openxmlformats.org/officeDocument/2006/relationships/image" Target="/ppt/media/image30.png" Id="R7d825a4db8e84945" /><Relationship Type="http://schemas.openxmlformats.org/officeDocument/2006/relationships/notesSlide" Target="/ppt/notesSlides/notesSlide34.xml" Id="Raa925edf1dc4468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dc98704906b041e8" /><Relationship Type="http://schemas.openxmlformats.org/officeDocument/2006/relationships/image" Target="/ppt/media/image31.png" Id="R1395e7026fa04578" /><Relationship Type="http://schemas.openxmlformats.org/officeDocument/2006/relationships/notesSlide" Target="/ppt/notesSlides/notesSlide35.xml" Id="Rdbdf4239ff4442f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505c22b0c26e4fb2" /><Relationship Type="http://schemas.openxmlformats.org/officeDocument/2006/relationships/image" Target="/ppt/media/image32.png" Id="R132408f0da3544d6" /><Relationship Type="http://schemas.openxmlformats.org/officeDocument/2006/relationships/notesSlide" Target="/ppt/notesSlides/notesSlide36.xml" Id="R668f4510c5ba41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33ee3c4c0aa44220" /><Relationship Type="http://schemas.openxmlformats.org/officeDocument/2006/relationships/image" Target="/ppt/media/image33.png" Id="R7b60126a91e84213" /><Relationship Type="http://schemas.openxmlformats.org/officeDocument/2006/relationships/image" Target="/ppt/media/image34.png" Id="R4bcf86ce1685422a" /><Relationship Type="http://schemas.openxmlformats.org/officeDocument/2006/relationships/notesSlide" Target="/ppt/notesSlides/notesSlide37.xml" Id="R7648b1502f914af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abdadd75b2a04d1c" /><Relationship Type="http://schemas.openxmlformats.org/officeDocument/2006/relationships/image" Target="/ppt/media/image35.png" Id="R30c952dd784d4218" /><Relationship Type="http://schemas.openxmlformats.org/officeDocument/2006/relationships/notesSlide" Target="/ppt/notesSlides/notesSlide38.xml" Id="Ra8abb9f75368426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7ffa365f7d27431e" /><Relationship Type="http://schemas.openxmlformats.org/officeDocument/2006/relationships/image" Target="/ppt/media/image36.png" Id="R50b96450be074f82" /><Relationship Type="http://schemas.openxmlformats.org/officeDocument/2006/relationships/notesSlide" Target="/ppt/notesSlides/notesSlide39.xml" Id="Rd8b11f32380e4f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48b743198094b4c" /><Relationship Type="http://schemas.openxmlformats.org/officeDocument/2006/relationships/image" Target="/ppt/media/image37.png" Id="Rcb71d75811454929" /><Relationship Type="http://schemas.openxmlformats.org/officeDocument/2006/relationships/notesSlide" Target="/ppt/notesSlides/notesSlide40.xml" Id="R54a1f86063b24c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c9ab0b906cdd48b4" /><Relationship Type="http://schemas.openxmlformats.org/officeDocument/2006/relationships/image" Target="/ppt/media/image38.png" Id="Rce1262e4a7bb41b6" /><Relationship Type="http://schemas.openxmlformats.org/officeDocument/2006/relationships/notesSlide" Target="/ppt/notesSlides/notesSlide41.xml" Id="Rb757523889bc4cc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a3594743b5b84f9e" /><Relationship Type="http://schemas.openxmlformats.org/officeDocument/2006/relationships/image" Target="/ppt/media/image39.png" Id="R0c39ee83adc14c43" /><Relationship Type="http://schemas.openxmlformats.org/officeDocument/2006/relationships/image" Target="/ppt/media/image40.png" Id="R121c5349aea34fcc" /><Relationship Type="http://schemas.openxmlformats.org/officeDocument/2006/relationships/notesSlide" Target="/ppt/notesSlides/notesSlide42.xml" Id="Rb3805ac8c94447f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7b8494133f95490e" /><Relationship Type="http://schemas.openxmlformats.org/officeDocument/2006/relationships/image" Target="/ppt/media/image41.png" Id="Ra0ccd310e77c4ea0" /><Relationship Type="http://schemas.openxmlformats.org/officeDocument/2006/relationships/notesSlide" Target="/ppt/notesSlides/notesSlide43.xml" Id="R99ce786b938a4f5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42fd18288e1b43f4" /><Relationship Type="http://schemas.openxmlformats.org/officeDocument/2006/relationships/image" Target="/ppt/media/image42.png" Id="Rcf2e5019c8eb45f5" /><Relationship Type="http://schemas.openxmlformats.org/officeDocument/2006/relationships/notesSlide" Target="/ppt/notesSlides/notesSlide44.xml" Id="R0f5d683f4eb5499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6f9cf5d3a2e34266" /><Relationship Type="http://schemas.openxmlformats.org/officeDocument/2006/relationships/image" Target="/ppt/media/image43.png" Id="R8fcebebe89724289" /><Relationship Type="http://schemas.openxmlformats.org/officeDocument/2006/relationships/notesSlide" Target="/ppt/notesSlides/notesSlide45.xml" Id="R8e6058b0762842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be4fe7b751d1487f" /><Relationship Type="http://schemas.openxmlformats.org/officeDocument/2006/relationships/image" Target="/ppt/media/image44.png" Id="R093edf093cf84fd7" /><Relationship Type="http://schemas.openxmlformats.org/officeDocument/2006/relationships/notesSlide" Target="/ppt/notesSlides/notesSlide46.xml" Id="R158cb751593e49c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7ac00f3105db464b" /><Relationship Type="http://schemas.openxmlformats.org/officeDocument/2006/relationships/image" Target="/ppt/media/image45.png" Id="R22a39ac4c2c145e5" /><Relationship Type="http://schemas.openxmlformats.org/officeDocument/2006/relationships/notesSlide" Target="/ppt/notesSlides/notesSlide47.xml" Id="R703e4c9f92e24c4a"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ad0c08a1a634ad4" /><Relationship Type="http://schemas.openxmlformats.org/officeDocument/2006/relationships/notesSlide" Target="/ppt/notesSlides/notesSlide48.xml" Id="R0aee676c13fc43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bb136a73359a4747" /><Relationship Type="http://schemas.openxmlformats.org/officeDocument/2006/relationships/image" Target="/ppt/media/image46.png" Id="Rb36ee1f120c442d0" /><Relationship Type="http://schemas.openxmlformats.org/officeDocument/2006/relationships/notesSlide" Target="/ppt/notesSlides/notesSlide49.xml" Id="Rfb10ccd7c1c7403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3074a038df9745ec" /><Relationship Type="http://schemas.openxmlformats.org/officeDocument/2006/relationships/image" Target="/ppt/media/image47.png" Id="Rbf588856b6f94041" /><Relationship Type="http://schemas.openxmlformats.org/officeDocument/2006/relationships/notesSlide" Target="/ppt/notesSlides/notesSlide50.xml" Id="R1007658759894f0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c4ee1831eb114efa" /><Relationship Type="http://schemas.openxmlformats.org/officeDocument/2006/relationships/notesSlide" Target="/ppt/notesSlides/notesSlide51.xml" Id="R9bb59f0cb9b649c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c50920850d6242fa" /><Relationship Type="http://schemas.openxmlformats.org/officeDocument/2006/relationships/image" Target="/ppt/media/image48.png" Id="R800ae5287cd7454a" /><Relationship Type="http://schemas.openxmlformats.org/officeDocument/2006/relationships/notesSlide" Target="/ppt/notesSlides/notesSlide52.xml" Id="R306ae9e9537b447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0ecffd1ce1f84688" /><Relationship Type="http://schemas.openxmlformats.org/officeDocument/2006/relationships/image" Target="/ppt/media/image48.png" Id="R01feee6cca76481e" /><Relationship Type="http://schemas.openxmlformats.org/officeDocument/2006/relationships/notesSlide" Target="/ppt/notesSlides/notesSlide53.xml" Id="R8a26ccd356704c6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108a63f272e4474" /><Relationship Type="http://schemas.openxmlformats.org/officeDocument/2006/relationships/notesSlide" Target="/ppt/notesSlides/notesSlide54.xml" Id="Rae082fb7f91a423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48f0fdb0eae24446" /><Relationship Type="http://schemas.openxmlformats.org/officeDocument/2006/relationships/notesSlide" Target="/ppt/notesSlides/notesSlide55.xml" Id="R11992b666df74191"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91576A7A-9C9C-417C-95D2-35E46013CD9C}"/>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9828A7D7-9B34-4C23-9021-0BBB6A42650D}"/>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FB721F47-C6AE-4DE7-ABD4-EE9F87B31422}"/>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6ADE917-0124-488F-815E-6E28271385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78521101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bc959aa2aa1f489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CFC92787-EBC5-40FF-A570-E00739B37DA4}"/>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1A60B5AD-FF5B-485D-A9FD-9A7F21E83DEF}"/>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B64FB42E-61D2-4B07-A766-499FD76E6E65}"/>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F69203E1-2048-493C-9404-AE6F922715D8}"/>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DE41D309-788D-4AAA-ABAC-EA034613EB58}"/>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1089BBC5-ABDA-4ED7-B1CA-E03930682F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85629025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8F2A8CB5-173C-4A94-A3C1-228A0F6C7A4D}"/>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0399394E-3CE9-4CA4-9BD8-0FB0F481BFE9}"/>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6C58EE02-51F6-486E-A0CA-0F4D82AFD9FA}"/>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09C3418A-8B5D-4AEB-A685-6A1572AC9E07}"/>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966FFC0E-A33B-47D3-99C3-0474938C7843}"/>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5D1B9A68-F2D7-4D94-8AC1-D9B7D835A10F}"/>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DB634654-FC79-4F03-B4C7-94119649AF3A}"/>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A6A9A70F-B77E-4B4F-B142-275537F7BCE4}"/>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FA627B94-64B7-489C-9DF8-A92860955DDC}"/>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DE7DFEAC-FFB8-4F59-A8EE-81EA0554640A}"/>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E35538F2-7BA2-492A-B1FD-4FA5873144C9}"/>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F47292A-F84C-44B2-B404-301CEC6BBF03}"/>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DE0236F8-26BF-4637-91CD-6FF1292927BE}"/>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6B8ED258-37A9-433F-A4C7-1CCF9CC34D19}"/>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89826840-35EE-42FA-AFC0-5088970A0D32}"/>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EE55A83E-85B2-4AB1-8865-921E72D10340}"/>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2B963CE5-8B94-4B27-8122-5AE510F70A4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6254F3B1-2595-4CD2-A751-76BB4347F0D2}"/>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17260E35-08B6-4160-851D-2503454C9D5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1D307DB-E1D1-4D3A-BAD8-5A8400A49661}"/>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9AF2A63E-A9EE-4963-8EF4-F6B56BDA0C63}"/>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A7BF09B9-8F46-4881-98AF-7E23C10C34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708724016"/>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F4BB5B1C-F8E9-4FAC-8930-09EC7883927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22AE5907-004B-474C-8302-55DF343BDB5A}"/>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9A98886D-29C6-4138-907C-E1963AB412A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DBD66E92-77C6-43D8-A717-92F55D63B5A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595303009"/>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D7154053-A9AB-42B2-B126-27DA4A0EEC70}"/>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C19E66BC-3B54-424D-B06C-A0A231B898C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764A5310-2ADB-4691-B3BB-20EF29C8AD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63173242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DE405238-AEA8-49D0-9EBD-204BA166F3B4}"/>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74F7831F-E68A-459D-90DE-DA40A7C8145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CFFA5F8F-A3B2-4D59-8C17-1C17A730CE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88315866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B4CEB641-A359-4B73-A340-C87364FE78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549957724"/>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0D3B8CF4-93DA-4744-B149-F9B56AE1BBE2}"/>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8595C6CB-41A3-4E66-9541-686E16D139FF}"/>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AB273063-FA10-4038-913C-1E1ACA8EC19F}"/>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120D44AC-046F-43BF-99BA-CAB0FE4DB151}"/>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EF3EF7A7-61CA-43E2-8B51-35C9E6AD7C19}"/>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24E25314-2DEB-41A5-A89E-10031F394C1B}"/>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F1CCD0F1-865A-4ED8-9D57-F72CBC881E6B}"/>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2DBFA32F-956B-482E-88C0-8BB302579689}"/>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90EB2335-391E-4F00-B533-FE564E0437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3197127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82DC01FF-75B3-40CF-965C-AC5ED95A8EBD}"/>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7677435D-C525-49DF-97E3-C1CCEBB4EE21}"/>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012142A4-6AD3-4FA3-B33C-FAD176A0DA9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C4F5EBE6-A8A3-493D-ACCC-9D2C2F72B2C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656406084"/>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e3076580ddfd4bd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51647BE9-D047-4B72-B314-3E0D553A48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154125390"/>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fe9c8ba563e5456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0B49F913-020F-4739-AAEC-CCBFCEE077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897051948"/>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504d94ca0aa346e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755222DA-67A7-40C1-AA99-A445C493BE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92143530"/>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d63da533be1a402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EA6747F0-C068-43E7-97CF-220913B598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67964264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d9bc5bee448c4b7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D8FA1857-DC9F-4465-ACEC-4592DA8007B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326442688"/>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5417c53e136c4cc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79661D5D-F430-42C4-8780-1C14BAA253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76427410"/>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C45705C9-749B-44E3-ADA8-F7A96332B28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2" name="mini-map"/>
          <p:cNvPicPr>
            <a:picLocks xmlns:a="http://schemas.openxmlformats.org/drawingml/2006/main" noChangeAspect="1"/>
          </p:cNvPicPr>
          <p:nvPr/>
        </p:nvPicPr>
        <p:blipFill>
          <a:blip xmlns:r="http://schemas.openxmlformats.org/officeDocument/2006/relationships" xmlns:a="http://schemas.openxmlformats.org/drawingml/2006/main" r:embed="Rad62b5d8576142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slide-title">
            <a:extLst xmlns:a="http://schemas.openxmlformats.org/drawingml/2006/main">
              <a:ext uri="{FF2B5EF4-FFF2-40B4-BE49-F238E27FC236}">
                <a16:creationId xmlns:a16="http://schemas.microsoft.com/office/drawing/2014/main" id="{84785664-4AF4-47E3-8810-EEC907B50C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4" name="header-divider">
            <a:extLst xmlns:a="http://schemas.openxmlformats.org/drawingml/2006/main">
              <a:ext uri="{FF2B5EF4-FFF2-40B4-BE49-F238E27FC236}">
                <a16:creationId xmlns:a16="http://schemas.microsoft.com/office/drawing/2014/main" id="{DA6012D3-4170-404E-9E1A-AF5DAA1EC25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5" name="10-text-1">
            <a:extLst xmlns:a="http://schemas.openxmlformats.org/drawingml/2006/main">
              <a:ext uri="{FF2B5EF4-FFF2-40B4-BE49-F238E27FC236}">
                <a16:creationId xmlns:a16="http://schemas.microsoft.com/office/drawing/2014/main" id="{D8E61123-5517-443A-A157-B65470D0D83B}"/>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76" name="10-text-2">
            <a:extLst xmlns:a="http://schemas.openxmlformats.org/drawingml/2006/main">
              <a:ext uri="{FF2B5EF4-FFF2-40B4-BE49-F238E27FC236}">
                <a16:creationId xmlns:a16="http://schemas.microsoft.com/office/drawing/2014/main" id="{9D95CC35-773F-4322-8F2C-277CEB54344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77" name="10-text-3">
            <a:extLst xmlns:a="http://schemas.openxmlformats.org/drawingml/2006/main">
              <a:ext uri="{FF2B5EF4-FFF2-40B4-BE49-F238E27FC236}">
                <a16:creationId xmlns:a16="http://schemas.microsoft.com/office/drawing/2014/main" id="{D909B07A-568A-4124-A5D6-7D68467394C6}"/>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8" name="10-text-4">
            <a:extLst xmlns:a="http://schemas.openxmlformats.org/drawingml/2006/main">
              <a:ext uri="{FF2B5EF4-FFF2-40B4-BE49-F238E27FC236}">
                <a16:creationId xmlns:a16="http://schemas.microsoft.com/office/drawing/2014/main" id="{27C1A2CE-4135-4CDD-BA49-A8BFC32B1958}"/>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79" name="10-text-5">
            <a:extLst xmlns:a="http://schemas.openxmlformats.org/drawingml/2006/main">
              <a:ext uri="{FF2B5EF4-FFF2-40B4-BE49-F238E27FC236}">
                <a16:creationId xmlns:a16="http://schemas.microsoft.com/office/drawing/2014/main" id="{273587E5-74E2-485A-95C0-772B671AEAE7}"/>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0" name="10-text-6">
            <a:extLst xmlns:a="http://schemas.openxmlformats.org/drawingml/2006/main">
              <a:ext uri="{FF2B5EF4-FFF2-40B4-BE49-F238E27FC236}">
                <a16:creationId xmlns:a16="http://schemas.microsoft.com/office/drawing/2014/main" id="{38031332-7781-413E-8F5E-21D22ED77704}"/>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1" name="10-text-7">
            <a:extLst xmlns:a="http://schemas.openxmlformats.org/drawingml/2006/main">
              <a:ext uri="{FF2B5EF4-FFF2-40B4-BE49-F238E27FC236}">
                <a16:creationId xmlns:a16="http://schemas.microsoft.com/office/drawing/2014/main" id="{AB2681F3-914E-4ACA-AD9D-C2016638DC37}"/>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2" name="10-text-8">
            <a:extLst xmlns:a="http://schemas.openxmlformats.org/drawingml/2006/main">
              <a:ext uri="{FF2B5EF4-FFF2-40B4-BE49-F238E27FC236}">
                <a16:creationId xmlns:a16="http://schemas.microsoft.com/office/drawing/2014/main" id="{FEBD0AA8-8B33-4E41-8C19-FA5A5526263F}"/>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3" name="10-text-9">
            <a:extLst xmlns:a="http://schemas.openxmlformats.org/drawingml/2006/main">
              <a:ext uri="{FF2B5EF4-FFF2-40B4-BE49-F238E27FC236}">
                <a16:creationId xmlns:a16="http://schemas.microsoft.com/office/drawing/2014/main" id="{7BE3C95D-2ED4-4AB4-9018-E1B50442FAE4}"/>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4" name="10-text-10">
            <a:extLst xmlns:a="http://schemas.openxmlformats.org/drawingml/2006/main">
              <a:ext uri="{FF2B5EF4-FFF2-40B4-BE49-F238E27FC236}">
                <a16:creationId xmlns:a16="http://schemas.microsoft.com/office/drawing/2014/main" id="{7CEDEBBF-5A68-4F46-B2BC-3CFF3B1E748E}"/>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85" name="10-text-11">
            <a:extLst xmlns:a="http://schemas.openxmlformats.org/drawingml/2006/main">
              <a:ext uri="{FF2B5EF4-FFF2-40B4-BE49-F238E27FC236}">
                <a16:creationId xmlns:a16="http://schemas.microsoft.com/office/drawing/2014/main" id="{910531B6-3EFB-4DB0-8995-27667F2C1514}"/>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86" name="10-text-12">
            <a:extLst xmlns:a="http://schemas.openxmlformats.org/drawingml/2006/main">
              <a:ext uri="{FF2B5EF4-FFF2-40B4-BE49-F238E27FC236}">
                <a16:creationId xmlns:a16="http://schemas.microsoft.com/office/drawing/2014/main" id="{6517E9DD-8DA6-4A45-9048-9C7612D7C1FF}"/>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87" name="10-text-13">
            <a:extLst xmlns:a="http://schemas.openxmlformats.org/drawingml/2006/main">
              <a:ext uri="{FF2B5EF4-FFF2-40B4-BE49-F238E27FC236}">
                <a16:creationId xmlns:a16="http://schemas.microsoft.com/office/drawing/2014/main" id="{FD02B88A-C613-4982-8BCE-931AA435B0DA}"/>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88" name="10-text-14">
            <a:extLst xmlns:a="http://schemas.openxmlformats.org/drawingml/2006/main">
              <a:ext uri="{FF2B5EF4-FFF2-40B4-BE49-F238E27FC236}">
                <a16:creationId xmlns:a16="http://schemas.microsoft.com/office/drawing/2014/main" id="{4A0310AE-02C3-487A-93E5-E0E8CB78490B}"/>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89" name="10-text-15">
            <a:extLst xmlns:a="http://schemas.openxmlformats.org/drawingml/2006/main">
              <a:ext uri="{FF2B5EF4-FFF2-40B4-BE49-F238E27FC236}">
                <a16:creationId xmlns:a16="http://schemas.microsoft.com/office/drawing/2014/main" id="{B0519074-E3F3-4D5E-ABE3-38178CD2C2D1}"/>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0" name="narrative-number">
            <a:extLst xmlns:a="http://schemas.openxmlformats.org/drawingml/2006/main">
              <a:ext uri="{FF2B5EF4-FFF2-40B4-BE49-F238E27FC236}">
                <a16:creationId xmlns:a16="http://schemas.microsoft.com/office/drawing/2014/main" id="{58EA26CC-CD7A-4C8B-BA2D-0DD330A4D3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263411291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1" name="!!area-name">
            <a:extLst xmlns:a="http://schemas.openxmlformats.org/drawingml/2006/main">
              <a:ext uri="{FF2B5EF4-FFF2-40B4-BE49-F238E27FC236}">
                <a16:creationId xmlns:a16="http://schemas.microsoft.com/office/drawing/2014/main" id="{470D22C0-A395-4E6F-8730-CB53A504EE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37b1df6412fd4d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3" name="header-divider">
            <a:extLst xmlns:a="http://schemas.openxmlformats.org/drawingml/2006/main">
              <a:ext uri="{FF2B5EF4-FFF2-40B4-BE49-F238E27FC236}">
                <a16:creationId xmlns:a16="http://schemas.microsoft.com/office/drawing/2014/main" id="{A0241132-7F45-4D88-97C2-56902DB5A6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4" name="11-text-1">
            <a:extLst xmlns:a="http://schemas.openxmlformats.org/drawingml/2006/main">
              <a:ext uri="{FF2B5EF4-FFF2-40B4-BE49-F238E27FC236}">
                <a16:creationId xmlns:a16="http://schemas.microsoft.com/office/drawing/2014/main" id="{98DA5139-0566-4F1D-B7E6-587612B40C0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95" name="11-text-2">
            <a:extLst xmlns:a="http://schemas.openxmlformats.org/drawingml/2006/main">
              <a:ext uri="{FF2B5EF4-FFF2-40B4-BE49-F238E27FC236}">
                <a16:creationId xmlns:a16="http://schemas.microsoft.com/office/drawing/2014/main" id="{AEF83B03-6867-42DF-9AB5-98B4226DC35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96" name="11-text-3">
            <a:extLst xmlns:a="http://schemas.openxmlformats.org/drawingml/2006/main">
              <a:ext uri="{FF2B5EF4-FFF2-40B4-BE49-F238E27FC236}">
                <a16:creationId xmlns:a16="http://schemas.microsoft.com/office/drawing/2014/main" id="{1C91D73B-E151-4124-984B-230648BE92D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105" name="11-image-4"/>
          <p:cNvPicPr>
            <a:picLocks xmlns:a="http://schemas.openxmlformats.org/drawingml/2006/main" noChangeAspect="1"/>
          </p:cNvPicPr>
          <p:nvPr/>
        </p:nvPicPr>
        <p:blipFill>
          <a:blip xmlns:r="http://schemas.openxmlformats.org/officeDocument/2006/relationships" xmlns:a="http://schemas.openxmlformats.org/drawingml/2006/main" r:embed="R9083be7e7c4c4d6e"/>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98" name="narrative-number">
            <a:extLst xmlns:a="http://schemas.openxmlformats.org/drawingml/2006/main">
              <a:ext uri="{FF2B5EF4-FFF2-40B4-BE49-F238E27FC236}">
                <a16:creationId xmlns:a16="http://schemas.microsoft.com/office/drawing/2014/main" id="{3FA0C027-0C5C-4AEE-8DAD-467DF1465AB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10210921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246C294C-A9A5-4FB7-842A-39215F34693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0" name="mini-map"/>
          <p:cNvPicPr>
            <a:picLocks xmlns:a="http://schemas.openxmlformats.org/drawingml/2006/main" noChangeAspect="1"/>
          </p:cNvPicPr>
          <p:nvPr/>
        </p:nvPicPr>
        <p:blipFill>
          <a:blip xmlns:r="http://schemas.openxmlformats.org/officeDocument/2006/relationships" xmlns:a="http://schemas.openxmlformats.org/drawingml/2006/main" r:embed="Rfdec2f835fbb45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ED78542D-ECF1-46B5-AA3B-5E0776DAD21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2" name="header-divider">
            <a:extLst xmlns:a="http://schemas.openxmlformats.org/drawingml/2006/main">
              <a:ext uri="{FF2B5EF4-FFF2-40B4-BE49-F238E27FC236}">
                <a16:creationId xmlns:a16="http://schemas.microsoft.com/office/drawing/2014/main" id="{D7B3E7DF-32AA-4554-88CB-C7042D5BA3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4E82D2F4-3B21-49F4-97AA-31C018849DA6}"/>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4" name="12-text-2">
            <a:extLst xmlns:a="http://schemas.openxmlformats.org/drawingml/2006/main">
              <a:ext uri="{FF2B5EF4-FFF2-40B4-BE49-F238E27FC236}">
                <a16:creationId xmlns:a16="http://schemas.microsoft.com/office/drawing/2014/main" id="{539EDE16-7FC8-4E1B-91A5-E1D4978110B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05" name="12-text-3">
            <a:extLst xmlns:a="http://schemas.openxmlformats.org/drawingml/2006/main">
              <a:ext uri="{FF2B5EF4-FFF2-40B4-BE49-F238E27FC236}">
                <a16:creationId xmlns:a16="http://schemas.microsoft.com/office/drawing/2014/main" id="{A9DBF2F7-4BEC-4E09-B6E2-3669E895C158}"/>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06" name="12-text-4">
            <a:extLst xmlns:a="http://schemas.openxmlformats.org/drawingml/2006/main">
              <a:ext uri="{FF2B5EF4-FFF2-40B4-BE49-F238E27FC236}">
                <a16:creationId xmlns:a16="http://schemas.microsoft.com/office/drawing/2014/main" id="{21E332DD-A5F6-4E23-A695-E1DE69969D07}"/>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07" name="12-text-5">
            <a:extLst xmlns:a="http://schemas.openxmlformats.org/drawingml/2006/main">
              <a:ext uri="{FF2B5EF4-FFF2-40B4-BE49-F238E27FC236}">
                <a16:creationId xmlns:a16="http://schemas.microsoft.com/office/drawing/2014/main" id="{19E606FD-787F-4C4D-9EAF-0BBCC94D1FFD}"/>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08" name="12-text-6">
            <a:extLst xmlns:a="http://schemas.openxmlformats.org/drawingml/2006/main">
              <a:ext uri="{FF2B5EF4-FFF2-40B4-BE49-F238E27FC236}">
                <a16:creationId xmlns:a16="http://schemas.microsoft.com/office/drawing/2014/main" id="{8B526770-DEF6-4EDC-B82D-F838F524679C}"/>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09" name="12-line-8">
            <a:extLst xmlns:a="http://schemas.openxmlformats.org/drawingml/2006/main">
              <a:ext uri="{FF2B5EF4-FFF2-40B4-BE49-F238E27FC236}">
                <a16:creationId xmlns:a16="http://schemas.microsoft.com/office/drawing/2014/main" id="{CE04748A-2534-4E08-B7AC-E130305F84EE}"/>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0" name="12-line-10">
            <a:extLst xmlns:a="http://schemas.openxmlformats.org/drawingml/2006/main">
              <a:ext uri="{FF2B5EF4-FFF2-40B4-BE49-F238E27FC236}">
                <a16:creationId xmlns:a16="http://schemas.microsoft.com/office/drawing/2014/main" id="{CED1FCC7-FCE1-4785-B1ED-22CEEF682E1D}"/>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1" name="12-text-11">
            <a:extLst xmlns:a="http://schemas.openxmlformats.org/drawingml/2006/main">
              <a:ext uri="{FF2B5EF4-FFF2-40B4-BE49-F238E27FC236}">
                <a16:creationId xmlns:a16="http://schemas.microsoft.com/office/drawing/2014/main" id="{ECDF69F5-58CB-4069-95AB-A5FD6B69CA5F}"/>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2" name="12-text-12">
            <a:extLst xmlns:a="http://schemas.openxmlformats.org/drawingml/2006/main">
              <a:ext uri="{FF2B5EF4-FFF2-40B4-BE49-F238E27FC236}">
                <a16:creationId xmlns:a16="http://schemas.microsoft.com/office/drawing/2014/main" id="{692A27BF-A4E5-41D1-A6B1-82399BB42FA0}"/>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113" name="12-text-13">
            <a:extLst xmlns:a="http://schemas.openxmlformats.org/drawingml/2006/main">
              <a:ext uri="{FF2B5EF4-FFF2-40B4-BE49-F238E27FC236}">
                <a16:creationId xmlns:a16="http://schemas.microsoft.com/office/drawing/2014/main" id="{DDC352FD-D750-4E88-88FA-6122BE418A62}"/>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4" name="12-text-14">
            <a:extLst xmlns:a="http://schemas.openxmlformats.org/drawingml/2006/main">
              <a:ext uri="{FF2B5EF4-FFF2-40B4-BE49-F238E27FC236}">
                <a16:creationId xmlns:a16="http://schemas.microsoft.com/office/drawing/2014/main" id="{3789915E-C899-4A3D-B8E0-1899CA179F8A}"/>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115" name="12-text-15">
            <a:extLst xmlns:a="http://schemas.openxmlformats.org/drawingml/2006/main">
              <a:ext uri="{FF2B5EF4-FFF2-40B4-BE49-F238E27FC236}">
                <a16:creationId xmlns:a16="http://schemas.microsoft.com/office/drawing/2014/main" id="{3A68C19F-C983-4BD7-BBE8-91BFA3191295}"/>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16" name="12-text-16">
            <a:extLst xmlns:a="http://schemas.openxmlformats.org/drawingml/2006/main">
              <a:ext uri="{FF2B5EF4-FFF2-40B4-BE49-F238E27FC236}">
                <a16:creationId xmlns:a16="http://schemas.microsoft.com/office/drawing/2014/main" id="{434AB919-0277-45DF-B89E-DD27954671B2}"/>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117" name="12-text-17">
            <a:extLst xmlns:a="http://schemas.openxmlformats.org/drawingml/2006/main">
              <a:ext uri="{FF2B5EF4-FFF2-40B4-BE49-F238E27FC236}">
                <a16:creationId xmlns:a16="http://schemas.microsoft.com/office/drawing/2014/main" id="{5096BA00-3184-485C-A354-2B1AF9894DD5}"/>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118" name="narrative-number">
            <a:extLst xmlns:a="http://schemas.openxmlformats.org/drawingml/2006/main">
              <a:ext uri="{FF2B5EF4-FFF2-40B4-BE49-F238E27FC236}">
                <a16:creationId xmlns:a16="http://schemas.microsoft.com/office/drawing/2014/main" id="{7D49DFFF-AF9C-4CAD-B820-D56F1AA421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4192031430"/>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9" name="!!area-name">
            <a:extLst xmlns:a="http://schemas.openxmlformats.org/drawingml/2006/main">
              <a:ext uri="{FF2B5EF4-FFF2-40B4-BE49-F238E27FC236}">
                <a16:creationId xmlns:a16="http://schemas.microsoft.com/office/drawing/2014/main" id="{0EC04B8C-CEB7-4671-95D2-83DDC1A285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1" name="mini-map"/>
          <p:cNvPicPr>
            <a:picLocks xmlns:a="http://schemas.openxmlformats.org/drawingml/2006/main" noChangeAspect="1"/>
          </p:cNvPicPr>
          <p:nvPr/>
        </p:nvPicPr>
        <p:blipFill>
          <a:blip xmlns:r="http://schemas.openxmlformats.org/officeDocument/2006/relationships" xmlns:a="http://schemas.openxmlformats.org/drawingml/2006/main" r:embed="R5e8f8481c85c44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1" name="slide-title">
            <a:extLst xmlns:a="http://schemas.openxmlformats.org/drawingml/2006/main">
              <a:ext uri="{FF2B5EF4-FFF2-40B4-BE49-F238E27FC236}">
                <a16:creationId xmlns:a16="http://schemas.microsoft.com/office/drawing/2014/main" id="{3BF9ABA6-B3EC-4907-AEF0-B8CD8F5E072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2" name="header-divider">
            <a:extLst xmlns:a="http://schemas.openxmlformats.org/drawingml/2006/main">
              <a:ext uri="{FF2B5EF4-FFF2-40B4-BE49-F238E27FC236}">
                <a16:creationId xmlns:a16="http://schemas.microsoft.com/office/drawing/2014/main" id="{409B2F50-4332-4CF2-BBDD-47D73077ADB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3" name="13-text-1">
            <a:extLst xmlns:a="http://schemas.openxmlformats.org/drawingml/2006/main">
              <a:ext uri="{FF2B5EF4-FFF2-40B4-BE49-F238E27FC236}">
                <a16:creationId xmlns:a16="http://schemas.microsoft.com/office/drawing/2014/main" id="{AAD35EE0-49CE-4B57-A342-1F847EAB2118}"/>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24" name="13-text-2">
            <a:extLst xmlns:a="http://schemas.openxmlformats.org/drawingml/2006/main">
              <a:ext uri="{FF2B5EF4-FFF2-40B4-BE49-F238E27FC236}">
                <a16:creationId xmlns:a16="http://schemas.microsoft.com/office/drawing/2014/main" id="{F64B7BEE-ABA0-488A-82A7-A8231FD817D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25" name="13-text-3">
            <a:extLst xmlns:a="http://schemas.openxmlformats.org/drawingml/2006/main">
              <a:ext uri="{FF2B5EF4-FFF2-40B4-BE49-F238E27FC236}">
                <a16:creationId xmlns:a16="http://schemas.microsoft.com/office/drawing/2014/main" id="{82AF0813-1B83-4FCC-9BB7-FA9D9F405653}"/>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26" name="13-text-4">
            <a:extLst xmlns:a="http://schemas.openxmlformats.org/drawingml/2006/main">
              <a:ext uri="{FF2B5EF4-FFF2-40B4-BE49-F238E27FC236}">
                <a16:creationId xmlns:a16="http://schemas.microsoft.com/office/drawing/2014/main" id="{263874C6-1AC0-405C-AA51-952E68989C02}"/>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27" name="13-text-5">
            <a:extLst xmlns:a="http://schemas.openxmlformats.org/drawingml/2006/main">
              <a:ext uri="{FF2B5EF4-FFF2-40B4-BE49-F238E27FC236}">
                <a16:creationId xmlns:a16="http://schemas.microsoft.com/office/drawing/2014/main" id="{5B6D2F3D-EED5-41B9-99A9-E740481DA58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28" name="13-text-6">
            <a:extLst xmlns:a="http://schemas.openxmlformats.org/drawingml/2006/main">
              <a:ext uri="{FF2B5EF4-FFF2-40B4-BE49-F238E27FC236}">
                <a16:creationId xmlns:a16="http://schemas.microsoft.com/office/drawing/2014/main" id="{8006ECC7-4227-49F1-8582-7EDABF569A53}"/>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29" name="narrative-number">
            <a:extLst xmlns:a="http://schemas.openxmlformats.org/drawingml/2006/main">
              <a:ext uri="{FF2B5EF4-FFF2-40B4-BE49-F238E27FC236}">
                <a16:creationId xmlns:a16="http://schemas.microsoft.com/office/drawing/2014/main" id="{20D43676-ECA6-4373-915C-3223DD0FD11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89472756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0" name="!!area-name">
            <a:extLst xmlns:a="http://schemas.openxmlformats.org/drawingml/2006/main">
              <a:ext uri="{FF2B5EF4-FFF2-40B4-BE49-F238E27FC236}">
                <a16:creationId xmlns:a16="http://schemas.microsoft.com/office/drawing/2014/main" id="{1E9315B1-B0FF-409D-B85E-B7317442F4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4" name="mini-map"/>
          <p:cNvPicPr>
            <a:picLocks xmlns:a="http://schemas.openxmlformats.org/drawingml/2006/main" noChangeAspect="1"/>
          </p:cNvPicPr>
          <p:nvPr/>
        </p:nvPicPr>
        <p:blipFill>
          <a:blip xmlns:r="http://schemas.openxmlformats.org/officeDocument/2006/relationships" xmlns:a="http://schemas.openxmlformats.org/drawingml/2006/main" r:embed="Rcae7f0b49015434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2" name="slide-title">
            <a:extLst xmlns:a="http://schemas.openxmlformats.org/drawingml/2006/main">
              <a:ext uri="{FF2B5EF4-FFF2-40B4-BE49-F238E27FC236}">
                <a16:creationId xmlns:a16="http://schemas.microsoft.com/office/drawing/2014/main" id="{B00184A1-54C0-410D-A027-D33246F728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3" name="header-divider">
            <a:extLst xmlns:a="http://schemas.openxmlformats.org/drawingml/2006/main">
              <a:ext uri="{FF2B5EF4-FFF2-40B4-BE49-F238E27FC236}">
                <a16:creationId xmlns:a16="http://schemas.microsoft.com/office/drawing/2014/main" id="{EB6BB21D-E7B0-4DF2-8B66-16F9415D2E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4" name="14-text-1">
            <a:extLst xmlns:a="http://schemas.openxmlformats.org/drawingml/2006/main">
              <a:ext uri="{FF2B5EF4-FFF2-40B4-BE49-F238E27FC236}">
                <a16:creationId xmlns:a16="http://schemas.microsoft.com/office/drawing/2014/main" id="{223CCDD3-0A90-4986-BB0F-46228FAB2EA0}"/>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35" name="14-text-2">
            <a:extLst xmlns:a="http://schemas.openxmlformats.org/drawingml/2006/main">
              <a:ext uri="{FF2B5EF4-FFF2-40B4-BE49-F238E27FC236}">
                <a16:creationId xmlns:a16="http://schemas.microsoft.com/office/drawing/2014/main" id="{FC4C7D70-4DF3-4A6E-AB7F-E857F3070BF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36" name="14-text-3">
            <a:extLst xmlns:a="http://schemas.openxmlformats.org/drawingml/2006/main">
              <a:ext uri="{FF2B5EF4-FFF2-40B4-BE49-F238E27FC236}">
                <a16:creationId xmlns:a16="http://schemas.microsoft.com/office/drawing/2014/main" id="{9A5BEADA-BBF5-4EDF-A5D5-0E95A330DA0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37" name="14-text-4">
            <a:extLst xmlns:a="http://schemas.openxmlformats.org/drawingml/2006/main">
              <a:ext uri="{FF2B5EF4-FFF2-40B4-BE49-F238E27FC236}">
                <a16:creationId xmlns:a16="http://schemas.microsoft.com/office/drawing/2014/main" id="{45DF0236-A4EE-4B43-853F-5CDB312F4DD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38" name="14-text-5">
            <a:extLst xmlns:a="http://schemas.openxmlformats.org/drawingml/2006/main">
              <a:ext uri="{FF2B5EF4-FFF2-40B4-BE49-F238E27FC236}">
                <a16:creationId xmlns:a16="http://schemas.microsoft.com/office/drawing/2014/main" id="{8B501E51-1F47-4C72-9912-072CF99C747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39" name="14-text-6">
            <a:extLst xmlns:a="http://schemas.openxmlformats.org/drawingml/2006/main">
              <a:ext uri="{FF2B5EF4-FFF2-40B4-BE49-F238E27FC236}">
                <a16:creationId xmlns:a16="http://schemas.microsoft.com/office/drawing/2014/main" id="{E945AC24-6F29-4B8E-8E13-74B84A6DB02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40" name="14-text-7">
            <a:extLst xmlns:a="http://schemas.openxmlformats.org/drawingml/2006/main">
              <a:ext uri="{FF2B5EF4-FFF2-40B4-BE49-F238E27FC236}">
                <a16:creationId xmlns:a16="http://schemas.microsoft.com/office/drawing/2014/main" id="{98005C19-B4CE-4671-8AFE-241F276DCBB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1" name="14-text-8">
            <a:extLst xmlns:a="http://schemas.openxmlformats.org/drawingml/2006/main">
              <a:ext uri="{FF2B5EF4-FFF2-40B4-BE49-F238E27FC236}">
                <a16:creationId xmlns:a16="http://schemas.microsoft.com/office/drawing/2014/main" id="{CDA5C154-6292-492B-BEA4-37A1D55E1A7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2" name="narrative-number">
            <a:extLst xmlns:a="http://schemas.openxmlformats.org/drawingml/2006/main">
              <a:ext uri="{FF2B5EF4-FFF2-40B4-BE49-F238E27FC236}">
                <a16:creationId xmlns:a16="http://schemas.microsoft.com/office/drawing/2014/main" id="{86A0BEFE-1736-4A94-A6BB-07C16675F07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97688191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3" name="!!area-name">
            <a:extLst xmlns:a="http://schemas.openxmlformats.org/drawingml/2006/main">
              <a:ext uri="{FF2B5EF4-FFF2-40B4-BE49-F238E27FC236}">
                <a16:creationId xmlns:a16="http://schemas.microsoft.com/office/drawing/2014/main" id="{D3137271-13AD-4EB2-98F9-76B9D974B9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57" name="mini-map"/>
          <p:cNvPicPr>
            <a:picLocks xmlns:a="http://schemas.openxmlformats.org/drawingml/2006/main" noChangeAspect="1"/>
          </p:cNvPicPr>
          <p:nvPr/>
        </p:nvPicPr>
        <p:blipFill>
          <a:blip xmlns:r="http://schemas.openxmlformats.org/officeDocument/2006/relationships" xmlns:a="http://schemas.openxmlformats.org/drawingml/2006/main" r:embed="R5def8c297367410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5" name="slide-title">
            <a:extLst xmlns:a="http://schemas.openxmlformats.org/drawingml/2006/main">
              <a:ext uri="{FF2B5EF4-FFF2-40B4-BE49-F238E27FC236}">
                <a16:creationId xmlns:a16="http://schemas.microsoft.com/office/drawing/2014/main" id="{803694B1-9111-4D5C-BDC9-1CFD432C8D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46" name="header-divider">
            <a:extLst xmlns:a="http://schemas.openxmlformats.org/drawingml/2006/main">
              <a:ext uri="{FF2B5EF4-FFF2-40B4-BE49-F238E27FC236}">
                <a16:creationId xmlns:a16="http://schemas.microsoft.com/office/drawing/2014/main" id="{7DF510CB-12C8-4602-ABC0-6C96479B2B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7" name="15-text-1">
            <a:extLst xmlns:a="http://schemas.openxmlformats.org/drawingml/2006/main">
              <a:ext uri="{FF2B5EF4-FFF2-40B4-BE49-F238E27FC236}">
                <a16:creationId xmlns:a16="http://schemas.microsoft.com/office/drawing/2014/main" id="{E8F8EB31-8683-43CA-930C-BAA7645A8DA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48" name="15-text-2">
            <a:extLst xmlns:a="http://schemas.openxmlformats.org/drawingml/2006/main">
              <a:ext uri="{FF2B5EF4-FFF2-40B4-BE49-F238E27FC236}">
                <a16:creationId xmlns:a16="http://schemas.microsoft.com/office/drawing/2014/main" id="{155D8C53-576A-4A70-AEE5-9325F070E5BA}"/>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49" name="15-text-3">
            <a:extLst xmlns:a="http://schemas.openxmlformats.org/drawingml/2006/main">
              <a:ext uri="{FF2B5EF4-FFF2-40B4-BE49-F238E27FC236}">
                <a16:creationId xmlns:a16="http://schemas.microsoft.com/office/drawing/2014/main" id="{63FD5C03-679A-4F90-9004-4315433258D6}"/>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0" name="15-text-4">
            <a:extLst xmlns:a="http://schemas.openxmlformats.org/drawingml/2006/main">
              <a:ext uri="{FF2B5EF4-FFF2-40B4-BE49-F238E27FC236}">
                <a16:creationId xmlns:a16="http://schemas.microsoft.com/office/drawing/2014/main" id="{9B29CED8-0515-4048-8D7A-B9907D792D19}"/>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1" name="15-text-5">
            <a:extLst xmlns:a="http://schemas.openxmlformats.org/drawingml/2006/main">
              <a:ext uri="{FF2B5EF4-FFF2-40B4-BE49-F238E27FC236}">
                <a16:creationId xmlns:a16="http://schemas.microsoft.com/office/drawing/2014/main" id="{48CEAAC1-7334-42F4-956D-83F5D27D1884}"/>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2" name="15-text-6">
            <a:extLst xmlns:a="http://schemas.openxmlformats.org/drawingml/2006/main">
              <a:ext uri="{FF2B5EF4-FFF2-40B4-BE49-F238E27FC236}">
                <a16:creationId xmlns:a16="http://schemas.microsoft.com/office/drawing/2014/main" id="{DEC42FDB-28F8-44BB-B103-645EC36AF25B}"/>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3" name="15-text-7">
            <a:extLst xmlns:a="http://schemas.openxmlformats.org/drawingml/2006/main">
              <a:ext uri="{FF2B5EF4-FFF2-40B4-BE49-F238E27FC236}">
                <a16:creationId xmlns:a16="http://schemas.microsoft.com/office/drawing/2014/main" id="{D436503B-3D25-4595-BEDC-B29B9C20A519}"/>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67"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55" name="narrative-number">
            <a:extLst xmlns:a="http://schemas.openxmlformats.org/drawingml/2006/main">
              <a:ext uri="{FF2B5EF4-FFF2-40B4-BE49-F238E27FC236}">
                <a16:creationId xmlns:a16="http://schemas.microsoft.com/office/drawing/2014/main" id="{CA589CB1-D8D9-4BA5-9484-D85F43ABAB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10048424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6" name="!!area-name">
            <a:extLst xmlns:a="http://schemas.openxmlformats.org/drawingml/2006/main">
              <a:ext uri="{FF2B5EF4-FFF2-40B4-BE49-F238E27FC236}">
                <a16:creationId xmlns:a16="http://schemas.microsoft.com/office/drawing/2014/main" id="{7799A7AC-30BE-4868-9718-D942057148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4822f7ac114c4d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8" name="header-divider">
            <a:extLst xmlns:a="http://schemas.openxmlformats.org/drawingml/2006/main">
              <a:ext uri="{FF2B5EF4-FFF2-40B4-BE49-F238E27FC236}">
                <a16:creationId xmlns:a16="http://schemas.microsoft.com/office/drawing/2014/main" id="{561EEA36-884F-4E9F-BE3E-29C0B7A28DB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9" name="16-text-1">
            <a:extLst xmlns:a="http://schemas.openxmlformats.org/drawingml/2006/main">
              <a:ext uri="{FF2B5EF4-FFF2-40B4-BE49-F238E27FC236}">
                <a16:creationId xmlns:a16="http://schemas.microsoft.com/office/drawing/2014/main" id="{DC890FC8-19D7-41FF-819B-E88177844C12}"/>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0" name="16-text-2">
            <a:extLst xmlns:a="http://schemas.openxmlformats.org/drawingml/2006/main">
              <a:ext uri="{FF2B5EF4-FFF2-40B4-BE49-F238E27FC236}">
                <a16:creationId xmlns:a16="http://schemas.microsoft.com/office/drawing/2014/main" id="{14FCF0DD-B170-4DC4-B344-3FE0A9FD546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1" name="16-text-3">
            <a:extLst xmlns:a="http://schemas.openxmlformats.org/drawingml/2006/main">
              <a:ext uri="{FF2B5EF4-FFF2-40B4-BE49-F238E27FC236}">
                <a16:creationId xmlns:a16="http://schemas.microsoft.com/office/drawing/2014/main" id="{82833D29-7C11-4C6D-9015-4B56491BFA3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0" name="16-image-4"/>
          <p:cNvPicPr>
            <a:picLocks xmlns:a="http://schemas.openxmlformats.org/drawingml/2006/main" noChangeAspect="1"/>
          </p:cNvPicPr>
          <p:nvPr/>
        </p:nvPicPr>
        <p:blipFill>
          <a:blip xmlns:r="http://schemas.openxmlformats.org/officeDocument/2006/relationships" xmlns:a="http://schemas.openxmlformats.org/drawingml/2006/main" r:embed="R8f0792f09b2044f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3" name="narrative-number">
            <a:extLst xmlns:a="http://schemas.openxmlformats.org/drawingml/2006/main">
              <a:ext uri="{FF2B5EF4-FFF2-40B4-BE49-F238E27FC236}">
                <a16:creationId xmlns:a16="http://schemas.microsoft.com/office/drawing/2014/main" id="{3B6C067A-0BC4-4D85-BEE1-0302ACBF28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526938765"/>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0BA4272F-60E0-4F18-A048-CAC2DA7A78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79" name="mini-map"/>
          <p:cNvPicPr>
            <a:picLocks xmlns:a="http://schemas.openxmlformats.org/drawingml/2006/main" noChangeAspect="1"/>
          </p:cNvPicPr>
          <p:nvPr/>
        </p:nvPicPr>
        <p:blipFill>
          <a:blip xmlns:r="http://schemas.openxmlformats.org/officeDocument/2006/relationships" xmlns:a="http://schemas.openxmlformats.org/drawingml/2006/main" r:embed="R4aa4c612c07743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FD857F25-5564-40F1-B9AA-BC84EFBB544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67" name="header-divider">
            <a:extLst xmlns:a="http://schemas.openxmlformats.org/drawingml/2006/main">
              <a:ext uri="{FF2B5EF4-FFF2-40B4-BE49-F238E27FC236}">
                <a16:creationId xmlns:a16="http://schemas.microsoft.com/office/drawing/2014/main" id="{F76C87DC-6DA0-4108-AB68-F499CBB07D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7-text-1">
            <a:extLst xmlns:a="http://schemas.openxmlformats.org/drawingml/2006/main">
              <a:ext uri="{FF2B5EF4-FFF2-40B4-BE49-F238E27FC236}">
                <a16:creationId xmlns:a16="http://schemas.microsoft.com/office/drawing/2014/main" id="{A5DDBE33-D303-41FC-A47E-B2B0315BC711}"/>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69" name="17-text-2">
            <a:extLst xmlns:a="http://schemas.openxmlformats.org/drawingml/2006/main">
              <a:ext uri="{FF2B5EF4-FFF2-40B4-BE49-F238E27FC236}">
                <a16:creationId xmlns:a16="http://schemas.microsoft.com/office/drawing/2014/main" id="{CA5668D6-8AD1-4568-82C5-81F7A1EF2690}"/>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70" name="17-text-3">
            <a:extLst xmlns:a="http://schemas.openxmlformats.org/drawingml/2006/main">
              <a:ext uri="{FF2B5EF4-FFF2-40B4-BE49-F238E27FC236}">
                <a16:creationId xmlns:a16="http://schemas.microsoft.com/office/drawing/2014/main" id="{B1FFA694-5E1D-4473-82E6-4D75350394A3}"/>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71" name="17-text-4">
            <a:extLst xmlns:a="http://schemas.openxmlformats.org/drawingml/2006/main">
              <a:ext uri="{FF2B5EF4-FFF2-40B4-BE49-F238E27FC236}">
                <a16:creationId xmlns:a16="http://schemas.microsoft.com/office/drawing/2014/main" id="{E3730371-F81C-401B-8B01-FA7E72FE5813}"/>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72" name="working-context-boundary">
            <a:extLst xmlns:a="http://schemas.openxmlformats.org/drawingml/2006/main">
              <a:ext uri="{FF2B5EF4-FFF2-40B4-BE49-F238E27FC236}">
                <a16:creationId xmlns:a16="http://schemas.microsoft.com/office/drawing/2014/main" id="{4F96D9BF-5015-47F5-8906-AC13F5CCAD3F}"/>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3" name="17-text-5">
            <a:extLst xmlns:a="http://schemas.openxmlformats.org/drawingml/2006/main">
              <a:ext uri="{FF2B5EF4-FFF2-40B4-BE49-F238E27FC236}">
                <a16:creationId xmlns:a16="http://schemas.microsoft.com/office/drawing/2014/main" id="{3E836C59-F2C4-4C28-962D-25B34B9D7FA8}"/>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74" name="17-text-6">
            <a:extLst xmlns:a="http://schemas.openxmlformats.org/drawingml/2006/main">
              <a:ext uri="{FF2B5EF4-FFF2-40B4-BE49-F238E27FC236}">
                <a16:creationId xmlns:a16="http://schemas.microsoft.com/office/drawing/2014/main" id="{A6080932-FD88-49AC-8422-BED96265F371}"/>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75" name="17-line-8">
            <a:extLst xmlns:a="http://schemas.openxmlformats.org/drawingml/2006/main">
              <a:ext uri="{FF2B5EF4-FFF2-40B4-BE49-F238E27FC236}">
                <a16:creationId xmlns:a16="http://schemas.microsoft.com/office/drawing/2014/main" id="{8BBEFC93-61E0-4D50-B4D7-2B7FA174FFE9}"/>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6" name="17-line-10">
            <a:extLst xmlns:a="http://schemas.openxmlformats.org/drawingml/2006/main">
              <a:ext uri="{FF2B5EF4-FFF2-40B4-BE49-F238E27FC236}">
                <a16:creationId xmlns:a16="http://schemas.microsoft.com/office/drawing/2014/main" id="{0906A964-1B8E-4076-B861-ACED06C55679}"/>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7" name="narrative-number">
            <a:extLst xmlns:a="http://schemas.openxmlformats.org/drawingml/2006/main">
              <a:ext uri="{FF2B5EF4-FFF2-40B4-BE49-F238E27FC236}">
                <a16:creationId xmlns:a16="http://schemas.microsoft.com/office/drawing/2014/main" id="{FE9B0473-7BE8-45AE-B57B-0AF3CAB4F0C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70148885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8" name="!!area-name">
            <a:extLst xmlns:a="http://schemas.openxmlformats.org/drawingml/2006/main">
              <a:ext uri="{FF2B5EF4-FFF2-40B4-BE49-F238E27FC236}">
                <a16:creationId xmlns:a16="http://schemas.microsoft.com/office/drawing/2014/main" id="{695E10A0-8E80-41EC-88CE-2A17063104D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b12ae6851a2844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0" name="slide-title">
            <a:extLst xmlns:a="http://schemas.openxmlformats.org/drawingml/2006/main">
              <a:ext uri="{FF2B5EF4-FFF2-40B4-BE49-F238E27FC236}">
                <a16:creationId xmlns:a16="http://schemas.microsoft.com/office/drawing/2014/main" id="{1B4CC0BF-8F87-48F0-ABE9-38BB5BBA35A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81" name="header-divider">
            <a:extLst xmlns:a="http://schemas.openxmlformats.org/drawingml/2006/main">
              <a:ext uri="{FF2B5EF4-FFF2-40B4-BE49-F238E27FC236}">
                <a16:creationId xmlns:a16="http://schemas.microsoft.com/office/drawing/2014/main" id="{3E6D26EF-7D89-4BAB-8A4C-F57022191A3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2" name="18-text-1">
            <a:extLst xmlns:a="http://schemas.openxmlformats.org/drawingml/2006/main">
              <a:ext uri="{FF2B5EF4-FFF2-40B4-BE49-F238E27FC236}">
                <a16:creationId xmlns:a16="http://schemas.microsoft.com/office/drawing/2014/main" id="{DC42A538-FC59-4ED5-B7A5-01FB1403BED6}"/>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83" name="18-text-2">
            <a:extLst xmlns:a="http://schemas.openxmlformats.org/drawingml/2006/main">
              <a:ext uri="{FF2B5EF4-FFF2-40B4-BE49-F238E27FC236}">
                <a16:creationId xmlns:a16="http://schemas.microsoft.com/office/drawing/2014/main" id="{21E38FB3-617A-4EA0-8010-2DE50D9A77B1}"/>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84" name="18-text-3">
            <a:extLst xmlns:a="http://schemas.openxmlformats.org/drawingml/2006/main">
              <a:ext uri="{FF2B5EF4-FFF2-40B4-BE49-F238E27FC236}">
                <a16:creationId xmlns:a16="http://schemas.microsoft.com/office/drawing/2014/main" id="{C5560AB9-0C94-44B8-A44D-6C268AA3C9DB}"/>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5" name="18-text-4">
            <a:extLst xmlns:a="http://schemas.openxmlformats.org/drawingml/2006/main">
              <a:ext uri="{FF2B5EF4-FFF2-40B4-BE49-F238E27FC236}">
                <a16:creationId xmlns:a16="http://schemas.microsoft.com/office/drawing/2014/main" id="{28A58316-D0DD-4971-9E91-8CB23B9B0CD5}"/>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86" name="18-text-5">
            <a:extLst xmlns:a="http://schemas.openxmlformats.org/drawingml/2006/main">
              <a:ext uri="{FF2B5EF4-FFF2-40B4-BE49-F238E27FC236}">
                <a16:creationId xmlns:a16="http://schemas.microsoft.com/office/drawing/2014/main" id="{AB674A94-DC61-4A6A-9A7A-B533A2E027F0}"/>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87" name="18-text-6">
            <a:extLst xmlns:a="http://schemas.openxmlformats.org/drawingml/2006/main">
              <a:ext uri="{FF2B5EF4-FFF2-40B4-BE49-F238E27FC236}">
                <a16:creationId xmlns:a16="http://schemas.microsoft.com/office/drawing/2014/main" id="{F54F2C35-E51B-423F-8C52-12A49B0A8B3D}"/>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88" name="18-line-8">
            <a:extLst xmlns:a="http://schemas.openxmlformats.org/drawingml/2006/main">
              <a:ext uri="{FF2B5EF4-FFF2-40B4-BE49-F238E27FC236}">
                <a16:creationId xmlns:a16="http://schemas.microsoft.com/office/drawing/2014/main" id="{5C4C6D3D-44CF-429C-A1DC-79C176FABA97}"/>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89" name="18-line-10">
            <a:extLst xmlns:a="http://schemas.openxmlformats.org/drawingml/2006/main">
              <a:ext uri="{FF2B5EF4-FFF2-40B4-BE49-F238E27FC236}">
                <a16:creationId xmlns:a16="http://schemas.microsoft.com/office/drawing/2014/main" id="{A5C13368-4C1D-4FE0-8BEE-29EA2CD3D158}"/>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0" name="18-line-12">
            <a:extLst xmlns:a="http://schemas.openxmlformats.org/drawingml/2006/main">
              <a:ext uri="{FF2B5EF4-FFF2-40B4-BE49-F238E27FC236}">
                <a16:creationId xmlns:a16="http://schemas.microsoft.com/office/drawing/2014/main" id="{5F8AA3BB-D5E8-4FC4-B80F-FA509E7E4A2D}"/>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91" name="18-text-13">
            <a:extLst xmlns:a="http://schemas.openxmlformats.org/drawingml/2006/main">
              <a:ext uri="{FF2B5EF4-FFF2-40B4-BE49-F238E27FC236}">
                <a16:creationId xmlns:a16="http://schemas.microsoft.com/office/drawing/2014/main" id="{458742E7-5B56-4083-AD58-98211334BCD9}"/>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92" name="18-text-14">
            <a:extLst xmlns:a="http://schemas.openxmlformats.org/drawingml/2006/main">
              <a:ext uri="{FF2B5EF4-FFF2-40B4-BE49-F238E27FC236}">
                <a16:creationId xmlns:a16="http://schemas.microsoft.com/office/drawing/2014/main" id="{A801B12A-7D8A-4000-826C-D441A6A7B225}"/>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93" name="18-text-15">
            <a:extLst xmlns:a="http://schemas.openxmlformats.org/drawingml/2006/main">
              <a:ext uri="{FF2B5EF4-FFF2-40B4-BE49-F238E27FC236}">
                <a16:creationId xmlns:a16="http://schemas.microsoft.com/office/drawing/2014/main" id="{2595199E-757E-41E7-8DED-1D9E5C6B937F}"/>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94" name="18-text-16">
            <a:extLst xmlns:a="http://schemas.openxmlformats.org/drawingml/2006/main">
              <a:ext uri="{FF2B5EF4-FFF2-40B4-BE49-F238E27FC236}">
                <a16:creationId xmlns:a16="http://schemas.microsoft.com/office/drawing/2014/main" id="{29F12419-D0B7-47EF-A0F3-7191A992FB9C}"/>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95" name="18-text-17">
            <a:extLst xmlns:a="http://schemas.openxmlformats.org/drawingml/2006/main">
              <a:ext uri="{FF2B5EF4-FFF2-40B4-BE49-F238E27FC236}">
                <a16:creationId xmlns:a16="http://schemas.microsoft.com/office/drawing/2014/main" id="{5190C3F8-BF24-4059-AE91-1DF36FC86828}"/>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96" name="narrative-number">
            <a:extLst xmlns:a="http://schemas.openxmlformats.org/drawingml/2006/main">
              <a:ext uri="{FF2B5EF4-FFF2-40B4-BE49-F238E27FC236}">
                <a16:creationId xmlns:a16="http://schemas.microsoft.com/office/drawing/2014/main" id="{501A2100-8AB3-40D7-A585-D3D324185C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398954948"/>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609EA23A-50D3-4B7C-BB30-19E03EFDD9C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11" name="mini-map"/>
          <p:cNvPicPr>
            <a:picLocks xmlns:a="http://schemas.openxmlformats.org/drawingml/2006/main" noChangeAspect="1"/>
          </p:cNvPicPr>
          <p:nvPr/>
        </p:nvPicPr>
        <p:blipFill>
          <a:blip xmlns:r="http://schemas.openxmlformats.org/officeDocument/2006/relationships" xmlns:a="http://schemas.openxmlformats.org/drawingml/2006/main" r:embed="Redbddca56f9746d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8AA166C2-5F3E-4C29-BEBD-D6D6AAFD7AD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0" name="header-divider">
            <a:extLst xmlns:a="http://schemas.openxmlformats.org/drawingml/2006/main">
              <a:ext uri="{FF2B5EF4-FFF2-40B4-BE49-F238E27FC236}">
                <a16:creationId xmlns:a16="http://schemas.microsoft.com/office/drawing/2014/main" id="{D9BDAE67-7724-46E6-9CFC-C077FF4F02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19-text-1">
            <a:extLst xmlns:a="http://schemas.openxmlformats.org/drawingml/2006/main">
              <a:ext uri="{FF2B5EF4-FFF2-40B4-BE49-F238E27FC236}">
                <a16:creationId xmlns:a16="http://schemas.microsoft.com/office/drawing/2014/main" id="{A3923809-5F48-44B9-8466-A6431137392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202" name="19-text-2">
            <a:extLst xmlns:a="http://schemas.openxmlformats.org/drawingml/2006/main">
              <a:ext uri="{FF2B5EF4-FFF2-40B4-BE49-F238E27FC236}">
                <a16:creationId xmlns:a16="http://schemas.microsoft.com/office/drawing/2014/main" id="{1E385449-E9A0-4BAE-B939-AB6F9D415EE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203" name="19-text-3">
            <a:extLst xmlns:a="http://schemas.openxmlformats.org/drawingml/2006/main">
              <a:ext uri="{FF2B5EF4-FFF2-40B4-BE49-F238E27FC236}">
                <a16:creationId xmlns:a16="http://schemas.microsoft.com/office/drawing/2014/main" id="{748FA1DA-154E-479A-992A-49EBBB83329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204" name="19-text-4">
            <a:extLst xmlns:a="http://schemas.openxmlformats.org/drawingml/2006/main">
              <a:ext uri="{FF2B5EF4-FFF2-40B4-BE49-F238E27FC236}">
                <a16:creationId xmlns:a16="http://schemas.microsoft.com/office/drawing/2014/main" id="{700AF5A7-32D0-477A-9803-4914D7EF875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205" name="19-text-5">
            <a:extLst xmlns:a="http://schemas.openxmlformats.org/drawingml/2006/main">
              <a:ext uri="{FF2B5EF4-FFF2-40B4-BE49-F238E27FC236}">
                <a16:creationId xmlns:a16="http://schemas.microsoft.com/office/drawing/2014/main" id="{35FD84B5-141E-45C0-8FBB-6F16CCD6F9D1}"/>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206" name="19-text-6">
            <a:extLst xmlns:a="http://schemas.openxmlformats.org/drawingml/2006/main">
              <a:ext uri="{FF2B5EF4-FFF2-40B4-BE49-F238E27FC236}">
                <a16:creationId xmlns:a16="http://schemas.microsoft.com/office/drawing/2014/main" id="{FEAEB9DF-89E5-4919-85EB-18B298DA9A61}"/>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207" name="19-text-7">
            <a:extLst xmlns:a="http://schemas.openxmlformats.org/drawingml/2006/main">
              <a:ext uri="{FF2B5EF4-FFF2-40B4-BE49-F238E27FC236}">
                <a16:creationId xmlns:a16="http://schemas.microsoft.com/office/drawing/2014/main" id="{4387C8FB-87E2-4EFA-9139-A70738596A6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8" name="19-text-8">
            <a:extLst xmlns:a="http://schemas.openxmlformats.org/drawingml/2006/main">
              <a:ext uri="{FF2B5EF4-FFF2-40B4-BE49-F238E27FC236}">
                <a16:creationId xmlns:a16="http://schemas.microsoft.com/office/drawing/2014/main" id="{EC8B94BC-BFA4-4297-88F9-CAD82511BA9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09" name="narrative-number">
            <a:extLst xmlns:a="http://schemas.openxmlformats.org/drawingml/2006/main">
              <a:ext uri="{FF2B5EF4-FFF2-40B4-BE49-F238E27FC236}">
                <a16:creationId xmlns:a16="http://schemas.microsoft.com/office/drawing/2014/main" id="{77DA9892-53E0-47FC-AECB-84E18B647C7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384297951"/>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0" name="!!area-name">
            <a:extLst xmlns:a="http://schemas.openxmlformats.org/drawingml/2006/main">
              <a:ext uri="{FF2B5EF4-FFF2-40B4-BE49-F238E27FC236}">
                <a16:creationId xmlns:a16="http://schemas.microsoft.com/office/drawing/2014/main" id="{F9BB822E-BEA3-435B-B892-B9EA5406DDE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27" name="mini-map"/>
          <p:cNvPicPr>
            <a:picLocks xmlns:a="http://schemas.openxmlformats.org/drawingml/2006/main" noChangeAspect="1"/>
          </p:cNvPicPr>
          <p:nvPr/>
        </p:nvPicPr>
        <p:blipFill>
          <a:blip xmlns:r="http://schemas.openxmlformats.org/officeDocument/2006/relationships" xmlns:a="http://schemas.openxmlformats.org/drawingml/2006/main" r:embed="R9c8d82ea6eb946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2" name="slide-title">
            <a:extLst xmlns:a="http://schemas.openxmlformats.org/drawingml/2006/main">
              <a:ext uri="{FF2B5EF4-FFF2-40B4-BE49-F238E27FC236}">
                <a16:creationId xmlns:a16="http://schemas.microsoft.com/office/drawing/2014/main" id="{8556D18B-79B6-4E2A-AF54-C81DBC41FE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13" name="header-divider">
            <a:extLst xmlns:a="http://schemas.openxmlformats.org/drawingml/2006/main">
              <a:ext uri="{FF2B5EF4-FFF2-40B4-BE49-F238E27FC236}">
                <a16:creationId xmlns:a16="http://schemas.microsoft.com/office/drawing/2014/main" id="{19C4EFAF-8E9E-4028-8BAB-7B456234C8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4" name="20-text-1">
            <a:extLst xmlns:a="http://schemas.openxmlformats.org/drawingml/2006/main">
              <a:ext uri="{FF2B5EF4-FFF2-40B4-BE49-F238E27FC236}">
                <a16:creationId xmlns:a16="http://schemas.microsoft.com/office/drawing/2014/main" id="{D7FFD6E2-69E1-4514-BE62-8F651EE5C7F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15" name="20-text-2">
            <a:extLst xmlns:a="http://schemas.openxmlformats.org/drawingml/2006/main">
              <a:ext uri="{FF2B5EF4-FFF2-40B4-BE49-F238E27FC236}">
                <a16:creationId xmlns:a16="http://schemas.microsoft.com/office/drawing/2014/main" id="{A0FCEC46-106E-44E5-A1BA-3B52391F30CF}"/>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16" name="20-text-3">
            <a:extLst xmlns:a="http://schemas.openxmlformats.org/drawingml/2006/main">
              <a:ext uri="{FF2B5EF4-FFF2-40B4-BE49-F238E27FC236}">
                <a16:creationId xmlns:a16="http://schemas.microsoft.com/office/drawing/2014/main" id="{5D3F259C-CDC3-43BE-A458-A4F69C2719EF}"/>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17" name="20-text-4">
            <a:extLst xmlns:a="http://schemas.openxmlformats.org/drawingml/2006/main">
              <a:ext uri="{FF2B5EF4-FFF2-40B4-BE49-F238E27FC236}">
                <a16:creationId xmlns:a16="http://schemas.microsoft.com/office/drawing/2014/main" id="{72282916-7051-4264-A489-C07CD49BF4DD}"/>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18" name="20-text-5">
            <a:extLst xmlns:a="http://schemas.openxmlformats.org/drawingml/2006/main">
              <a:ext uri="{FF2B5EF4-FFF2-40B4-BE49-F238E27FC236}">
                <a16:creationId xmlns:a16="http://schemas.microsoft.com/office/drawing/2014/main" id="{4E9AB3C2-181F-47BF-AA26-7E4319DC0B24}"/>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19" name="20-text-6">
            <a:extLst xmlns:a="http://schemas.openxmlformats.org/drawingml/2006/main">
              <a:ext uri="{FF2B5EF4-FFF2-40B4-BE49-F238E27FC236}">
                <a16:creationId xmlns:a16="http://schemas.microsoft.com/office/drawing/2014/main" id="{43F1D15C-1E15-4F89-9839-66B6F84133B6}"/>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20" name="20-text-7">
            <a:extLst xmlns:a="http://schemas.openxmlformats.org/drawingml/2006/main">
              <a:ext uri="{FF2B5EF4-FFF2-40B4-BE49-F238E27FC236}">
                <a16:creationId xmlns:a16="http://schemas.microsoft.com/office/drawing/2014/main" id="{69961448-8BA9-443E-8DB7-B9CAB60B37DC}"/>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21" name="20-text-8">
            <a:extLst xmlns:a="http://schemas.openxmlformats.org/drawingml/2006/main">
              <a:ext uri="{FF2B5EF4-FFF2-40B4-BE49-F238E27FC236}">
                <a16:creationId xmlns:a16="http://schemas.microsoft.com/office/drawing/2014/main" id="{261D6556-908D-4D86-B3FE-76267E6DFCBF}"/>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22" name="20-text-9">
            <a:extLst xmlns:a="http://schemas.openxmlformats.org/drawingml/2006/main">
              <a:ext uri="{FF2B5EF4-FFF2-40B4-BE49-F238E27FC236}">
                <a16:creationId xmlns:a16="http://schemas.microsoft.com/office/drawing/2014/main" id="{F98A0C1E-3633-4279-B9BB-652FB52BCD1B}"/>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23" name="20-text-10">
            <a:extLst xmlns:a="http://schemas.openxmlformats.org/drawingml/2006/main">
              <a:ext uri="{FF2B5EF4-FFF2-40B4-BE49-F238E27FC236}">
                <a16:creationId xmlns:a16="http://schemas.microsoft.com/office/drawing/2014/main" id="{545CDE17-D4B8-4451-B10F-E92F7569F3F8}"/>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24" name="20-text-11">
            <a:extLst xmlns:a="http://schemas.openxmlformats.org/drawingml/2006/main">
              <a:ext uri="{FF2B5EF4-FFF2-40B4-BE49-F238E27FC236}">
                <a16:creationId xmlns:a16="http://schemas.microsoft.com/office/drawing/2014/main" id="{ABC87FDB-5D2F-4B28-A5D0-17D424A161A5}"/>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25" name="narrative-number">
            <a:extLst xmlns:a="http://schemas.openxmlformats.org/drawingml/2006/main">
              <a:ext uri="{FF2B5EF4-FFF2-40B4-BE49-F238E27FC236}">
                <a16:creationId xmlns:a16="http://schemas.microsoft.com/office/drawing/2014/main" id="{932D620A-4EA1-4634-98AE-29E76DFBC1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985257692"/>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6" name="!!area-name">
            <a:extLst xmlns:a="http://schemas.openxmlformats.org/drawingml/2006/main">
              <a:ext uri="{FF2B5EF4-FFF2-40B4-BE49-F238E27FC236}">
                <a16:creationId xmlns:a16="http://schemas.microsoft.com/office/drawing/2014/main" id="{199E94CE-5CFC-4F19-A984-E974F1A013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35" name="mini-map"/>
          <p:cNvPicPr>
            <a:picLocks xmlns:a="http://schemas.openxmlformats.org/drawingml/2006/main" noChangeAspect="1"/>
          </p:cNvPicPr>
          <p:nvPr/>
        </p:nvPicPr>
        <p:blipFill>
          <a:blip xmlns:r="http://schemas.openxmlformats.org/officeDocument/2006/relationships" xmlns:a="http://schemas.openxmlformats.org/drawingml/2006/main" r:embed="Re983047672c0409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8" name="header-divider">
            <a:extLst xmlns:a="http://schemas.openxmlformats.org/drawingml/2006/main">
              <a:ext uri="{FF2B5EF4-FFF2-40B4-BE49-F238E27FC236}">
                <a16:creationId xmlns:a16="http://schemas.microsoft.com/office/drawing/2014/main" id="{A418F16D-9557-458F-9079-81301D7C58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9" name="21-text-1">
            <a:extLst xmlns:a="http://schemas.openxmlformats.org/drawingml/2006/main">
              <a:ext uri="{FF2B5EF4-FFF2-40B4-BE49-F238E27FC236}">
                <a16:creationId xmlns:a16="http://schemas.microsoft.com/office/drawing/2014/main" id="{7E6EB4BF-50B1-4342-9A4E-5155772C2BD0}"/>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30" name="21-text-2">
            <a:extLst xmlns:a="http://schemas.openxmlformats.org/drawingml/2006/main">
              <a:ext uri="{FF2B5EF4-FFF2-40B4-BE49-F238E27FC236}">
                <a16:creationId xmlns:a16="http://schemas.microsoft.com/office/drawing/2014/main" id="{AE0E79AB-33DF-4287-AAEA-470898901685}"/>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1" name="21-text-3">
            <a:extLst xmlns:a="http://schemas.openxmlformats.org/drawingml/2006/main">
              <a:ext uri="{FF2B5EF4-FFF2-40B4-BE49-F238E27FC236}">
                <a16:creationId xmlns:a16="http://schemas.microsoft.com/office/drawing/2014/main" id="{1EFC03AA-9BB0-4E43-A76D-2B836139E24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40" name="21-image-4"/>
          <p:cNvPicPr>
            <a:picLocks xmlns:a="http://schemas.openxmlformats.org/drawingml/2006/main" noChangeAspect="1"/>
          </p:cNvPicPr>
          <p:nvPr/>
        </p:nvPicPr>
        <p:blipFill>
          <a:blip xmlns:r="http://schemas.openxmlformats.org/officeDocument/2006/relationships" xmlns:a="http://schemas.openxmlformats.org/drawingml/2006/main" r:embed="Rcc59c014aace4ef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3" name="narrative-number">
            <a:extLst xmlns:a="http://schemas.openxmlformats.org/drawingml/2006/main">
              <a:ext uri="{FF2B5EF4-FFF2-40B4-BE49-F238E27FC236}">
                <a16:creationId xmlns:a16="http://schemas.microsoft.com/office/drawing/2014/main" id="{9570EEDF-70A6-433C-AFB7-DC9ADF35692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3159184008"/>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4" name="!!area-name">
            <a:extLst xmlns:a="http://schemas.openxmlformats.org/drawingml/2006/main">
              <a:ext uri="{FF2B5EF4-FFF2-40B4-BE49-F238E27FC236}">
                <a16:creationId xmlns:a16="http://schemas.microsoft.com/office/drawing/2014/main" id="{1218DE4C-AA1E-401D-ADD5-FC1E0D46F48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52" name="mini-map"/>
          <p:cNvPicPr>
            <a:picLocks xmlns:a="http://schemas.openxmlformats.org/drawingml/2006/main" noChangeAspect="1"/>
          </p:cNvPicPr>
          <p:nvPr/>
        </p:nvPicPr>
        <p:blipFill>
          <a:blip xmlns:r="http://schemas.openxmlformats.org/officeDocument/2006/relationships" xmlns:a="http://schemas.openxmlformats.org/drawingml/2006/main" r:embed="R3251af48053d49d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6" name="slide-title">
            <a:extLst xmlns:a="http://schemas.openxmlformats.org/drawingml/2006/main">
              <a:ext uri="{FF2B5EF4-FFF2-40B4-BE49-F238E27FC236}">
                <a16:creationId xmlns:a16="http://schemas.microsoft.com/office/drawing/2014/main" id="{C339FBFC-309B-4C37-8424-A0ED9C3EB24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37" name="header-divider">
            <a:extLst xmlns:a="http://schemas.openxmlformats.org/drawingml/2006/main">
              <a:ext uri="{FF2B5EF4-FFF2-40B4-BE49-F238E27FC236}">
                <a16:creationId xmlns:a16="http://schemas.microsoft.com/office/drawing/2014/main" id="{BDD91336-EA9D-475D-893A-C2F6B045D9F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8" name="22-text-1">
            <a:extLst xmlns:a="http://schemas.openxmlformats.org/drawingml/2006/main">
              <a:ext uri="{FF2B5EF4-FFF2-40B4-BE49-F238E27FC236}">
                <a16:creationId xmlns:a16="http://schemas.microsoft.com/office/drawing/2014/main" id="{26A3BEF3-DB17-460B-BBBA-65A7F53A92BD}"/>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39" name="22-text-2">
            <a:extLst xmlns:a="http://schemas.openxmlformats.org/drawingml/2006/main">
              <a:ext uri="{FF2B5EF4-FFF2-40B4-BE49-F238E27FC236}">
                <a16:creationId xmlns:a16="http://schemas.microsoft.com/office/drawing/2014/main" id="{E53FE45C-2D9F-4532-A23D-4F8374900FB9}"/>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40" name="22-text-3">
            <a:extLst xmlns:a="http://schemas.openxmlformats.org/drawingml/2006/main">
              <a:ext uri="{FF2B5EF4-FFF2-40B4-BE49-F238E27FC236}">
                <a16:creationId xmlns:a16="http://schemas.microsoft.com/office/drawing/2014/main" id="{00D76062-D885-4E80-A276-8FCD62C4F1B8}"/>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41" name="22-text-4">
            <a:extLst xmlns:a="http://schemas.openxmlformats.org/drawingml/2006/main">
              <a:ext uri="{FF2B5EF4-FFF2-40B4-BE49-F238E27FC236}">
                <a16:creationId xmlns:a16="http://schemas.microsoft.com/office/drawing/2014/main" id="{1DA70BA5-099F-41D9-9230-6E3D8BEBE5C1}"/>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42" name="22-text-5">
            <a:extLst xmlns:a="http://schemas.openxmlformats.org/drawingml/2006/main">
              <a:ext uri="{FF2B5EF4-FFF2-40B4-BE49-F238E27FC236}">
                <a16:creationId xmlns:a16="http://schemas.microsoft.com/office/drawing/2014/main" id="{09FC660B-88BE-41F1-A50F-82D470628330}"/>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43" name="22-text-6">
            <a:extLst xmlns:a="http://schemas.openxmlformats.org/drawingml/2006/main">
              <a:ext uri="{FF2B5EF4-FFF2-40B4-BE49-F238E27FC236}">
                <a16:creationId xmlns:a16="http://schemas.microsoft.com/office/drawing/2014/main" id="{7759A22E-3461-4644-8038-5A243AF47008}"/>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44" name="22-line-8">
            <a:extLst xmlns:a="http://schemas.openxmlformats.org/drawingml/2006/main">
              <a:ext uri="{FF2B5EF4-FFF2-40B4-BE49-F238E27FC236}">
                <a16:creationId xmlns:a16="http://schemas.microsoft.com/office/drawing/2014/main" id="{A5B862DB-1CA6-4BAC-BBAF-1D6F3C475ECD}"/>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5" name="22-line-10">
            <a:extLst xmlns:a="http://schemas.openxmlformats.org/drawingml/2006/main">
              <a:ext uri="{FF2B5EF4-FFF2-40B4-BE49-F238E27FC236}">
                <a16:creationId xmlns:a16="http://schemas.microsoft.com/office/drawing/2014/main" id="{F9162922-EF76-49F8-992F-851E1B48044E}"/>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46" name="22-text-11">
            <a:extLst xmlns:a="http://schemas.openxmlformats.org/drawingml/2006/main">
              <a:ext uri="{FF2B5EF4-FFF2-40B4-BE49-F238E27FC236}">
                <a16:creationId xmlns:a16="http://schemas.microsoft.com/office/drawing/2014/main" id="{C235A178-06BF-43DC-80DD-068107F5354E}"/>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47" name="22-text-12">
            <a:extLst xmlns:a="http://schemas.openxmlformats.org/drawingml/2006/main">
              <a:ext uri="{FF2B5EF4-FFF2-40B4-BE49-F238E27FC236}">
                <a16:creationId xmlns:a16="http://schemas.microsoft.com/office/drawing/2014/main" id="{4EB2F72D-AEA0-4B42-A3C5-1E0688C444C2}"/>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48" name="22-text-13">
            <a:extLst xmlns:a="http://schemas.openxmlformats.org/drawingml/2006/main">
              <a:ext uri="{FF2B5EF4-FFF2-40B4-BE49-F238E27FC236}">
                <a16:creationId xmlns:a16="http://schemas.microsoft.com/office/drawing/2014/main" id="{6649556F-CBEC-418E-B36F-72E7C0D988A4}"/>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49" name="22-text-14">
            <a:extLst xmlns:a="http://schemas.openxmlformats.org/drawingml/2006/main">
              <a:ext uri="{FF2B5EF4-FFF2-40B4-BE49-F238E27FC236}">
                <a16:creationId xmlns:a16="http://schemas.microsoft.com/office/drawing/2014/main" id="{9E42FC75-CA15-41CC-945F-6F9C50C75E9F}"/>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50" name="narrative-number">
            <a:extLst xmlns:a="http://schemas.openxmlformats.org/drawingml/2006/main">
              <a:ext uri="{FF2B5EF4-FFF2-40B4-BE49-F238E27FC236}">
                <a16:creationId xmlns:a16="http://schemas.microsoft.com/office/drawing/2014/main" id="{6C79EB7A-5C65-4235-8D62-DF4DDFD14F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204252547"/>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1" name="!!area-name">
            <a:extLst xmlns:a="http://schemas.openxmlformats.org/drawingml/2006/main">
              <a:ext uri="{FF2B5EF4-FFF2-40B4-BE49-F238E27FC236}">
                <a16:creationId xmlns:a16="http://schemas.microsoft.com/office/drawing/2014/main" id="{9A67E61A-1204-448C-902B-14B7354FC36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5f1096209a4748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3" name="slide-title">
            <a:extLst xmlns:a="http://schemas.openxmlformats.org/drawingml/2006/main">
              <a:ext uri="{FF2B5EF4-FFF2-40B4-BE49-F238E27FC236}">
                <a16:creationId xmlns:a16="http://schemas.microsoft.com/office/drawing/2014/main" id="{B8A57952-2345-4DFD-8F1D-7621A0C545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54" name="header-divider">
            <a:extLst xmlns:a="http://schemas.openxmlformats.org/drawingml/2006/main">
              <a:ext uri="{FF2B5EF4-FFF2-40B4-BE49-F238E27FC236}">
                <a16:creationId xmlns:a16="http://schemas.microsoft.com/office/drawing/2014/main" id="{C165A188-6C9C-4B1A-9B84-AA8D2CA186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5" name="23-text-1">
            <a:extLst xmlns:a="http://schemas.openxmlformats.org/drawingml/2006/main">
              <a:ext uri="{FF2B5EF4-FFF2-40B4-BE49-F238E27FC236}">
                <a16:creationId xmlns:a16="http://schemas.microsoft.com/office/drawing/2014/main" id="{C8CEE786-387C-45AF-A12B-D2076C6AEFD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56" name="23-text-2">
            <a:extLst xmlns:a="http://schemas.openxmlformats.org/drawingml/2006/main">
              <a:ext uri="{FF2B5EF4-FFF2-40B4-BE49-F238E27FC236}">
                <a16:creationId xmlns:a16="http://schemas.microsoft.com/office/drawing/2014/main" id="{3576B70A-5D0B-4A02-B10A-E3EDE4779F9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67" name="23-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58" name="23-text-4">
            <a:extLst xmlns:a="http://schemas.openxmlformats.org/drawingml/2006/main">
              <a:ext uri="{FF2B5EF4-FFF2-40B4-BE49-F238E27FC236}">
                <a16:creationId xmlns:a16="http://schemas.microsoft.com/office/drawing/2014/main" id="{5B999496-D21A-4C32-AABF-D5BAB7310D8D}"/>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59" name="23-text-5">
            <a:extLst xmlns:a="http://schemas.openxmlformats.org/drawingml/2006/main">
              <a:ext uri="{FF2B5EF4-FFF2-40B4-BE49-F238E27FC236}">
                <a16:creationId xmlns:a16="http://schemas.microsoft.com/office/drawing/2014/main" id="{C35AD305-AFB0-4798-93B0-99999B3B9E8F}"/>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60" name="narrative-number">
            <a:extLst xmlns:a="http://schemas.openxmlformats.org/drawingml/2006/main">
              <a:ext uri="{FF2B5EF4-FFF2-40B4-BE49-F238E27FC236}">
                <a16:creationId xmlns:a16="http://schemas.microsoft.com/office/drawing/2014/main" id="{0B2EE906-EC04-43DD-A4E3-4AB383D934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4216683812"/>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4122F864-B849-4CBE-8C73-64891DE2D7E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75" name="mini-map"/>
          <p:cNvPicPr>
            <a:picLocks xmlns:a="http://schemas.openxmlformats.org/drawingml/2006/main" noChangeAspect="1"/>
          </p:cNvPicPr>
          <p:nvPr/>
        </p:nvPicPr>
        <p:blipFill>
          <a:blip xmlns:r="http://schemas.openxmlformats.org/officeDocument/2006/relationships" xmlns:a="http://schemas.openxmlformats.org/drawingml/2006/main" r:embed="R9801767ebf1942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492951F0-6374-457F-8830-211CCC285E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64" name="header-divider">
            <a:extLst xmlns:a="http://schemas.openxmlformats.org/drawingml/2006/main">
              <a:ext uri="{FF2B5EF4-FFF2-40B4-BE49-F238E27FC236}">
                <a16:creationId xmlns:a16="http://schemas.microsoft.com/office/drawing/2014/main" id="{470AB3A1-D931-4D8A-BA11-F66076FB6F0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5" name="24-text-1">
            <a:extLst xmlns:a="http://schemas.openxmlformats.org/drawingml/2006/main">
              <a:ext uri="{FF2B5EF4-FFF2-40B4-BE49-F238E27FC236}">
                <a16:creationId xmlns:a16="http://schemas.microsoft.com/office/drawing/2014/main" id="{BB5015E7-E5FF-4DC6-A0AD-082032E0F18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66" name="24-text-2">
            <a:extLst xmlns:a="http://schemas.openxmlformats.org/drawingml/2006/main">
              <a:ext uri="{FF2B5EF4-FFF2-40B4-BE49-F238E27FC236}">
                <a16:creationId xmlns:a16="http://schemas.microsoft.com/office/drawing/2014/main" id="{CE3579AB-0857-4491-932B-D5ED86026B5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67" name="24-text-3">
            <a:extLst xmlns:a="http://schemas.openxmlformats.org/drawingml/2006/main">
              <a:ext uri="{FF2B5EF4-FFF2-40B4-BE49-F238E27FC236}">
                <a16:creationId xmlns:a16="http://schemas.microsoft.com/office/drawing/2014/main" id="{3F96EE81-6769-4609-92BE-D5CC8E9862A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68" name="24-text-4">
            <a:extLst xmlns:a="http://schemas.openxmlformats.org/drawingml/2006/main">
              <a:ext uri="{FF2B5EF4-FFF2-40B4-BE49-F238E27FC236}">
                <a16:creationId xmlns:a16="http://schemas.microsoft.com/office/drawing/2014/main" id="{7AC1DDE5-F013-4BD1-8B29-96F875F5C59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69" name="24-text-5">
            <a:extLst xmlns:a="http://schemas.openxmlformats.org/drawingml/2006/main">
              <a:ext uri="{FF2B5EF4-FFF2-40B4-BE49-F238E27FC236}">
                <a16:creationId xmlns:a16="http://schemas.microsoft.com/office/drawing/2014/main" id="{D11BD18E-D6A5-4B38-A26E-2B3CBB6B218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0" name="24-text-6">
            <a:extLst xmlns:a="http://schemas.openxmlformats.org/drawingml/2006/main">
              <a:ext uri="{FF2B5EF4-FFF2-40B4-BE49-F238E27FC236}">
                <a16:creationId xmlns:a16="http://schemas.microsoft.com/office/drawing/2014/main" id="{0AC485D3-C0F8-46EC-8992-3D8EEEA95BA7}"/>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71" name="24-text-7">
            <a:extLst xmlns:a="http://schemas.openxmlformats.org/drawingml/2006/main">
              <a:ext uri="{FF2B5EF4-FFF2-40B4-BE49-F238E27FC236}">
                <a16:creationId xmlns:a16="http://schemas.microsoft.com/office/drawing/2014/main" id="{65DFABB9-D1C3-4A1F-8577-F89E3560499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2" name="24-text-8">
            <a:extLst xmlns:a="http://schemas.openxmlformats.org/drawingml/2006/main">
              <a:ext uri="{FF2B5EF4-FFF2-40B4-BE49-F238E27FC236}">
                <a16:creationId xmlns:a16="http://schemas.microsoft.com/office/drawing/2014/main" id="{34FF7785-B122-444F-853F-FBF64755CAD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73" name="narrative-number">
            <a:extLst xmlns:a="http://schemas.openxmlformats.org/drawingml/2006/main">
              <a:ext uri="{FF2B5EF4-FFF2-40B4-BE49-F238E27FC236}">
                <a16:creationId xmlns:a16="http://schemas.microsoft.com/office/drawing/2014/main" id="{308374BA-7459-4C2D-B07B-87ACF501F65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966944207"/>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4" name="!!area-name">
            <a:extLst xmlns:a="http://schemas.openxmlformats.org/drawingml/2006/main">
              <a:ext uri="{FF2B5EF4-FFF2-40B4-BE49-F238E27FC236}">
                <a16:creationId xmlns:a16="http://schemas.microsoft.com/office/drawing/2014/main" id="{53A1C68D-5A2D-4FF9-BBB7-97DDE5888B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88" name="mini-map"/>
          <p:cNvPicPr>
            <a:picLocks xmlns:a="http://schemas.openxmlformats.org/drawingml/2006/main" noChangeAspect="1"/>
          </p:cNvPicPr>
          <p:nvPr/>
        </p:nvPicPr>
        <p:blipFill>
          <a:blip xmlns:r="http://schemas.openxmlformats.org/officeDocument/2006/relationships" xmlns:a="http://schemas.openxmlformats.org/drawingml/2006/main" r:embed="R74eb8fdfc9a54dc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6" name="slide-title">
            <a:extLst xmlns:a="http://schemas.openxmlformats.org/drawingml/2006/main">
              <a:ext uri="{FF2B5EF4-FFF2-40B4-BE49-F238E27FC236}">
                <a16:creationId xmlns:a16="http://schemas.microsoft.com/office/drawing/2014/main" id="{EF86AB6D-2131-4124-A35E-56C49322E81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77" name="header-divider">
            <a:extLst xmlns:a="http://schemas.openxmlformats.org/drawingml/2006/main">
              <a:ext uri="{FF2B5EF4-FFF2-40B4-BE49-F238E27FC236}">
                <a16:creationId xmlns:a16="http://schemas.microsoft.com/office/drawing/2014/main" id="{DD3B52C1-8524-4DF2-90D1-B51B7E2B4A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8" name="25-text-1">
            <a:extLst xmlns:a="http://schemas.openxmlformats.org/drawingml/2006/main">
              <a:ext uri="{FF2B5EF4-FFF2-40B4-BE49-F238E27FC236}">
                <a16:creationId xmlns:a16="http://schemas.microsoft.com/office/drawing/2014/main" id="{6D272120-A0C9-4B71-95E4-E2CD4FB464E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79" name="25-text-2">
            <a:extLst xmlns:a="http://schemas.openxmlformats.org/drawingml/2006/main">
              <a:ext uri="{FF2B5EF4-FFF2-40B4-BE49-F238E27FC236}">
                <a16:creationId xmlns:a16="http://schemas.microsoft.com/office/drawing/2014/main" id="{AB90AEA8-1D94-42E9-B543-45C9724BE83E}"/>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0" name="25-text-3">
            <a:extLst xmlns:a="http://schemas.openxmlformats.org/drawingml/2006/main">
              <a:ext uri="{FF2B5EF4-FFF2-40B4-BE49-F238E27FC236}">
                <a16:creationId xmlns:a16="http://schemas.microsoft.com/office/drawing/2014/main" id="{BAD24E4A-ADE8-485A-AFC7-4BC071B888A7}"/>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94"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2" name="25-text-5">
            <a:extLst xmlns:a="http://schemas.openxmlformats.org/drawingml/2006/main">
              <a:ext uri="{FF2B5EF4-FFF2-40B4-BE49-F238E27FC236}">
                <a16:creationId xmlns:a16="http://schemas.microsoft.com/office/drawing/2014/main" id="{3F5360A8-ED3A-4038-9CB0-D84FFC40C6C1}"/>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83" name="25-text-6">
            <a:extLst xmlns:a="http://schemas.openxmlformats.org/drawingml/2006/main">
              <a:ext uri="{FF2B5EF4-FFF2-40B4-BE49-F238E27FC236}">
                <a16:creationId xmlns:a16="http://schemas.microsoft.com/office/drawing/2014/main" id="{0CCF0E4B-3CC5-4DD7-B4A6-4F5B28003AAD}"/>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84" name="25-text-7">
            <a:extLst xmlns:a="http://schemas.openxmlformats.org/drawingml/2006/main">
              <a:ext uri="{FF2B5EF4-FFF2-40B4-BE49-F238E27FC236}">
                <a16:creationId xmlns:a16="http://schemas.microsoft.com/office/drawing/2014/main" id="{29AE04D9-098F-4BF1-8EDA-EBCB046217B2}"/>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85" name="25-text-8">
            <a:extLst xmlns:a="http://schemas.openxmlformats.org/drawingml/2006/main">
              <a:ext uri="{FF2B5EF4-FFF2-40B4-BE49-F238E27FC236}">
                <a16:creationId xmlns:a16="http://schemas.microsoft.com/office/drawing/2014/main" id="{79328A55-589F-4B7D-9062-CC90E75604AC}"/>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86" name="narrative-number">
            <a:extLst xmlns:a="http://schemas.openxmlformats.org/drawingml/2006/main">
              <a:ext uri="{FF2B5EF4-FFF2-40B4-BE49-F238E27FC236}">
                <a16:creationId xmlns:a16="http://schemas.microsoft.com/office/drawing/2014/main" id="{4D7A1DF0-BF33-4ED9-96B6-FA3DA97B980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3455598281"/>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7" name="!!area-name">
            <a:extLst xmlns:a="http://schemas.openxmlformats.org/drawingml/2006/main">
              <a:ext uri="{FF2B5EF4-FFF2-40B4-BE49-F238E27FC236}">
                <a16:creationId xmlns:a16="http://schemas.microsoft.com/office/drawing/2014/main" id="{B2EFC3F2-9C06-4A1D-B98B-5DE68D9AEA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96" name="mini-map"/>
          <p:cNvPicPr>
            <a:picLocks xmlns:a="http://schemas.openxmlformats.org/drawingml/2006/main" noChangeAspect="1"/>
          </p:cNvPicPr>
          <p:nvPr/>
        </p:nvPicPr>
        <p:blipFill>
          <a:blip xmlns:r="http://schemas.openxmlformats.org/officeDocument/2006/relationships" xmlns:a="http://schemas.openxmlformats.org/drawingml/2006/main" r:embed="Rbd263af4db9e48c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9" name="header-divider">
            <a:extLst xmlns:a="http://schemas.openxmlformats.org/drawingml/2006/main">
              <a:ext uri="{FF2B5EF4-FFF2-40B4-BE49-F238E27FC236}">
                <a16:creationId xmlns:a16="http://schemas.microsoft.com/office/drawing/2014/main" id="{01B863A7-397C-4354-B2EA-7531FB7BBC1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0" name="26-text-1">
            <a:extLst xmlns:a="http://schemas.openxmlformats.org/drawingml/2006/main">
              <a:ext uri="{FF2B5EF4-FFF2-40B4-BE49-F238E27FC236}">
                <a16:creationId xmlns:a16="http://schemas.microsoft.com/office/drawing/2014/main" id="{A0D4CC6A-01D5-4BA8-A2F1-046D9116291A}"/>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1" name="26-text-2">
            <a:extLst xmlns:a="http://schemas.openxmlformats.org/drawingml/2006/main">
              <a:ext uri="{FF2B5EF4-FFF2-40B4-BE49-F238E27FC236}">
                <a16:creationId xmlns:a16="http://schemas.microsoft.com/office/drawing/2014/main" id="{4D41E7B6-7E9A-4591-B7C0-D6CD5D4511F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2" name="26-text-3">
            <a:extLst xmlns:a="http://schemas.openxmlformats.org/drawingml/2006/main">
              <a:ext uri="{FF2B5EF4-FFF2-40B4-BE49-F238E27FC236}">
                <a16:creationId xmlns:a16="http://schemas.microsoft.com/office/drawing/2014/main" id="{5DCB1091-8539-452B-9E00-E08D9A95F6C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1" name="26-image-4"/>
          <p:cNvPicPr>
            <a:picLocks xmlns:a="http://schemas.openxmlformats.org/drawingml/2006/main" noChangeAspect="1"/>
          </p:cNvPicPr>
          <p:nvPr/>
        </p:nvPicPr>
        <p:blipFill>
          <a:blip xmlns:r="http://schemas.openxmlformats.org/officeDocument/2006/relationships" xmlns:a="http://schemas.openxmlformats.org/drawingml/2006/main" r:embed="R4602d6b107ca44c9"/>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4" name="narrative-number">
            <a:extLst xmlns:a="http://schemas.openxmlformats.org/drawingml/2006/main">
              <a:ext uri="{FF2B5EF4-FFF2-40B4-BE49-F238E27FC236}">
                <a16:creationId xmlns:a16="http://schemas.microsoft.com/office/drawing/2014/main" id="{C27F3BB5-101A-4554-980E-077131E673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992440612"/>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5" name="!!area-name">
            <a:extLst xmlns:a="http://schemas.openxmlformats.org/drawingml/2006/main">
              <a:ext uri="{FF2B5EF4-FFF2-40B4-BE49-F238E27FC236}">
                <a16:creationId xmlns:a16="http://schemas.microsoft.com/office/drawing/2014/main" id="{1D72BB6C-84F6-4871-BD6C-CA60C01851F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8e0188ba424342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7" name="slide-title">
            <a:extLst xmlns:a="http://schemas.openxmlformats.org/drawingml/2006/main">
              <a:ext uri="{FF2B5EF4-FFF2-40B4-BE49-F238E27FC236}">
                <a16:creationId xmlns:a16="http://schemas.microsoft.com/office/drawing/2014/main" id="{D17BBCE2-7709-4B40-ADC8-7F248C511A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98" name="header-divider">
            <a:extLst xmlns:a="http://schemas.openxmlformats.org/drawingml/2006/main">
              <a:ext uri="{FF2B5EF4-FFF2-40B4-BE49-F238E27FC236}">
                <a16:creationId xmlns:a16="http://schemas.microsoft.com/office/drawing/2014/main" id="{9D182687-8381-483A-9337-D5F4B5AB26E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9" name="27-text-1">
            <a:extLst xmlns:a="http://schemas.openxmlformats.org/drawingml/2006/main">
              <a:ext uri="{FF2B5EF4-FFF2-40B4-BE49-F238E27FC236}">
                <a16:creationId xmlns:a16="http://schemas.microsoft.com/office/drawing/2014/main" id="{33FE684F-85AF-4A80-9ECA-4E69B6FFE574}"/>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0" name="27-text-2">
            <a:extLst xmlns:a="http://schemas.openxmlformats.org/drawingml/2006/main">
              <a:ext uri="{FF2B5EF4-FFF2-40B4-BE49-F238E27FC236}">
                <a16:creationId xmlns:a16="http://schemas.microsoft.com/office/drawing/2014/main" id="{CE4C1384-A5A4-43CF-9DAA-AC60FAA99F91}"/>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301" name="27-text-3">
            <a:extLst xmlns:a="http://schemas.openxmlformats.org/drawingml/2006/main">
              <a:ext uri="{FF2B5EF4-FFF2-40B4-BE49-F238E27FC236}">
                <a16:creationId xmlns:a16="http://schemas.microsoft.com/office/drawing/2014/main" id="{8962C397-9980-4629-BCDF-7C7D74481FE3}"/>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2" name="27-text-4">
            <a:extLst xmlns:a="http://schemas.openxmlformats.org/drawingml/2006/main">
              <a:ext uri="{FF2B5EF4-FFF2-40B4-BE49-F238E27FC236}">
                <a16:creationId xmlns:a16="http://schemas.microsoft.com/office/drawing/2014/main" id="{F391338F-590F-4810-8575-96730EFE882E}"/>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303" name="27-text-5">
            <a:extLst xmlns:a="http://schemas.openxmlformats.org/drawingml/2006/main">
              <a:ext uri="{FF2B5EF4-FFF2-40B4-BE49-F238E27FC236}">
                <a16:creationId xmlns:a16="http://schemas.microsoft.com/office/drawing/2014/main" id="{ACA31614-9609-45A2-9175-7C7E475177D8}"/>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304" name="27-text-6">
            <a:extLst xmlns:a="http://schemas.openxmlformats.org/drawingml/2006/main">
              <a:ext uri="{FF2B5EF4-FFF2-40B4-BE49-F238E27FC236}">
                <a16:creationId xmlns:a16="http://schemas.microsoft.com/office/drawing/2014/main" id="{13CF38C4-0CD5-4A59-A1FF-564BC888567C}"/>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305" name="27-text-7">
            <a:extLst xmlns:a="http://schemas.openxmlformats.org/drawingml/2006/main">
              <a:ext uri="{FF2B5EF4-FFF2-40B4-BE49-F238E27FC236}">
                <a16:creationId xmlns:a16="http://schemas.microsoft.com/office/drawing/2014/main" id="{0C03DD5E-508A-4F39-BE59-9F954720459B}"/>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306" name="27-text-8">
            <a:extLst xmlns:a="http://schemas.openxmlformats.org/drawingml/2006/main">
              <a:ext uri="{FF2B5EF4-FFF2-40B4-BE49-F238E27FC236}">
                <a16:creationId xmlns:a16="http://schemas.microsoft.com/office/drawing/2014/main" id="{754A2EEB-48E4-4F15-A408-9EA8D7FC109C}"/>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307" name="27-text-9">
            <a:extLst xmlns:a="http://schemas.openxmlformats.org/drawingml/2006/main">
              <a:ext uri="{FF2B5EF4-FFF2-40B4-BE49-F238E27FC236}">
                <a16:creationId xmlns:a16="http://schemas.microsoft.com/office/drawing/2014/main" id="{2C5A3523-367E-4C6F-A707-5C2CEF4792EF}"/>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308" name="27-line-11">
            <a:extLst xmlns:a="http://schemas.openxmlformats.org/drawingml/2006/main">
              <a:ext uri="{FF2B5EF4-FFF2-40B4-BE49-F238E27FC236}">
                <a16:creationId xmlns:a16="http://schemas.microsoft.com/office/drawing/2014/main" id="{03A24F5B-8CCC-48CC-9E45-46996138CA15}"/>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9" name="27-line-13">
            <a:extLst xmlns:a="http://schemas.openxmlformats.org/drawingml/2006/main">
              <a:ext uri="{FF2B5EF4-FFF2-40B4-BE49-F238E27FC236}">
                <a16:creationId xmlns:a16="http://schemas.microsoft.com/office/drawing/2014/main" id="{900E03EB-5DBF-4818-A700-0FBFB953C999}"/>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0" name="27-line-15">
            <a:extLst xmlns:a="http://schemas.openxmlformats.org/drawingml/2006/main">
              <a:ext uri="{FF2B5EF4-FFF2-40B4-BE49-F238E27FC236}">
                <a16:creationId xmlns:a16="http://schemas.microsoft.com/office/drawing/2014/main" id="{C75D4E09-9E69-4A77-B32D-C639B17F3826}"/>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1" name="27-line-17">
            <a:extLst xmlns:a="http://schemas.openxmlformats.org/drawingml/2006/main">
              <a:ext uri="{FF2B5EF4-FFF2-40B4-BE49-F238E27FC236}">
                <a16:creationId xmlns:a16="http://schemas.microsoft.com/office/drawing/2014/main" id="{66B2EC38-9879-469C-8F3F-95F15D98B944}"/>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2" name="27-line-19">
            <a:extLst xmlns:a="http://schemas.openxmlformats.org/drawingml/2006/main">
              <a:ext uri="{FF2B5EF4-FFF2-40B4-BE49-F238E27FC236}">
                <a16:creationId xmlns:a16="http://schemas.microsoft.com/office/drawing/2014/main" id="{AB0BBA71-0AF6-405B-A457-5B4302F29CA2}"/>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inspect-stage">
            <a:extLst xmlns:a="http://schemas.openxmlformats.org/drawingml/2006/main">
              <a:ext uri="{FF2B5EF4-FFF2-40B4-BE49-F238E27FC236}">
                <a16:creationId xmlns:a16="http://schemas.microsoft.com/office/drawing/2014/main" id="{FB0D0114-B6FC-4605-A997-7EC56959C4E3}"/>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4" name="27-line-21">
            <a:extLst xmlns:a="http://schemas.openxmlformats.org/drawingml/2006/main">
              <a:ext uri="{FF2B5EF4-FFF2-40B4-BE49-F238E27FC236}">
                <a16:creationId xmlns:a16="http://schemas.microsoft.com/office/drawing/2014/main" id="{282B45B3-BCE1-4E86-BC88-4D32117E63C9}"/>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15" name="bounded-agent-loop">
            <a:extLst xmlns:a="http://schemas.openxmlformats.org/drawingml/2006/main">
              <a:ext uri="{FF2B5EF4-FFF2-40B4-BE49-F238E27FC236}">
                <a16:creationId xmlns:a16="http://schemas.microsoft.com/office/drawing/2014/main" id="{1C618139-0F2F-49EC-BFDF-C6F112A71074}"/>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6" name="27-text-22">
            <a:extLst xmlns:a="http://schemas.openxmlformats.org/drawingml/2006/main">
              <a:ext uri="{FF2B5EF4-FFF2-40B4-BE49-F238E27FC236}">
                <a16:creationId xmlns:a16="http://schemas.microsoft.com/office/drawing/2014/main" id="{D0BFB4F4-A537-48C4-9408-4F76EA5ED87B}"/>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17" name="27-text-23">
            <a:extLst xmlns:a="http://schemas.openxmlformats.org/drawingml/2006/main">
              <a:ext uri="{FF2B5EF4-FFF2-40B4-BE49-F238E27FC236}">
                <a16:creationId xmlns:a16="http://schemas.microsoft.com/office/drawing/2014/main" id="{6889571D-B7B1-4CD0-B19D-4F7BC623F619}"/>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318" name="27-text-24">
            <a:extLst xmlns:a="http://schemas.openxmlformats.org/drawingml/2006/main">
              <a:ext uri="{FF2B5EF4-FFF2-40B4-BE49-F238E27FC236}">
                <a16:creationId xmlns:a16="http://schemas.microsoft.com/office/drawing/2014/main" id="{6C84C039-B505-4D99-9D2F-799182FE012E}"/>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text-25">
            <a:extLst xmlns:a="http://schemas.openxmlformats.org/drawingml/2006/main">
              <a:ext uri="{FF2B5EF4-FFF2-40B4-BE49-F238E27FC236}">
                <a16:creationId xmlns:a16="http://schemas.microsoft.com/office/drawing/2014/main" id="{3275B236-FB83-44B4-9170-7D8EE421B9E2}"/>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20" name="27-text-26">
            <a:extLst xmlns:a="http://schemas.openxmlformats.org/drawingml/2006/main">
              <a:ext uri="{FF2B5EF4-FFF2-40B4-BE49-F238E27FC236}">
                <a16:creationId xmlns:a16="http://schemas.microsoft.com/office/drawing/2014/main" id="{CFCD2B35-3ED3-418F-97B9-1E73B6533693}"/>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21" name="27-text-27">
            <a:extLst xmlns:a="http://schemas.openxmlformats.org/drawingml/2006/main">
              <a:ext uri="{FF2B5EF4-FFF2-40B4-BE49-F238E27FC236}">
                <a16:creationId xmlns:a16="http://schemas.microsoft.com/office/drawing/2014/main" id="{15D361D1-80CB-40E3-B59E-6F183B18DD84}"/>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22" name="27-line-29">
            <a:extLst xmlns:a="http://schemas.openxmlformats.org/drawingml/2006/main">
              <a:ext uri="{FF2B5EF4-FFF2-40B4-BE49-F238E27FC236}">
                <a16:creationId xmlns:a16="http://schemas.microsoft.com/office/drawing/2014/main" id="{6534BBE4-C5C9-4495-9608-5DB8FDED7279}"/>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3" name="27-line-31">
            <a:extLst xmlns:a="http://schemas.openxmlformats.org/drawingml/2006/main">
              <a:ext uri="{FF2B5EF4-FFF2-40B4-BE49-F238E27FC236}">
                <a16:creationId xmlns:a16="http://schemas.microsoft.com/office/drawing/2014/main" id="{D54B402D-E84E-4F32-A71F-E780493F8628}"/>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27-line-33">
            <a:extLst xmlns:a="http://schemas.openxmlformats.org/drawingml/2006/main">
              <a:ext uri="{FF2B5EF4-FFF2-40B4-BE49-F238E27FC236}">
                <a16:creationId xmlns:a16="http://schemas.microsoft.com/office/drawing/2014/main" id="{CE3498FF-5B5D-437B-943D-B33328604A5C}"/>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5" name="27-line-35">
            <a:extLst xmlns:a="http://schemas.openxmlformats.org/drawingml/2006/main">
              <a:ext uri="{FF2B5EF4-FFF2-40B4-BE49-F238E27FC236}">
                <a16:creationId xmlns:a16="http://schemas.microsoft.com/office/drawing/2014/main" id="{E2951D7C-70D7-47B1-A52B-1B0809C0894A}"/>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6" name="27-line-37">
            <a:extLst xmlns:a="http://schemas.openxmlformats.org/drawingml/2006/main">
              <a:ext uri="{FF2B5EF4-FFF2-40B4-BE49-F238E27FC236}">
                <a16:creationId xmlns:a16="http://schemas.microsoft.com/office/drawing/2014/main" id="{C9AA2F7E-F17A-42D4-A55E-FEDDFD16150F}"/>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7" name="27-line-39">
            <a:extLst xmlns:a="http://schemas.openxmlformats.org/drawingml/2006/main">
              <a:ext uri="{FF2B5EF4-FFF2-40B4-BE49-F238E27FC236}">
                <a16:creationId xmlns:a16="http://schemas.microsoft.com/office/drawing/2014/main" id="{733CCD17-1F4E-446F-AB18-151F4CB0B80E}"/>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8" name="27-text-40">
            <a:extLst xmlns:a="http://schemas.openxmlformats.org/drawingml/2006/main">
              <a:ext uri="{FF2B5EF4-FFF2-40B4-BE49-F238E27FC236}">
                <a16:creationId xmlns:a16="http://schemas.microsoft.com/office/drawing/2014/main" id="{9AC68489-CAC5-4A96-A9AE-8F926511BB47}"/>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29" name="27-text-41">
            <a:extLst xmlns:a="http://schemas.openxmlformats.org/drawingml/2006/main">
              <a:ext uri="{FF2B5EF4-FFF2-40B4-BE49-F238E27FC236}">
                <a16:creationId xmlns:a16="http://schemas.microsoft.com/office/drawing/2014/main" id="{6A0CC293-92F8-4EE3-9183-DAFD1F7A0D3F}"/>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30" name="narrative-number">
            <a:extLst xmlns:a="http://schemas.openxmlformats.org/drawingml/2006/main">
              <a:ext uri="{FF2B5EF4-FFF2-40B4-BE49-F238E27FC236}">
                <a16:creationId xmlns:a16="http://schemas.microsoft.com/office/drawing/2014/main" id="{3105F7EC-C827-431E-9571-1CB850A9DC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015532247"/>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62155D85-B8DD-49A6-A41F-B977E47AE8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45" name="mini-map"/>
          <p:cNvPicPr>
            <a:picLocks xmlns:a="http://schemas.openxmlformats.org/drawingml/2006/main" noChangeAspect="1"/>
          </p:cNvPicPr>
          <p:nvPr/>
        </p:nvPicPr>
        <p:blipFill>
          <a:blip xmlns:r="http://schemas.openxmlformats.org/officeDocument/2006/relationships" xmlns:a="http://schemas.openxmlformats.org/drawingml/2006/main" r:embed="R7d825a4db8e849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8D98E82E-CED7-46C9-908D-F9D280EF0E9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34" name="header-divider">
            <a:extLst xmlns:a="http://schemas.openxmlformats.org/drawingml/2006/main">
              <a:ext uri="{FF2B5EF4-FFF2-40B4-BE49-F238E27FC236}">
                <a16:creationId xmlns:a16="http://schemas.microsoft.com/office/drawing/2014/main" id="{6D8EA752-1F0A-4D26-9006-FAB7E805B1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28-text-1">
            <a:extLst xmlns:a="http://schemas.openxmlformats.org/drawingml/2006/main">
              <a:ext uri="{FF2B5EF4-FFF2-40B4-BE49-F238E27FC236}">
                <a16:creationId xmlns:a16="http://schemas.microsoft.com/office/drawing/2014/main" id="{242D2C31-2660-48A0-ADDE-0865C5F45C8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36" name="28-text-2">
            <a:extLst xmlns:a="http://schemas.openxmlformats.org/drawingml/2006/main">
              <a:ext uri="{FF2B5EF4-FFF2-40B4-BE49-F238E27FC236}">
                <a16:creationId xmlns:a16="http://schemas.microsoft.com/office/drawing/2014/main" id="{27002CA9-7E4A-45F1-AD4A-9FA833C6C25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37" name="28-text-3">
            <a:extLst xmlns:a="http://schemas.openxmlformats.org/drawingml/2006/main">
              <a:ext uri="{FF2B5EF4-FFF2-40B4-BE49-F238E27FC236}">
                <a16:creationId xmlns:a16="http://schemas.microsoft.com/office/drawing/2014/main" id="{3C755A99-ADF4-4E8F-80D4-EBB7BC284F63}"/>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8" name="28-text-4">
            <a:extLst xmlns:a="http://schemas.openxmlformats.org/drawingml/2006/main">
              <a:ext uri="{FF2B5EF4-FFF2-40B4-BE49-F238E27FC236}">
                <a16:creationId xmlns:a16="http://schemas.microsoft.com/office/drawing/2014/main" id="{90A03B22-C38E-4ACF-BFA7-C102D87094DD}"/>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39" name="28-text-5">
            <a:extLst xmlns:a="http://schemas.openxmlformats.org/drawingml/2006/main">
              <a:ext uri="{FF2B5EF4-FFF2-40B4-BE49-F238E27FC236}">
                <a16:creationId xmlns:a16="http://schemas.microsoft.com/office/drawing/2014/main" id="{0C7A1987-5905-45E7-8102-376CCD1AD370}"/>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40" name="28-text-6">
            <a:extLst xmlns:a="http://schemas.openxmlformats.org/drawingml/2006/main">
              <a:ext uri="{FF2B5EF4-FFF2-40B4-BE49-F238E27FC236}">
                <a16:creationId xmlns:a16="http://schemas.microsoft.com/office/drawing/2014/main" id="{B02EC010-CB43-4FAA-B6DA-3D89E038228E}"/>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41" name="28-text-7">
            <a:extLst xmlns:a="http://schemas.openxmlformats.org/drawingml/2006/main">
              <a:ext uri="{FF2B5EF4-FFF2-40B4-BE49-F238E27FC236}">
                <a16:creationId xmlns:a16="http://schemas.microsoft.com/office/drawing/2014/main" id="{C4CF0C75-9641-46E2-A52C-3B0C44F2A593}"/>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42" name="28-text-8">
            <a:extLst xmlns:a="http://schemas.openxmlformats.org/drawingml/2006/main">
              <a:ext uri="{FF2B5EF4-FFF2-40B4-BE49-F238E27FC236}">
                <a16:creationId xmlns:a16="http://schemas.microsoft.com/office/drawing/2014/main" id="{395540A7-A173-4123-8F0A-2A3A90E21394}"/>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43" name="narrative-number">
            <a:extLst xmlns:a="http://schemas.openxmlformats.org/drawingml/2006/main">
              <a:ext uri="{FF2B5EF4-FFF2-40B4-BE49-F238E27FC236}">
                <a16:creationId xmlns:a16="http://schemas.microsoft.com/office/drawing/2014/main" id="{BA28EFF9-D0D7-4442-B2A0-6766E5D9473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728529792"/>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4" name="!!area-name">
            <a:extLst xmlns:a="http://schemas.openxmlformats.org/drawingml/2006/main">
              <a:ext uri="{FF2B5EF4-FFF2-40B4-BE49-F238E27FC236}">
                <a16:creationId xmlns:a16="http://schemas.microsoft.com/office/drawing/2014/main" id="{BCC72179-6A4A-4453-8515-12FCA269441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8" name="mini-map"/>
          <p:cNvPicPr>
            <a:picLocks xmlns:a="http://schemas.openxmlformats.org/drawingml/2006/main" noChangeAspect="1"/>
          </p:cNvPicPr>
          <p:nvPr/>
        </p:nvPicPr>
        <p:blipFill>
          <a:blip xmlns:r="http://schemas.openxmlformats.org/officeDocument/2006/relationships" xmlns:a="http://schemas.openxmlformats.org/drawingml/2006/main" r:embed="R1395e7026fa045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6" name="slide-title">
            <a:extLst xmlns:a="http://schemas.openxmlformats.org/drawingml/2006/main">
              <a:ext uri="{FF2B5EF4-FFF2-40B4-BE49-F238E27FC236}">
                <a16:creationId xmlns:a16="http://schemas.microsoft.com/office/drawing/2014/main" id="{64ED2D4B-7E57-4294-87C6-5BAFFA6C7A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7" name="header-divider">
            <a:extLst xmlns:a="http://schemas.openxmlformats.org/drawingml/2006/main">
              <a:ext uri="{FF2B5EF4-FFF2-40B4-BE49-F238E27FC236}">
                <a16:creationId xmlns:a16="http://schemas.microsoft.com/office/drawing/2014/main" id="{91F7E6E5-5506-4363-BF7A-88F16072F56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8" name="29-text-1">
            <a:extLst xmlns:a="http://schemas.openxmlformats.org/drawingml/2006/main">
              <a:ext uri="{FF2B5EF4-FFF2-40B4-BE49-F238E27FC236}">
                <a16:creationId xmlns:a16="http://schemas.microsoft.com/office/drawing/2014/main" id="{1F3D2D4F-94F2-4AC5-B2CE-ECE03181EFF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49" name="29-text-2">
            <a:extLst xmlns:a="http://schemas.openxmlformats.org/drawingml/2006/main">
              <a:ext uri="{FF2B5EF4-FFF2-40B4-BE49-F238E27FC236}">
                <a16:creationId xmlns:a16="http://schemas.microsoft.com/office/drawing/2014/main" id="{2FD39201-504D-43FD-AF62-C12FCF0A76D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50" name="29-text-3">
            <a:extLst xmlns:a="http://schemas.openxmlformats.org/drawingml/2006/main">
              <a:ext uri="{FF2B5EF4-FFF2-40B4-BE49-F238E27FC236}">
                <a16:creationId xmlns:a16="http://schemas.microsoft.com/office/drawing/2014/main" id="{26716260-9318-4663-8EBD-DA4D38B7C22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51" name="29-text-4">
            <a:extLst xmlns:a="http://schemas.openxmlformats.org/drawingml/2006/main">
              <a:ext uri="{FF2B5EF4-FFF2-40B4-BE49-F238E27FC236}">
                <a16:creationId xmlns:a16="http://schemas.microsoft.com/office/drawing/2014/main" id="{85B34B38-BCD5-4B34-8BFA-E5C8981CB48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52" name="29-text-5">
            <a:extLst xmlns:a="http://schemas.openxmlformats.org/drawingml/2006/main">
              <a:ext uri="{FF2B5EF4-FFF2-40B4-BE49-F238E27FC236}">
                <a16:creationId xmlns:a16="http://schemas.microsoft.com/office/drawing/2014/main" id="{B55168F6-FE13-466F-ABA7-6B04C9A89D7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53" name="29-text-6">
            <a:extLst xmlns:a="http://schemas.openxmlformats.org/drawingml/2006/main">
              <a:ext uri="{FF2B5EF4-FFF2-40B4-BE49-F238E27FC236}">
                <a16:creationId xmlns:a16="http://schemas.microsoft.com/office/drawing/2014/main" id="{8EC6FE84-2374-4F6A-A5A0-BCFE664B68E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54" name="29-text-7">
            <a:extLst xmlns:a="http://schemas.openxmlformats.org/drawingml/2006/main">
              <a:ext uri="{FF2B5EF4-FFF2-40B4-BE49-F238E27FC236}">
                <a16:creationId xmlns:a16="http://schemas.microsoft.com/office/drawing/2014/main" id="{DDFB2C90-DC8F-405B-AD69-99DBEA4A533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55" name="29-text-8">
            <a:extLst xmlns:a="http://schemas.openxmlformats.org/drawingml/2006/main">
              <a:ext uri="{FF2B5EF4-FFF2-40B4-BE49-F238E27FC236}">
                <a16:creationId xmlns:a16="http://schemas.microsoft.com/office/drawing/2014/main" id="{FE56119A-0BB3-4E4B-864E-42AB73188AA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56" name="narrative-number">
            <a:extLst xmlns:a="http://schemas.openxmlformats.org/drawingml/2006/main">
              <a:ext uri="{FF2B5EF4-FFF2-40B4-BE49-F238E27FC236}">
                <a16:creationId xmlns:a16="http://schemas.microsoft.com/office/drawing/2014/main" id="{03E48D73-AEB6-4305-B9F8-EF1756F14AE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178834872"/>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B9EA2EA6-850E-46B4-8E78-385F9E3237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132408f0da3544d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slide-title">
            <a:extLst xmlns:a="http://schemas.openxmlformats.org/drawingml/2006/main">
              <a:ext uri="{FF2B5EF4-FFF2-40B4-BE49-F238E27FC236}">
                <a16:creationId xmlns:a16="http://schemas.microsoft.com/office/drawing/2014/main" id="{B29293C3-A0AA-402E-AF98-C5EB8B9BA96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60" name="header-divider">
            <a:extLst xmlns:a="http://schemas.openxmlformats.org/drawingml/2006/main">
              <a:ext uri="{FF2B5EF4-FFF2-40B4-BE49-F238E27FC236}">
                <a16:creationId xmlns:a16="http://schemas.microsoft.com/office/drawing/2014/main" id="{9F56C8A7-19BC-4D5C-9564-562C2EA7C1B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1" name="30-text-1">
            <a:extLst xmlns:a="http://schemas.openxmlformats.org/drawingml/2006/main">
              <a:ext uri="{FF2B5EF4-FFF2-40B4-BE49-F238E27FC236}">
                <a16:creationId xmlns:a16="http://schemas.microsoft.com/office/drawing/2014/main" id="{E4CA5A85-39BD-408E-87FF-CDC0DF2FB42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62" name="30-text-2">
            <a:extLst xmlns:a="http://schemas.openxmlformats.org/drawingml/2006/main">
              <a:ext uri="{FF2B5EF4-FFF2-40B4-BE49-F238E27FC236}">
                <a16:creationId xmlns:a16="http://schemas.microsoft.com/office/drawing/2014/main" id="{0F052759-7D82-4D2F-8E41-E019204AAEEE}"/>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63" name="30-text-3">
            <a:extLst xmlns:a="http://schemas.openxmlformats.org/drawingml/2006/main">
              <a:ext uri="{FF2B5EF4-FFF2-40B4-BE49-F238E27FC236}">
                <a16:creationId xmlns:a16="http://schemas.microsoft.com/office/drawing/2014/main" id="{8D7EBC31-9319-4F53-A416-EEE74AA070A5}"/>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64" name="30-text-4">
            <a:extLst xmlns:a="http://schemas.openxmlformats.org/drawingml/2006/main">
              <a:ext uri="{FF2B5EF4-FFF2-40B4-BE49-F238E27FC236}">
                <a16:creationId xmlns:a16="http://schemas.microsoft.com/office/drawing/2014/main" id="{79CD8B49-297D-4AE3-A5B4-C4F55D3E3451}"/>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65" name="30-text-5">
            <a:extLst xmlns:a="http://schemas.openxmlformats.org/drawingml/2006/main">
              <a:ext uri="{FF2B5EF4-FFF2-40B4-BE49-F238E27FC236}">
                <a16:creationId xmlns:a16="http://schemas.microsoft.com/office/drawing/2014/main" id="{B79DA73B-FE4C-40F1-80A9-62A0B7D21DE8}"/>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66" name="30-line-7">
            <a:extLst xmlns:a="http://schemas.openxmlformats.org/drawingml/2006/main">
              <a:ext uri="{FF2B5EF4-FFF2-40B4-BE49-F238E27FC236}">
                <a16:creationId xmlns:a16="http://schemas.microsoft.com/office/drawing/2014/main" id="{F9E6C525-817E-4053-B3EF-EC83D52BC95C}"/>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7" name="30-text-8">
            <a:extLst xmlns:a="http://schemas.openxmlformats.org/drawingml/2006/main">
              <a:ext uri="{FF2B5EF4-FFF2-40B4-BE49-F238E27FC236}">
                <a16:creationId xmlns:a16="http://schemas.microsoft.com/office/drawing/2014/main" id="{63F4473B-1981-49A3-A23C-E92747ECB548}"/>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8" name="30-text-9">
            <a:extLst xmlns:a="http://schemas.openxmlformats.org/drawingml/2006/main">
              <a:ext uri="{FF2B5EF4-FFF2-40B4-BE49-F238E27FC236}">
                <a16:creationId xmlns:a16="http://schemas.microsoft.com/office/drawing/2014/main" id="{6CE7694E-C602-481A-9823-92638F08F7DD}"/>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9" name="30-line-11">
            <a:extLst xmlns:a="http://schemas.openxmlformats.org/drawingml/2006/main">
              <a:ext uri="{FF2B5EF4-FFF2-40B4-BE49-F238E27FC236}">
                <a16:creationId xmlns:a16="http://schemas.microsoft.com/office/drawing/2014/main" id="{326BBD34-778E-4ABB-ADC3-8BFD91CAFEFA}"/>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0" name="30-line-13">
            <a:extLst xmlns:a="http://schemas.openxmlformats.org/drawingml/2006/main">
              <a:ext uri="{FF2B5EF4-FFF2-40B4-BE49-F238E27FC236}">
                <a16:creationId xmlns:a16="http://schemas.microsoft.com/office/drawing/2014/main" id="{883D8465-3F89-4D97-9032-052D3F158356}"/>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1" name="30-line-15">
            <a:extLst xmlns:a="http://schemas.openxmlformats.org/drawingml/2006/main">
              <a:ext uri="{FF2B5EF4-FFF2-40B4-BE49-F238E27FC236}">
                <a16:creationId xmlns:a16="http://schemas.microsoft.com/office/drawing/2014/main" id="{5CFB3D3A-694C-4523-99DA-9F9E378A413E}"/>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2" name="30-line-17">
            <a:extLst xmlns:a="http://schemas.openxmlformats.org/drawingml/2006/main">
              <a:ext uri="{FF2B5EF4-FFF2-40B4-BE49-F238E27FC236}">
                <a16:creationId xmlns:a16="http://schemas.microsoft.com/office/drawing/2014/main" id="{879E5FFB-9EE6-4475-A24C-1E221938CFCA}"/>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73" name="30-text-18">
            <a:extLst xmlns:a="http://schemas.openxmlformats.org/drawingml/2006/main">
              <a:ext uri="{FF2B5EF4-FFF2-40B4-BE49-F238E27FC236}">
                <a16:creationId xmlns:a16="http://schemas.microsoft.com/office/drawing/2014/main" id="{C7CDCAF6-B54D-43CD-8901-F34EB328FAD0}"/>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74" name="30-text-19">
            <a:extLst xmlns:a="http://schemas.openxmlformats.org/drawingml/2006/main">
              <a:ext uri="{FF2B5EF4-FFF2-40B4-BE49-F238E27FC236}">
                <a16:creationId xmlns:a16="http://schemas.microsoft.com/office/drawing/2014/main" id="{D69AE2E9-62E8-4F3F-9D26-102205EA8310}"/>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75" name="30-line-21">
            <a:extLst xmlns:a="http://schemas.openxmlformats.org/drawingml/2006/main">
              <a:ext uri="{FF2B5EF4-FFF2-40B4-BE49-F238E27FC236}">
                <a16:creationId xmlns:a16="http://schemas.microsoft.com/office/drawing/2014/main" id="{4DB4E5CD-F1B4-49C5-B857-B4A35D9E43F0}"/>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76" name="30-text-22">
            <a:extLst xmlns:a="http://schemas.openxmlformats.org/drawingml/2006/main">
              <a:ext uri="{FF2B5EF4-FFF2-40B4-BE49-F238E27FC236}">
                <a16:creationId xmlns:a16="http://schemas.microsoft.com/office/drawing/2014/main" id="{EAA307DA-C778-41EC-BD6F-EBEF7307F896}"/>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7" name="30-text-23">
            <a:extLst xmlns:a="http://schemas.openxmlformats.org/drawingml/2006/main">
              <a:ext uri="{FF2B5EF4-FFF2-40B4-BE49-F238E27FC236}">
                <a16:creationId xmlns:a16="http://schemas.microsoft.com/office/drawing/2014/main" id="{DF78212A-3397-4D59-B57E-C8073322F8E8}"/>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8" name="30-text-24">
            <a:extLst xmlns:a="http://schemas.openxmlformats.org/drawingml/2006/main">
              <a:ext uri="{FF2B5EF4-FFF2-40B4-BE49-F238E27FC236}">
                <a16:creationId xmlns:a16="http://schemas.microsoft.com/office/drawing/2014/main" id="{AD7C94CD-9416-44D5-891C-0992D0FF4697}"/>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9" name="narrative-number">
            <a:extLst xmlns:a="http://schemas.openxmlformats.org/drawingml/2006/main">
              <a:ext uri="{FF2B5EF4-FFF2-40B4-BE49-F238E27FC236}">
                <a16:creationId xmlns:a16="http://schemas.microsoft.com/office/drawing/2014/main" id="{59FA90CB-0F82-46F2-A052-B1C70176BD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698202629"/>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81CD16DC-E452-49FF-BF08-18929EBC24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7b60126a91e842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FD70A15C-C628-4264-826F-48BE748E98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31-text-1">
            <a:extLst xmlns:a="http://schemas.openxmlformats.org/drawingml/2006/main">
              <a:ext uri="{FF2B5EF4-FFF2-40B4-BE49-F238E27FC236}">
                <a16:creationId xmlns:a16="http://schemas.microsoft.com/office/drawing/2014/main" id="{DC44988F-D2BE-43FB-A89B-6F1C30390DAE}"/>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84" name="31-text-2">
            <a:extLst xmlns:a="http://schemas.openxmlformats.org/drawingml/2006/main">
              <a:ext uri="{FF2B5EF4-FFF2-40B4-BE49-F238E27FC236}">
                <a16:creationId xmlns:a16="http://schemas.microsoft.com/office/drawing/2014/main" id="{93E4A5C7-080C-47F9-9B7A-0925DE87A47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85" name="31-text-3">
            <a:extLst xmlns:a="http://schemas.openxmlformats.org/drawingml/2006/main">
              <a:ext uri="{FF2B5EF4-FFF2-40B4-BE49-F238E27FC236}">
                <a16:creationId xmlns:a16="http://schemas.microsoft.com/office/drawing/2014/main" id="{B7704783-4EC1-4596-BC6D-350E044C610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94" name="31-image-4"/>
          <p:cNvPicPr>
            <a:picLocks xmlns:a="http://schemas.openxmlformats.org/drawingml/2006/main" noChangeAspect="1"/>
          </p:cNvPicPr>
          <p:nvPr/>
        </p:nvPicPr>
        <p:blipFill>
          <a:blip xmlns:r="http://schemas.openxmlformats.org/officeDocument/2006/relationships" xmlns:a="http://schemas.openxmlformats.org/drawingml/2006/main" r:embed="R4bcf86ce1685422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7" name="narrative-number">
            <a:extLst xmlns:a="http://schemas.openxmlformats.org/drawingml/2006/main">
              <a:ext uri="{FF2B5EF4-FFF2-40B4-BE49-F238E27FC236}">
                <a16:creationId xmlns:a16="http://schemas.microsoft.com/office/drawing/2014/main" id="{EB21363A-1CF6-4747-92C8-DDBBF8339E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105304133"/>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27AB1AF5-4C93-4634-A041-6C42E6887C4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405" name="mini-map"/>
          <p:cNvPicPr>
            <a:picLocks xmlns:a="http://schemas.openxmlformats.org/drawingml/2006/main" noChangeAspect="1"/>
          </p:cNvPicPr>
          <p:nvPr/>
        </p:nvPicPr>
        <p:blipFill>
          <a:blip xmlns:r="http://schemas.openxmlformats.org/officeDocument/2006/relationships" xmlns:a="http://schemas.openxmlformats.org/drawingml/2006/main" r:embed="R30c952dd784d421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32C73556-EFF9-41FF-B181-A84D2060193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91" name="header-divider">
            <a:extLst xmlns:a="http://schemas.openxmlformats.org/drawingml/2006/main">
              <a:ext uri="{FF2B5EF4-FFF2-40B4-BE49-F238E27FC236}">
                <a16:creationId xmlns:a16="http://schemas.microsoft.com/office/drawing/2014/main" id="{962ACA1A-E4A5-4986-B5B1-DBB8288B72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2-text-1">
            <a:extLst xmlns:a="http://schemas.openxmlformats.org/drawingml/2006/main">
              <a:ext uri="{FF2B5EF4-FFF2-40B4-BE49-F238E27FC236}">
                <a16:creationId xmlns:a16="http://schemas.microsoft.com/office/drawing/2014/main" id="{C9C7E499-B2D5-4660-8846-C570DB1B9DF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93" name="32-text-2">
            <a:extLst xmlns:a="http://schemas.openxmlformats.org/drawingml/2006/main">
              <a:ext uri="{FF2B5EF4-FFF2-40B4-BE49-F238E27FC236}">
                <a16:creationId xmlns:a16="http://schemas.microsoft.com/office/drawing/2014/main" id="{0425C8FC-EA2C-4CA8-92F6-0122CC90F3CF}"/>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meet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requirements?</a:t>
            </a:r>
          </a:p>
        </p:txBody>
      </p:sp>
      <p:sp>
        <p:nvSpPr>
          <p:cNvPr id="394" name="32-text-3">
            <a:extLst xmlns:a="http://schemas.openxmlformats.org/drawingml/2006/main">
              <a:ext uri="{FF2B5EF4-FFF2-40B4-BE49-F238E27FC236}">
                <a16:creationId xmlns:a16="http://schemas.microsoft.com/office/drawing/2014/main" id="{3BBE8ECE-F0B5-4E8B-B9E6-CAF227188359}"/>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95" name="32-text-4">
            <a:extLst xmlns:a="http://schemas.openxmlformats.org/drawingml/2006/main">
              <a:ext uri="{FF2B5EF4-FFF2-40B4-BE49-F238E27FC236}">
                <a16:creationId xmlns:a16="http://schemas.microsoft.com/office/drawing/2014/main" id="{E5D24F7A-4E33-4239-B396-E3CF946A8EC2}"/>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does the system perform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cases and repeated runs?</a:t>
            </a:r>
          </a:p>
        </p:txBody>
      </p:sp>
      <p:sp>
        <p:nvSpPr>
          <p:cNvPr id="396" name="32-shape-5">
            <a:extLst xmlns:a="http://schemas.openxmlformats.org/drawingml/2006/main">
              <a:ext uri="{FF2B5EF4-FFF2-40B4-BE49-F238E27FC236}">
                <a16:creationId xmlns:a16="http://schemas.microsoft.com/office/drawing/2014/main" id="{DF5FB022-ABD0-4A28-AE75-D7B1EBB533B3}"/>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7" name="32-text-6">
            <a:extLst xmlns:a="http://schemas.openxmlformats.org/drawingml/2006/main">
              <a:ext uri="{FF2B5EF4-FFF2-40B4-BE49-F238E27FC236}">
                <a16:creationId xmlns:a16="http://schemas.microsoft.com/office/drawing/2014/main" id="{3CC70DFE-E172-4020-80BC-3855318DBD47}"/>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8" name="32-text-7">
            <a:extLst xmlns:a="http://schemas.openxmlformats.org/drawingml/2006/main">
              <a:ext uri="{FF2B5EF4-FFF2-40B4-BE49-F238E27FC236}">
                <a16:creationId xmlns:a16="http://schemas.microsoft.com/office/drawing/2014/main" id="{992A835B-FDE2-491E-BABA-829848E84E37}"/>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 and expected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conditions.</a:t>
            </a:r>
          </a:p>
        </p:txBody>
      </p:sp>
      <p:sp>
        <p:nvSpPr>
          <p:cNvPr id="399" name="32-text-8">
            <a:extLst xmlns:a="http://schemas.openxmlformats.org/drawingml/2006/main">
              <a:ext uri="{FF2B5EF4-FFF2-40B4-BE49-F238E27FC236}">
                <a16:creationId xmlns:a16="http://schemas.microsoft.com/office/drawing/2014/main" id="{2F9BA47D-4CA7-4F63-B23A-3964A5D4D1E2}"/>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400" name="32-text-9">
            <a:extLst xmlns:a="http://schemas.openxmlformats.org/drawingml/2006/main">
              <a:ext uri="{FF2B5EF4-FFF2-40B4-BE49-F238E27FC236}">
                <a16:creationId xmlns:a16="http://schemas.microsoft.com/office/drawing/2014/main" id="{2223988F-B781-4F7A-9A61-02FCC97F832F}"/>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401" name="32-text-10">
            <a:extLst xmlns:a="http://schemas.openxmlformats.org/drawingml/2006/main">
              <a:ext uri="{FF2B5EF4-FFF2-40B4-BE49-F238E27FC236}">
                <a16:creationId xmlns:a16="http://schemas.microsoft.com/office/drawing/2014/main" id="{CA7159D0-4CF5-4B86-94C4-146285B2F694}"/>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02" name="32-text-11">
            <a:extLst xmlns:a="http://schemas.openxmlformats.org/drawingml/2006/main">
              <a:ext uri="{FF2B5EF4-FFF2-40B4-BE49-F238E27FC236}">
                <a16:creationId xmlns:a16="http://schemas.microsoft.com/office/drawing/2014/main" id="{07436C88-FC83-4E07-A246-CC7DE65DC04B}"/>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403" name="narrative-number">
            <a:extLst xmlns:a="http://schemas.openxmlformats.org/drawingml/2006/main">
              <a:ext uri="{FF2B5EF4-FFF2-40B4-BE49-F238E27FC236}">
                <a16:creationId xmlns:a16="http://schemas.microsoft.com/office/drawing/2014/main" id="{C1F0E2EE-2130-4C43-BED7-E02748A784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672690153"/>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4" name="!!area-name">
            <a:extLst xmlns:a="http://schemas.openxmlformats.org/drawingml/2006/main">
              <a:ext uri="{FF2B5EF4-FFF2-40B4-BE49-F238E27FC236}">
                <a16:creationId xmlns:a16="http://schemas.microsoft.com/office/drawing/2014/main" id="{027E40B2-05B9-4B2A-BD05-F489FB299F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14" name="mini-map"/>
          <p:cNvPicPr>
            <a:picLocks xmlns:a="http://schemas.openxmlformats.org/drawingml/2006/main" noChangeAspect="1"/>
          </p:cNvPicPr>
          <p:nvPr/>
        </p:nvPicPr>
        <p:blipFill>
          <a:blip xmlns:r="http://schemas.openxmlformats.org/officeDocument/2006/relationships" xmlns:a="http://schemas.openxmlformats.org/drawingml/2006/main" r:embed="R50b96450be074f8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6" name="slide-title">
            <a:extLst xmlns:a="http://schemas.openxmlformats.org/drawingml/2006/main">
              <a:ext uri="{FF2B5EF4-FFF2-40B4-BE49-F238E27FC236}">
                <a16:creationId xmlns:a16="http://schemas.microsoft.com/office/drawing/2014/main" id="{1D3D1F83-B8AE-4957-9E40-DB08F93250E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7" name="header-divider">
            <a:extLst xmlns:a="http://schemas.openxmlformats.org/drawingml/2006/main">
              <a:ext uri="{FF2B5EF4-FFF2-40B4-BE49-F238E27FC236}">
                <a16:creationId xmlns:a16="http://schemas.microsoft.com/office/drawing/2014/main" id="{31E2B834-01B1-4D90-9923-55D65A9D813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8" name="33-text-1">
            <a:extLst xmlns:a="http://schemas.openxmlformats.org/drawingml/2006/main">
              <a:ext uri="{FF2B5EF4-FFF2-40B4-BE49-F238E27FC236}">
                <a16:creationId xmlns:a16="http://schemas.microsoft.com/office/drawing/2014/main" id="{BD299705-9BF6-414E-A7D3-A1DBC9D851F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evaluation cases.</a:t>
            </a:r>
          </a:p>
        </p:txBody>
      </p:sp>
      <p:graphicFrame>
        <p:nvGraphicFramePr>
          <p:cNvPr id="418" name="33-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743200"/>
                <a:gridCol w="4572000"/>
                <a:gridCol w="3657600"/>
              </a:tblGrid>
              <a:tr h="406400">
                <a:tc>
                  <a:txBody>
                    <a:bodyPr>
                      <a:noAutofit/>
                    </a:bodyPr>
                    <a:lstStyle/>
                    <a:p>
                      <a:pPr>
                        <a:lnSpc>
                          <a:spcPct val="125000"/>
                        </a:lnSpc>
                        <a:buNone/>
                      </a:pPr>
                      <a:r>
                        <a:rPr sz="2000" b="1">
                          <a:solidFill>
                            <a:srgbClr val="01B66D"/>
                          </a:solidFill>
                          <a:latin typeface="Helvetica"/>
                          <a:ea typeface="Helvetica"/>
                          <a:cs typeface="Helvetica"/>
                        </a:rPr>
                        <a:t>Case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Routine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Reference checks plus expert</a:t>
                      </a:r>
                    </a:p>
                    <a:p>
                      <a:pPr>
                        <a:lnSpc>
                          <a:spcPct val="125000"/>
                        </a:lnSpc>
                        <a:buNone/>
                      </a:pPr>
                      <a:r>
                        <a:rPr sz="2000" b="0">
                          <a:solidFill>
                            <a:srgbClr val="FFFCF5"/>
                          </a:solidFill>
                          <a:latin typeface="Helvetica"/>
                          <a:ea typeface="Helvetica"/>
                          <a:cs typeface="Helvetica"/>
                        </a:rPr>
                        <a:t>or calibrated model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Disallowed</a:t>
                      </a:r>
                    </a:p>
                    <a:p>
                      <a:pPr>
                        <a:lnSpc>
                          <a:spcPct val="125000"/>
                        </a:lnSpc>
                        <a:buNone/>
                      </a:pPr>
                      <a:r>
                        <a:rPr sz="2000" b="0">
                          <a:solidFill>
                            <a:srgbClr val="FFFCF5"/>
                          </a:solidFill>
                          <a:latin typeface="Helvetica"/>
                          <a:ea typeface="Helvetica"/>
                          <a:cs typeface="Helvetica"/>
                        </a:rPr>
                        <a:t>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Reject before transfer.</a:t>
                      </a:r>
                    </a:p>
                    <a:p>
                      <a:pPr>
                        <a:lnSpc>
                          <a:spcPct val="125000"/>
                        </a:lnSpc>
                        <a:buNone/>
                      </a:pPr>
                      <a:r>
                        <a:rPr sz="2000" b="0">
                          <a:solidFill>
                            <a:srgbClr val="FFFCF5"/>
                          </a:solidFill>
                          <a:latin typeface="Helvetica"/>
                          <a:ea typeface="Helvetica"/>
                          <a:cs typeface="Helvetica"/>
                        </a:rPr>
                        <a:t>No export at that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Permission and</a:t>
                      </a:r>
                    </a:p>
                    <a:p>
                      <a:pPr>
                        <a:lnSpc>
                          <a:spcPct val="125000"/>
                        </a:lnSpc>
                        <a:buNone/>
                      </a:pPr>
                      <a:r>
                        <a:rPr sz="2000" b="0">
                          <a:solidFill>
                            <a:srgbClr val="FFFCF5"/>
                          </a:solidFill>
                          <a:latin typeface="Helvetica"/>
                          <a:ea typeface="Helvetica"/>
                          <a:cs typeface="Helvetica"/>
                        </a:rPr>
                        <a:t>export-state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Lost export</a:t>
                      </a:r>
                    </a:p>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Reconcile the outcome.</a:t>
                      </a:r>
                    </a:p>
                    <a:p>
                      <a:pPr>
                        <a:lnSpc>
                          <a:spcPct val="125000"/>
                        </a:lnSpc>
                        <a:buNone/>
                      </a:pPr>
                      <a:r>
                        <a:rPr sz="2000" b="0">
                          <a:solidFill>
                            <a:srgbClr val="FFFCF5"/>
                          </a:solidFill>
                          <a:latin typeface="Helvetica"/>
                          <a:ea typeface="Helvetica"/>
                          <a:cs typeface="Helvetica"/>
                        </a:rPr>
                        <a:t>Avoid duplicate export.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Receipt and</a:t>
                      </a:r>
                    </a:p>
                    <a:p>
                      <a:pPr>
                        <a:lnSpc>
                          <a:spcPct val="125000"/>
                        </a:lnSpc>
                        <a:buNone/>
                      </a:pPr>
                      <a:r>
                        <a:rPr sz="2000" b="0">
                          <a:solidFill>
                            <a:srgbClr val="FFFCF5"/>
                          </a:solidFill>
                          <a:latin typeface="Helvetica"/>
                          <a:ea typeface="Helvetica"/>
                          <a:cs typeface="Helvetica"/>
                        </a:rPr>
                        <a:t>artifact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0" name="33-text-3">
            <a:extLst xmlns:a="http://schemas.openxmlformats.org/drawingml/2006/main">
              <a:ext uri="{FF2B5EF4-FFF2-40B4-BE49-F238E27FC236}">
                <a16:creationId xmlns:a16="http://schemas.microsoft.com/office/drawing/2014/main" id="{FE01ADAF-A262-4B42-B131-2C4DFBA5FB79}"/>
              </a:ext>
            </a:extLst>
          </p:cNvPr>
          <p:cNvSpPr>
            <a:spLocks xmlns:a="http://schemas.openxmlformats.org/drawingml/2006/main"/>
          </p:cNvSpPr>
          <p:nvPr/>
        </p:nvSpPr>
        <p:spPr>
          <a:xfrm xmlns:a="http://schemas.openxmlformats.org/drawingml/2006/main">
            <a:off x="609600" y="58674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Comparison</a:t>
            </a:r>
          </a:p>
        </p:txBody>
      </p:sp>
      <p:sp>
        <p:nvSpPr>
          <p:cNvPr id="411" name="33-text-4">
            <a:extLst xmlns:a="http://schemas.openxmlformats.org/drawingml/2006/main">
              <a:ext uri="{FF2B5EF4-FFF2-40B4-BE49-F238E27FC236}">
                <a16:creationId xmlns:a16="http://schemas.microsoft.com/office/drawing/2014/main" id="{FA0BAB3A-3C0B-402A-8364-71763C524212}"/>
              </a:ext>
            </a:extLst>
          </p:cNvPr>
          <p:cNvSpPr>
            <a:spLocks xmlns:a="http://schemas.openxmlformats.org/drawingml/2006/main"/>
          </p:cNvSpPr>
          <p:nvPr/>
        </p:nvSpPr>
        <p:spPr>
          <a:xfrm xmlns:a="http://schemas.openxmlformats.org/drawingml/2006/main">
            <a:off x="3098800" y="5867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Held-out cases and repeated trials.</a:t>
            </a:r>
          </a:p>
        </p:txBody>
      </p:sp>
      <p:sp>
        <p:nvSpPr>
          <p:cNvPr id="412" name="narrative-number">
            <a:extLst xmlns:a="http://schemas.openxmlformats.org/drawingml/2006/main">
              <a:ext uri="{FF2B5EF4-FFF2-40B4-BE49-F238E27FC236}">
                <a16:creationId xmlns:a16="http://schemas.microsoft.com/office/drawing/2014/main" id="{9A45064E-5514-4BCB-89BA-D1E11C038C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03195186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3" name="!!area-name">
            <a:extLst xmlns:a="http://schemas.openxmlformats.org/drawingml/2006/main">
              <a:ext uri="{FF2B5EF4-FFF2-40B4-BE49-F238E27FC236}">
                <a16:creationId xmlns:a16="http://schemas.microsoft.com/office/drawing/2014/main" id="{497BB7FB-62F2-4ED6-A99B-46BA9DDB11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8" name="mini-map"/>
          <p:cNvPicPr>
            <a:picLocks xmlns:a="http://schemas.openxmlformats.org/drawingml/2006/main" noChangeAspect="1"/>
          </p:cNvPicPr>
          <p:nvPr/>
        </p:nvPicPr>
        <p:blipFill>
          <a:blip xmlns:r="http://schemas.openxmlformats.org/officeDocument/2006/relationships" xmlns:a="http://schemas.openxmlformats.org/drawingml/2006/main" r:embed="Rcb71d758114549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5" name="slide-title">
            <a:extLst xmlns:a="http://schemas.openxmlformats.org/drawingml/2006/main">
              <a:ext uri="{FF2B5EF4-FFF2-40B4-BE49-F238E27FC236}">
                <a16:creationId xmlns:a16="http://schemas.microsoft.com/office/drawing/2014/main" id="{ADE79F17-D0B9-4558-8ACB-B9C475FEA6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6" name="header-divider">
            <a:extLst xmlns:a="http://schemas.openxmlformats.org/drawingml/2006/main">
              <a:ext uri="{FF2B5EF4-FFF2-40B4-BE49-F238E27FC236}">
                <a16:creationId xmlns:a16="http://schemas.microsoft.com/office/drawing/2014/main" id="{2B0AA086-4318-44D8-AAE8-D2540139CB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34-text-1">
            <a:extLst xmlns:a="http://schemas.openxmlformats.org/drawingml/2006/main">
              <a:ext uri="{FF2B5EF4-FFF2-40B4-BE49-F238E27FC236}">
                <a16:creationId xmlns:a16="http://schemas.microsoft.com/office/drawing/2014/main" id="{9C03633E-8C4F-4C67-A74A-CE1BE793768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8" name="34-text-2">
            <a:extLst xmlns:a="http://schemas.openxmlformats.org/drawingml/2006/main">
              <a:ext uri="{FF2B5EF4-FFF2-40B4-BE49-F238E27FC236}">
                <a16:creationId xmlns:a16="http://schemas.microsoft.com/office/drawing/2014/main" id="{62A020A3-C2FC-4943-B02D-551306F1B94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419" name="34-text-3">
            <a:extLst xmlns:a="http://schemas.openxmlformats.org/drawingml/2006/main">
              <a:ext uri="{FF2B5EF4-FFF2-40B4-BE49-F238E27FC236}">
                <a16:creationId xmlns:a16="http://schemas.microsoft.com/office/drawing/2014/main" id="{7D152720-15FE-4569-A5CE-6426120115C4}"/>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20" name="34-text-4">
            <a:extLst xmlns:a="http://schemas.openxmlformats.org/drawingml/2006/main">
              <a:ext uri="{FF2B5EF4-FFF2-40B4-BE49-F238E27FC236}">
                <a16:creationId xmlns:a16="http://schemas.microsoft.com/office/drawing/2014/main" id="{D32A6BCE-EC18-4B74-B20C-E953B3F7CBA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421" name="34-text-5">
            <a:extLst xmlns:a="http://schemas.openxmlformats.org/drawingml/2006/main">
              <a:ext uri="{FF2B5EF4-FFF2-40B4-BE49-F238E27FC236}">
                <a16:creationId xmlns:a16="http://schemas.microsoft.com/office/drawing/2014/main" id="{D7A0000C-285D-4B6F-B23D-2B8CEE16AC56}"/>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422" name="34-text-6">
            <a:extLst xmlns:a="http://schemas.openxmlformats.org/drawingml/2006/main">
              <a:ext uri="{FF2B5EF4-FFF2-40B4-BE49-F238E27FC236}">
                <a16:creationId xmlns:a16="http://schemas.microsoft.com/office/drawing/2014/main" id="{2C30D82E-98F6-42D0-B249-2E993FC5129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423" name="34-text-7">
            <a:extLst xmlns:a="http://schemas.openxmlformats.org/drawingml/2006/main">
              <a:ext uri="{FF2B5EF4-FFF2-40B4-BE49-F238E27FC236}">
                <a16:creationId xmlns:a16="http://schemas.microsoft.com/office/drawing/2014/main" id="{C9090693-1298-4CBF-807E-F5CD0401A5B7}"/>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424" name="34-text-8">
            <a:extLst xmlns:a="http://schemas.openxmlformats.org/drawingml/2006/main">
              <a:ext uri="{FF2B5EF4-FFF2-40B4-BE49-F238E27FC236}">
                <a16:creationId xmlns:a16="http://schemas.microsoft.com/office/drawing/2014/main" id="{BA8BC094-1693-428E-AA25-E40DB65C9D6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5" name="34-text-9">
            <a:extLst xmlns:a="http://schemas.openxmlformats.org/drawingml/2006/main">
              <a:ext uri="{FF2B5EF4-FFF2-40B4-BE49-F238E27FC236}">
                <a16:creationId xmlns:a16="http://schemas.microsoft.com/office/drawing/2014/main" id="{527A7E91-2947-4025-BCEB-D8BD4084E51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6" name="narrative-number">
            <a:extLst xmlns:a="http://schemas.openxmlformats.org/drawingml/2006/main">
              <a:ext uri="{FF2B5EF4-FFF2-40B4-BE49-F238E27FC236}">
                <a16:creationId xmlns:a16="http://schemas.microsoft.com/office/drawing/2014/main" id="{D443C608-A675-4140-8437-0F4FB365A2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4120616494"/>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7" name="!!area-name">
            <a:extLst xmlns:a="http://schemas.openxmlformats.org/drawingml/2006/main">
              <a:ext uri="{FF2B5EF4-FFF2-40B4-BE49-F238E27FC236}">
                <a16:creationId xmlns:a16="http://schemas.microsoft.com/office/drawing/2014/main" id="{218D2816-6C94-4F5A-AC4D-9E25790B13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43" name="mini-map"/>
          <p:cNvPicPr>
            <a:picLocks xmlns:a="http://schemas.openxmlformats.org/drawingml/2006/main" noChangeAspect="1"/>
          </p:cNvPicPr>
          <p:nvPr/>
        </p:nvPicPr>
        <p:blipFill>
          <a:blip xmlns:r="http://schemas.openxmlformats.org/officeDocument/2006/relationships" xmlns:a="http://schemas.openxmlformats.org/drawingml/2006/main" r:embed="Rce1262e4a7bb41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9" name="slide-title">
            <a:extLst xmlns:a="http://schemas.openxmlformats.org/drawingml/2006/main">
              <a:ext uri="{FF2B5EF4-FFF2-40B4-BE49-F238E27FC236}">
                <a16:creationId xmlns:a16="http://schemas.microsoft.com/office/drawing/2014/main" id="{34427858-95E1-44CB-BFF0-058B1F2A466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30" name="header-divider">
            <a:extLst xmlns:a="http://schemas.openxmlformats.org/drawingml/2006/main">
              <a:ext uri="{FF2B5EF4-FFF2-40B4-BE49-F238E27FC236}">
                <a16:creationId xmlns:a16="http://schemas.microsoft.com/office/drawing/2014/main" id="{FEAD44C1-1273-4A5C-B049-2E98F66F752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1" name="35-text-1">
            <a:extLst xmlns:a="http://schemas.openxmlformats.org/drawingml/2006/main">
              <a:ext uri="{FF2B5EF4-FFF2-40B4-BE49-F238E27FC236}">
                <a16:creationId xmlns:a16="http://schemas.microsoft.com/office/drawing/2014/main" id="{A7E84E2D-4F81-438A-B56F-4FE6E55AB81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32" name="35-text-2">
            <a:extLst xmlns:a="http://schemas.openxmlformats.org/drawingml/2006/main">
              <a:ext uri="{FF2B5EF4-FFF2-40B4-BE49-F238E27FC236}">
                <a16:creationId xmlns:a16="http://schemas.microsoft.com/office/drawing/2014/main" id="{23FE4CAE-D63A-4242-9DEB-C42874D37350}"/>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33" name="35-text-3">
            <a:extLst xmlns:a="http://schemas.openxmlformats.org/drawingml/2006/main">
              <a:ext uri="{FF2B5EF4-FFF2-40B4-BE49-F238E27FC236}">
                <a16:creationId xmlns:a16="http://schemas.microsoft.com/office/drawing/2014/main" id="{A0935ADC-56A8-46B3-B48D-A44416C76620}"/>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34" name="35-text-4">
            <a:extLst xmlns:a="http://schemas.openxmlformats.org/drawingml/2006/main">
              <a:ext uri="{FF2B5EF4-FFF2-40B4-BE49-F238E27FC236}">
                <a16:creationId xmlns:a16="http://schemas.microsoft.com/office/drawing/2014/main" id="{E42A2FC8-DD40-465F-BB67-9FD7EBC5B9DB}"/>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5" name="35-text-5">
            <a:extLst xmlns:a="http://schemas.openxmlformats.org/drawingml/2006/main">
              <a:ext uri="{FF2B5EF4-FFF2-40B4-BE49-F238E27FC236}">
                <a16:creationId xmlns:a16="http://schemas.microsoft.com/office/drawing/2014/main" id="{60B2F656-9EB7-4439-802C-7D95E577AB63}"/>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6" name="35-text-6">
            <a:extLst xmlns:a="http://schemas.openxmlformats.org/drawingml/2006/main">
              <a:ext uri="{FF2B5EF4-FFF2-40B4-BE49-F238E27FC236}">
                <a16:creationId xmlns:a16="http://schemas.microsoft.com/office/drawing/2014/main" id="{AF922C1C-F86D-4AE0-802B-2A087B9C40F1}"/>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7" name="35-text-7">
            <a:extLst xmlns:a="http://schemas.openxmlformats.org/drawingml/2006/main">
              <a:ext uri="{FF2B5EF4-FFF2-40B4-BE49-F238E27FC236}">
                <a16:creationId xmlns:a16="http://schemas.microsoft.com/office/drawing/2014/main" id="{E8235067-8031-42AD-90D9-515315262CE1}"/>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8" name="35-text-8">
            <a:extLst xmlns:a="http://schemas.openxmlformats.org/drawingml/2006/main">
              <a:ext uri="{FF2B5EF4-FFF2-40B4-BE49-F238E27FC236}">
                <a16:creationId xmlns:a16="http://schemas.microsoft.com/office/drawing/2014/main" id="{33A6B346-B09E-4BEE-8412-BC050292240C}"/>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9" name="35-text-9">
            <a:extLst xmlns:a="http://schemas.openxmlformats.org/drawingml/2006/main">
              <a:ext uri="{FF2B5EF4-FFF2-40B4-BE49-F238E27FC236}">
                <a16:creationId xmlns:a16="http://schemas.microsoft.com/office/drawing/2014/main" id="{C73B90BE-388C-4A68-AEE1-C1B850AB2523}"/>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40" name="35-text-10">
            <a:extLst xmlns:a="http://schemas.openxmlformats.org/drawingml/2006/main">
              <a:ext uri="{FF2B5EF4-FFF2-40B4-BE49-F238E27FC236}">
                <a16:creationId xmlns:a16="http://schemas.microsoft.com/office/drawing/2014/main" id="{093D21EE-8BBE-40AF-8484-80C65E895C50}"/>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41" name="narrative-number">
            <a:extLst xmlns:a="http://schemas.openxmlformats.org/drawingml/2006/main">
              <a:ext uri="{FF2B5EF4-FFF2-40B4-BE49-F238E27FC236}">
                <a16:creationId xmlns:a16="http://schemas.microsoft.com/office/drawing/2014/main" id="{EC1E5B16-3DD9-417E-BD54-2B6FF9953C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4005655691"/>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F0C2AC51-843C-4654-9578-C4AB92728E1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51" name="mini-map"/>
          <p:cNvPicPr>
            <a:picLocks xmlns:a="http://schemas.openxmlformats.org/drawingml/2006/main" noChangeAspect="1"/>
          </p:cNvPicPr>
          <p:nvPr/>
        </p:nvPicPr>
        <p:blipFill>
          <a:blip xmlns:r="http://schemas.openxmlformats.org/officeDocument/2006/relationships" xmlns:a="http://schemas.openxmlformats.org/drawingml/2006/main" r:embed="R0c39ee83adc14c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header-divider">
            <a:extLst xmlns:a="http://schemas.openxmlformats.org/drawingml/2006/main">
              <a:ext uri="{FF2B5EF4-FFF2-40B4-BE49-F238E27FC236}">
                <a16:creationId xmlns:a16="http://schemas.microsoft.com/office/drawing/2014/main" id="{FF6C261E-7ABC-431D-9CD2-645E4EC16A8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5" name="36-text-1">
            <a:extLst xmlns:a="http://schemas.openxmlformats.org/drawingml/2006/main">
              <a:ext uri="{FF2B5EF4-FFF2-40B4-BE49-F238E27FC236}">
                <a16:creationId xmlns:a16="http://schemas.microsoft.com/office/drawing/2014/main" id="{28896E2D-DCCC-4F8C-A485-2BC75FBF324E}"/>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54" name="36-image-2"/>
          <p:cNvPicPr>
            <a:picLocks xmlns:a="http://schemas.openxmlformats.org/drawingml/2006/main" noChangeAspect="1"/>
          </p:cNvPicPr>
          <p:nvPr/>
        </p:nvPicPr>
        <p:blipFill>
          <a:blip xmlns:r="http://schemas.openxmlformats.org/officeDocument/2006/relationships" xmlns:a="http://schemas.openxmlformats.org/drawingml/2006/main" r:embed="R121c5349aea34fcc"/>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7" name="36-text-3">
            <a:extLst xmlns:a="http://schemas.openxmlformats.org/drawingml/2006/main">
              <a:ext uri="{FF2B5EF4-FFF2-40B4-BE49-F238E27FC236}">
                <a16:creationId xmlns:a16="http://schemas.microsoft.com/office/drawing/2014/main" id="{6C57B15E-1CAC-4470-8F2C-1D0FAF452CF1}"/>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8" name="36-text-4">
            <a:extLst xmlns:a="http://schemas.openxmlformats.org/drawingml/2006/main">
              <a:ext uri="{FF2B5EF4-FFF2-40B4-BE49-F238E27FC236}">
                <a16:creationId xmlns:a16="http://schemas.microsoft.com/office/drawing/2014/main" id="{B9986796-BBBD-4A6C-9F40-964AC867235C}"/>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9" name="narrative-number">
            <a:extLst xmlns:a="http://schemas.openxmlformats.org/drawingml/2006/main">
              <a:ext uri="{FF2B5EF4-FFF2-40B4-BE49-F238E27FC236}">
                <a16:creationId xmlns:a16="http://schemas.microsoft.com/office/drawing/2014/main" id="{CA8AFDAD-CD7B-420E-A345-156C44DEE1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411145683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0" name="!!area-name">
            <a:extLst xmlns:a="http://schemas.openxmlformats.org/drawingml/2006/main">
              <a:ext uri="{FF2B5EF4-FFF2-40B4-BE49-F238E27FC236}">
                <a16:creationId xmlns:a16="http://schemas.microsoft.com/office/drawing/2014/main" id="{B1822667-ED66-4ECC-BF9C-92BDDA9076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a0ccd310e77c4e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2" name="slide-title">
            <a:extLst xmlns:a="http://schemas.openxmlformats.org/drawingml/2006/main">
              <a:ext uri="{FF2B5EF4-FFF2-40B4-BE49-F238E27FC236}">
                <a16:creationId xmlns:a16="http://schemas.microsoft.com/office/drawing/2014/main" id="{1577FB70-EC41-46EE-B64D-4E854FB3C1E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53" name="header-divider">
            <a:extLst xmlns:a="http://schemas.openxmlformats.org/drawingml/2006/main">
              <a:ext uri="{FF2B5EF4-FFF2-40B4-BE49-F238E27FC236}">
                <a16:creationId xmlns:a16="http://schemas.microsoft.com/office/drawing/2014/main" id="{CD07294E-B0FD-47EC-84EA-D292708F68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4" name="37-text-1">
            <a:extLst xmlns:a="http://schemas.openxmlformats.org/drawingml/2006/main">
              <a:ext uri="{FF2B5EF4-FFF2-40B4-BE49-F238E27FC236}">
                <a16:creationId xmlns:a16="http://schemas.microsoft.com/office/drawing/2014/main" id="{1A8B55F4-3807-4A21-B11F-3B28908233CA}"/>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5" name="37-text-2">
            <a:extLst xmlns:a="http://schemas.openxmlformats.org/drawingml/2006/main">
              <a:ext uri="{FF2B5EF4-FFF2-40B4-BE49-F238E27FC236}">
                <a16:creationId xmlns:a16="http://schemas.microsoft.com/office/drawing/2014/main" id="{EE841F67-5CE4-452B-9897-65937D164D26}"/>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6" name="37-text-3">
            <a:extLst xmlns:a="http://schemas.openxmlformats.org/drawingml/2006/main">
              <a:ext uri="{FF2B5EF4-FFF2-40B4-BE49-F238E27FC236}">
                <a16:creationId xmlns:a16="http://schemas.microsoft.com/office/drawing/2014/main" id="{56F87517-60C9-4281-BDC5-3F93F4D60ACB}"/>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7" name="37-text-4">
            <a:extLst xmlns:a="http://schemas.openxmlformats.org/drawingml/2006/main">
              <a:ext uri="{FF2B5EF4-FFF2-40B4-BE49-F238E27FC236}">
                <a16:creationId xmlns:a16="http://schemas.microsoft.com/office/drawing/2014/main" id="{F188667F-7199-4A75-BEF6-8B9F95C922E6}"/>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8" name="37-text-5">
            <a:extLst xmlns:a="http://schemas.openxmlformats.org/drawingml/2006/main">
              <a:ext uri="{FF2B5EF4-FFF2-40B4-BE49-F238E27FC236}">
                <a16:creationId xmlns:a16="http://schemas.microsoft.com/office/drawing/2014/main" id="{D1316A87-9330-4EA0-B304-46D6A559F147}"/>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9" name="37-text-6">
            <a:extLst xmlns:a="http://schemas.openxmlformats.org/drawingml/2006/main">
              <a:ext uri="{FF2B5EF4-FFF2-40B4-BE49-F238E27FC236}">
                <a16:creationId xmlns:a16="http://schemas.microsoft.com/office/drawing/2014/main" id="{1066B798-B4B7-465D-8B4C-02435AAE7920}"/>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60" name="37-text-7">
            <a:extLst xmlns:a="http://schemas.openxmlformats.org/drawingml/2006/main">
              <a:ext uri="{FF2B5EF4-FFF2-40B4-BE49-F238E27FC236}">
                <a16:creationId xmlns:a16="http://schemas.microsoft.com/office/drawing/2014/main" id="{8199BE4E-F2F6-4DC7-A4D7-33C97F557781}"/>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61" name="37-text-8">
            <a:extLst xmlns:a="http://schemas.openxmlformats.org/drawingml/2006/main">
              <a:ext uri="{FF2B5EF4-FFF2-40B4-BE49-F238E27FC236}">
                <a16:creationId xmlns:a16="http://schemas.microsoft.com/office/drawing/2014/main" id="{4D90B6C8-DA7C-4C39-81E0-9AEE4F7D481C}"/>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62" name="37-text-9">
            <a:extLst xmlns:a="http://schemas.openxmlformats.org/drawingml/2006/main">
              <a:ext uri="{FF2B5EF4-FFF2-40B4-BE49-F238E27FC236}">
                <a16:creationId xmlns:a16="http://schemas.microsoft.com/office/drawing/2014/main" id="{ADCD5CA5-0304-45CC-A977-A2B17645BA83}"/>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63" name="37-text-10">
            <a:extLst xmlns:a="http://schemas.openxmlformats.org/drawingml/2006/main">
              <a:ext uri="{FF2B5EF4-FFF2-40B4-BE49-F238E27FC236}">
                <a16:creationId xmlns:a16="http://schemas.microsoft.com/office/drawing/2014/main" id="{0AB35C0E-1F8A-4CE3-B778-3434625A9BEC}"/>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64" name="37-text-11">
            <a:extLst xmlns:a="http://schemas.openxmlformats.org/drawingml/2006/main">
              <a:ext uri="{FF2B5EF4-FFF2-40B4-BE49-F238E27FC236}">
                <a16:creationId xmlns:a16="http://schemas.microsoft.com/office/drawing/2014/main" id="{BBEB4C4A-67DB-4A5E-B069-C697320D714B}"/>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5" name="37-line-13">
            <a:extLst xmlns:a="http://schemas.openxmlformats.org/drawingml/2006/main">
              <a:ext uri="{FF2B5EF4-FFF2-40B4-BE49-F238E27FC236}">
                <a16:creationId xmlns:a16="http://schemas.microsoft.com/office/drawing/2014/main" id="{AB9B3FE4-938E-4CD9-BE82-C5997683CEB7}"/>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6" name="37-line-15">
            <a:extLst xmlns:a="http://schemas.openxmlformats.org/drawingml/2006/main">
              <a:ext uri="{FF2B5EF4-FFF2-40B4-BE49-F238E27FC236}">
                <a16:creationId xmlns:a16="http://schemas.microsoft.com/office/drawing/2014/main" id="{E589023D-8C3A-44E2-B585-3F4A0BCDEF77}"/>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7" name="37-line-17">
            <a:extLst xmlns:a="http://schemas.openxmlformats.org/drawingml/2006/main">
              <a:ext uri="{FF2B5EF4-FFF2-40B4-BE49-F238E27FC236}">
                <a16:creationId xmlns:a16="http://schemas.microsoft.com/office/drawing/2014/main" id="{F65FE84A-4EBB-4605-A86D-A05D732E02A7}"/>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8" name="37-shape-18">
            <a:extLst xmlns:a="http://schemas.openxmlformats.org/drawingml/2006/main">
              <a:ext uri="{FF2B5EF4-FFF2-40B4-BE49-F238E27FC236}">
                <a16:creationId xmlns:a16="http://schemas.microsoft.com/office/drawing/2014/main" id="{527BA511-7B3B-45CC-B147-D608D1889E50}"/>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9" name="37-text-19">
            <a:extLst xmlns:a="http://schemas.openxmlformats.org/drawingml/2006/main">
              <a:ext uri="{FF2B5EF4-FFF2-40B4-BE49-F238E27FC236}">
                <a16:creationId xmlns:a16="http://schemas.microsoft.com/office/drawing/2014/main" id="{D3F87171-D542-49F9-A037-388146201A8E}"/>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70" name="narrative-number">
            <a:extLst xmlns:a="http://schemas.openxmlformats.org/drawingml/2006/main">
              <a:ext uri="{FF2B5EF4-FFF2-40B4-BE49-F238E27FC236}">
                <a16:creationId xmlns:a16="http://schemas.microsoft.com/office/drawing/2014/main" id="{12E1B1F4-7944-43AA-B1E4-3C73E6EB9B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82016227"/>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799F4E7D-97D4-4503-9FB1-882220916A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83" name="mini-map"/>
          <p:cNvPicPr>
            <a:picLocks xmlns:a="http://schemas.openxmlformats.org/drawingml/2006/main" noChangeAspect="1"/>
          </p:cNvPicPr>
          <p:nvPr/>
        </p:nvPicPr>
        <p:blipFill>
          <a:blip xmlns:r="http://schemas.openxmlformats.org/officeDocument/2006/relationships" xmlns:a="http://schemas.openxmlformats.org/drawingml/2006/main" r:embed="Rcf2e5019c8eb45f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slide-title">
            <a:extLst xmlns:a="http://schemas.openxmlformats.org/drawingml/2006/main">
              <a:ext uri="{FF2B5EF4-FFF2-40B4-BE49-F238E27FC236}">
                <a16:creationId xmlns:a16="http://schemas.microsoft.com/office/drawing/2014/main" id="{68679844-88FE-4167-8724-FB2454B37E4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74" name="header-divider">
            <a:extLst xmlns:a="http://schemas.openxmlformats.org/drawingml/2006/main">
              <a:ext uri="{FF2B5EF4-FFF2-40B4-BE49-F238E27FC236}">
                <a16:creationId xmlns:a16="http://schemas.microsoft.com/office/drawing/2014/main" id="{75D0B966-1E41-4F41-8CCE-9E76B99B328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5" name="38-text-1">
            <a:extLst xmlns:a="http://schemas.openxmlformats.org/drawingml/2006/main">
              <a:ext uri="{FF2B5EF4-FFF2-40B4-BE49-F238E27FC236}">
                <a16:creationId xmlns:a16="http://schemas.microsoft.com/office/drawing/2014/main" id="{0055D807-204B-455F-BBDA-BD2669D725B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6" name="38-text-2">
            <a:extLst xmlns:a="http://schemas.openxmlformats.org/drawingml/2006/main">
              <a:ext uri="{FF2B5EF4-FFF2-40B4-BE49-F238E27FC236}">
                <a16:creationId xmlns:a16="http://schemas.microsoft.com/office/drawing/2014/main" id="{F3AF6585-8CBC-4E0D-982B-2FFD51B55B0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7" name="38-text-3">
            <a:extLst xmlns:a="http://schemas.openxmlformats.org/drawingml/2006/main">
              <a:ext uri="{FF2B5EF4-FFF2-40B4-BE49-F238E27FC236}">
                <a16:creationId xmlns:a16="http://schemas.microsoft.com/office/drawing/2014/main" id="{A16845BA-111D-4D1B-8898-8F986C95AD2C}"/>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8" name="38-text-4">
            <a:extLst xmlns:a="http://schemas.openxmlformats.org/drawingml/2006/main">
              <a:ext uri="{FF2B5EF4-FFF2-40B4-BE49-F238E27FC236}">
                <a16:creationId xmlns:a16="http://schemas.microsoft.com/office/drawing/2014/main" id="{D0BEA6F2-8576-439B-9B91-D9AF473100DC}"/>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9" name="38-text-5">
            <a:extLst xmlns:a="http://schemas.openxmlformats.org/drawingml/2006/main">
              <a:ext uri="{FF2B5EF4-FFF2-40B4-BE49-F238E27FC236}">
                <a16:creationId xmlns:a16="http://schemas.microsoft.com/office/drawing/2014/main" id="{6FD9D1B3-7C92-46B3-B7AD-918C39CBB65D}"/>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80" name="38-text-6">
            <a:extLst xmlns:a="http://schemas.openxmlformats.org/drawingml/2006/main">
              <a:ext uri="{FF2B5EF4-FFF2-40B4-BE49-F238E27FC236}">
                <a16:creationId xmlns:a16="http://schemas.microsoft.com/office/drawing/2014/main" id="{DA206E5B-2A8B-4534-A5C5-AC5AABFA273A}"/>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81" name="narrative-number">
            <a:extLst xmlns:a="http://schemas.openxmlformats.org/drawingml/2006/main">
              <a:ext uri="{FF2B5EF4-FFF2-40B4-BE49-F238E27FC236}">
                <a16:creationId xmlns:a16="http://schemas.microsoft.com/office/drawing/2014/main" id="{F2047F5F-FEC9-4530-B7EE-4AE27D5942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1115446423"/>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2" name="!!area-name">
            <a:extLst xmlns:a="http://schemas.openxmlformats.org/drawingml/2006/main">
              <a:ext uri="{FF2B5EF4-FFF2-40B4-BE49-F238E27FC236}">
                <a16:creationId xmlns:a16="http://schemas.microsoft.com/office/drawing/2014/main" id="{FBA04F7D-EB19-4CA3-B834-2770E3338A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7" name="mini-map"/>
          <p:cNvPicPr>
            <a:picLocks xmlns:a="http://schemas.openxmlformats.org/drawingml/2006/main" noChangeAspect="1"/>
          </p:cNvPicPr>
          <p:nvPr/>
        </p:nvPicPr>
        <p:blipFill>
          <a:blip xmlns:r="http://schemas.openxmlformats.org/officeDocument/2006/relationships" xmlns:a="http://schemas.openxmlformats.org/drawingml/2006/main" r:embed="R8fcebebe897242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4" name="slide-title">
            <a:extLst xmlns:a="http://schemas.openxmlformats.org/drawingml/2006/main">
              <a:ext uri="{FF2B5EF4-FFF2-40B4-BE49-F238E27FC236}">
                <a16:creationId xmlns:a16="http://schemas.microsoft.com/office/drawing/2014/main" id="{C68D2D08-4BEC-486D-93F1-7C5725F388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5" name="header-divider">
            <a:extLst xmlns:a="http://schemas.openxmlformats.org/drawingml/2006/main">
              <a:ext uri="{FF2B5EF4-FFF2-40B4-BE49-F238E27FC236}">
                <a16:creationId xmlns:a16="http://schemas.microsoft.com/office/drawing/2014/main" id="{8BBE63CA-6028-4DE3-A246-ECC985FED6A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6" name="39-text-1">
            <a:extLst xmlns:a="http://schemas.openxmlformats.org/drawingml/2006/main">
              <a:ext uri="{FF2B5EF4-FFF2-40B4-BE49-F238E27FC236}">
                <a16:creationId xmlns:a16="http://schemas.microsoft.com/office/drawing/2014/main" id="{75E9C45B-FA62-4221-9381-6D4BC76D2B2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7" name="39-text-2">
            <a:extLst xmlns:a="http://schemas.openxmlformats.org/drawingml/2006/main">
              <a:ext uri="{FF2B5EF4-FFF2-40B4-BE49-F238E27FC236}">
                <a16:creationId xmlns:a16="http://schemas.microsoft.com/office/drawing/2014/main" id="{122FDDEB-A028-4F27-B3CF-12D5751E6B4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8" name="39-text-3">
            <a:extLst xmlns:a="http://schemas.openxmlformats.org/drawingml/2006/main">
              <a:ext uri="{FF2B5EF4-FFF2-40B4-BE49-F238E27FC236}">
                <a16:creationId xmlns:a16="http://schemas.microsoft.com/office/drawing/2014/main" id="{48512F53-004D-4511-ACBD-51B74D8DA05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9" name="39-text-4">
            <a:extLst xmlns:a="http://schemas.openxmlformats.org/drawingml/2006/main">
              <a:ext uri="{FF2B5EF4-FFF2-40B4-BE49-F238E27FC236}">
                <a16:creationId xmlns:a16="http://schemas.microsoft.com/office/drawing/2014/main" id="{3941F3B2-CC22-4F40-B238-14207272EC1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90" name="39-text-5">
            <a:extLst xmlns:a="http://schemas.openxmlformats.org/drawingml/2006/main">
              <a:ext uri="{FF2B5EF4-FFF2-40B4-BE49-F238E27FC236}">
                <a16:creationId xmlns:a16="http://schemas.microsoft.com/office/drawing/2014/main" id="{FBBC872F-587C-4FE4-AA5E-4E3E7C3326D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91" name="39-text-6">
            <a:extLst xmlns:a="http://schemas.openxmlformats.org/drawingml/2006/main">
              <a:ext uri="{FF2B5EF4-FFF2-40B4-BE49-F238E27FC236}">
                <a16:creationId xmlns:a16="http://schemas.microsoft.com/office/drawing/2014/main" id="{1923B75F-8A30-4E9E-B24F-F0A1FFE1D31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92" name="39-text-7">
            <a:extLst xmlns:a="http://schemas.openxmlformats.org/drawingml/2006/main">
              <a:ext uri="{FF2B5EF4-FFF2-40B4-BE49-F238E27FC236}">
                <a16:creationId xmlns:a16="http://schemas.microsoft.com/office/drawing/2014/main" id="{82A89F1D-399C-46E2-8D8A-FADEA3CDAEE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93" name="39-text-8">
            <a:extLst xmlns:a="http://schemas.openxmlformats.org/drawingml/2006/main">
              <a:ext uri="{FF2B5EF4-FFF2-40B4-BE49-F238E27FC236}">
                <a16:creationId xmlns:a16="http://schemas.microsoft.com/office/drawing/2014/main" id="{A754A71C-F6E4-461E-A6CF-47C6597DC49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94" name="39-text-9">
            <a:extLst xmlns:a="http://schemas.openxmlformats.org/drawingml/2006/main">
              <a:ext uri="{FF2B5EF4-FFF2-40B4-BE49-F238E27FC236}">
                <a16:creationId xmlns:a16="http://schemas.microsoft.com/office/drawing/2014/main" id="{E86D0A79-CCAC-4D7B-B820-E52A3767FEE6}"/>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5" name="narrative-number">
            <a:extLst xmlns:a="http://schemas.openxmlformats.org/drawingml/2006/main">
              <a:ext uri="{FF2B5EF4-FFF2-40B4-BE49-F238E27FC236}">
                <a16:creationId xmlns:a16="http://schemas.microsoft.com/office/drawing/2014/main" id="{726D3228-3C65-4F2F-9FBB-7CAC3D87CC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405338287"/>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6" name="!!area-name">
            <a:extLst xmlns:a="http://schemas.openxmlformats.org/drawingml/2006/main">
              <a:ext uri="{FF2B5EF4-FFF2-40B4-BE49-F238E27FC236}">
                <a16:creationId xmlns:a16="http://schemas.microsoft.com/office/drawing/2014/main" id="{10F55542-8AF5-4338-9AE5-445CF900EC6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5" name="mini-map"/>
          <p:cNvPicPr>
            <a:picLocks xmlns:a="http://schemas.openxmlformats.org/drawingml/2006/main" noChangeAspect="1"/>
          </p:cNvPicPr>
          <p:nvPr/>
        </p:nvPicPr>
        <p:blipFill>
          <a:blip xmlns:r="http://schemas.openxmlformats.org/officeDocument/2006/relationships" xmlns:a="http://schemas.openxmlformats.org/drawingml/2006/main" r:embed="R093edf093cf84f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8" name="slide-title">
            <a:extLst xmlns:a="http://schemas.openxmlformats.org/drawingml/2006/main">
              <a:ext uri="{FF2B5EF4-FFF2-40B4-BE49-F238E27FC236}">
                <a16:creationId xmlns:a16="http://schemas.microsoft.com/office/drawing/2014/main" id="{CB98EA36-54EC-4587-9431-8A8B67B537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9" name="header-divider">
            <a:extLst xmlns:a="http://schemas.openxmlformats.org/drawingml/2006/main">
              <a:ext uri="{FF2B5EF4-FFF2-40B4-BE49-F238E27FC236}">
                <a16:creationId xmlns:a16="http://schemas.microsoft.com/office/drawing/2014/main" id="{0820E4B1-7CB4-40BA-9D93-6370083BD2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0" name="40-text-1">
            <a:extLst xmlns:a="http://schemas.openxmlformats.org/drawingml/2006/main">
              <a:ext uri="{FF2B5EF4-FFF2-40B4-BE49-F238E27FC236}">
                <a16:creationId xmlns:a16="http://schemas.microsoft.com/office/drawing/2014/main" id="{C7289F6B-C61B-497C-903E-F42A620C24D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9"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2" name="40-text-3">
            <a:extLst xmlns:a="http://schemas.openxmlformats.org/drawingml/2006/main">
              <a:ext uri="{FF2B5EF4-FFF2-40B4-BE49-F238E27FC236}">
                <a16:creationId xmlns:a16="http://schemas.microsoft.com/office/drawing/2014/main" id="{88867F10-5385-4ED7-B492-A0E4C38D16ED}"/>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503" name="narrative-number">
            <a:extLst xmlns:a="http://schemas.openxmlformats.org/drawingml/2006/main">
              <a:ext uri="{FF2B5EF4-FFF2-40B4-BE49-F238E27FC236}">
                <a16:creationId xmlns:a16="http://schemas.microsoft.com/office/drawing/2014/main" id="{A063E5BD-67FC-4BE3-B38D-6373E7E3D7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879150749"/>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3" name="41-image-1"/>
          <p:cNvPicPr>
            <a:picLocks xmlns:a="http://schemas.openxmlformats.org/drawingml/2006/main" noChangeAspect="1"/>
          </p:cNvPicPr>
          <p:nvPr/>
        </p:nvPicPr>
        <p:blipFill>
          <a:blip xmlns:r="http://schemas.openxmlformats.org/officeDocument/2006/relationships" xmlns:a="http://schemas.openxmlformats.org/drawingml/2006/main" r:embed="R22a39ac4c2c145e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C76D81F1-7E4A-4606-966E-76D6152C6251}"/>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6" name="area-key-1">
            <a:extLst xmlns:a="http://schemas.openxmlformats.org/drawingml/2006/main">
              <a:ext uri="{FF2B5EF4-FFF2-40B4-BE49-F238E27FC236}">
                <a16:creationId xmlns:a16="http://schemas.microsoft.com/office/drawing/2014/main" id="{D550F8BB-6B7B-48CD-BA48-09CF99DD1170}"/>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7" name="area-key-2">
            <a:extLst xmlns:a="http://schemas.openxmlformats.org/drawingml/2006/main">
              <a:ext uri="{FF2B5EF4-FFF2-40B4-BE49-F238E27FC236}">
                <a16:creationId xmlns:a16="http://schemas.microsoft.com/office/drawing/2014/main" id="{97D6A332-543F-45EB-87B7-60605A569710}"/>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8" name="area-key-3">
            <a:extLst xmlns:a="http://schemas.openxmlformats.org/drawingml/2006/main">
              <a:ext uri="{FF2B5EF4-FFF2-40B4-BE49-F238E27FC236}">
                <a16:creationId xmlns:a16="http://schemas.microsoft.com/office/drawing/2014/main" id="{4E965190-8F5F-4992-A141-9C38ABC77DAC}"/>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9" name="area-key-4">
            <a:extLst xmlns:a="http://schemas.openxmlformats.org/drawingml/2006/main">
              <a:ext uri="{FF2B5EF4-FFF2-40B4-BE49-F238E27FC236}">
                <a16:creationId xmlns:a16="http://schemas.microsoft.com/office/drawing/2014/main" id="{C48B4A18-5AB0-46F6-B049-10082734A016}"/>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10" name="area-key-5">
            <a:extLst xmlns:a="http://schemas.openxmlformats.org/drawingml/2006/main">
              <a:ext uri="{FF2B5EF4-FFF2-40B4-BE49-F238E27FC236}">
                <a16:creationId xmlns:a16="http://schemas.microsoft.com/office/drawing/2014/main" id="{C54D1257-DE0A-4F0F-8C52-C25408E2E249}"/>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11" name="area-key-6">
            <a:extLst xmlns:a="http://schemas.openxmlformats.org/drawingml/2006/main">
              <a:ext uri="{FF2B5EF4-FFF2-40B4-BE49-F238E27FC236}">
                <a16:creationId xmlns:a16="http://schemas.microsoft.com/office/drawing/2014/main" id="{54554737-DF51-441D-BBD6-7EFFF40A1831}"/>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12" name="narrative-number">
            <a:extLst xmlns:a="http://schemas.openxmlformats.org/drawingml/2006/main">
              <a:ext uri="{FF2B5EF4-FFF2-40B4-BE49-F238E27FC236}">
                <a16:creationId xmlns:a16="http://schemas.microsoft.com/office/drawing/2014/main" id="{715E795A-EA0C-4C32-AF9E-9D36C28C2FC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182859109"/>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section-label">
            <a:extLst xmlns:a="http://schemas.openxmlformats.org/drawingml/2006/main">
              <a:ext uri="{FF2B5EF4-FFF2-40B4-BE49-F238E27FC236}">
                <a16:creationId xmlns:a16="http://schemas.microsoft.com/office/drawing/2014/main" id="{5E35273E-B989-4323-8ECD-B3B82C09745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14" name="section-rule">
            <a:extLst xmlns:a="http://schemas.openxmlformats.org/drawingml/2006/main">
              <a:ext uri="{FF2B5EF4-FFF2-40B4-BE49-F238E27FC236}">
                <a16:creationId xmlns:a16="http://schemas.microsoft.com/office/drawing/2014/main" id="{953D41F1-C677-4580-A5A5-DF4130209037}"/>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5" name="section-title">
            <a:extLst xmlns:a="http://schemas.openxmlformats.org/drawingml/2006/main">
              <a:ext uri="{FF2B5EF4-FFF2-40B4-BE49-F238E27FC236}">
                <a16:creationId xmlns:a16="http://schemas.microsoft.com/office/drawing/2014/main" id="{25AA3C1A-1CB6-4100-9621-09A61C76842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6" name="narrative-number">
            <a:extLst xmlns:a="http://schemas.openxmlformats.org/drawingml/2006/main">
              <a:ext uri="{FF2B5EF4-FFF2-40B4-BE49-F238E27FC236}">
                <a16:creationId xmlns:a16="http://schemas.microsoft.com/office/drawing/2014/main" id="{FA5999BA-15F6-40E6-818C-659CA2004E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33907316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DE96C541-1DA9-40D6-B7DC-25B69B6B54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24" name="mini-map"/>
          <p:cNvPicPr>
            <a:picLocks xmlns:a="http://schemas.openxmlformats.org/drawingml/2006/main" noChangeAspect="1"/>
          </p:cNvPicPr>
          <p:nvPr/>
        </p:nvPicPr>
        <p:blipFill>
          <a:blip xmlns:r="http://schemas.openxmlformats.org/officeDocument/2006/relationships" xmlns:a="http://schemas.openxmlformats.org/drawingml/2006/main" r:embed="Rb36ee1f120c442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B5663669-322C-4DEB-83FA-7DE8D34CD9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20" name="header-divider">
            <a:extLst xmlns:a="http://schemas.openxmlformats.org/drawingml/2006/main">
              <a:ext uri="{FF2B5EF4-FFF2-40B4-BE49-F238E27FC236}">
                <a16:creationId xmlns:a16="http://schemas.microsoft.com/office/drawing/2014/main" id="{7580EDBB-167C-4427-9636-48202EBD242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7"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2" name="narrative-number">
            <a:extLst xmlns:a="http://schemas.openxmlformats.org/drawingml/2006/main">
              <a:ext uri="{FF2B5EF4-FFF2-40B4-BE49-F238E27FC236}">
                <a16:creationId xmlns:a16="http://schemas.microsoft.com/office/drawing/2014/main" id="{658FDF6D-7D6B-43D3-A954-59C62B9121D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248335341"/>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3" name="!!area-name">
            <a:extLst xmlns:a="http://schemas.openxmlformats.org/drawingml/2006/main">
              <a:ext uri="{FF2B5EF4-FFF2-40B4-BE49-F238E27FC236}">
                <a16:creationId xmlns:a16="http://schemas.microsoft.com/office/drawing/2014/main" id="{90AACE15-1149-4CC7-B26F-8835F87401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30" name="mini-map"/>
          <p:cNvPicPr>
            <a:picLocks xmlns:a="http://schemas.openxmlformats.org/drawingml/2006/main" noChangeAspect="1"/>
          </p:cNvPicPr>
          <p:nvPr/>
        </p:nvPicPr>
        <p:blipFill>
          <a:blip xmlns:r="http://schemas.openxmlformats.org/officeDocument/2006/relationships" xmlns:a="http://schemas.openxmlformats.org/drawingml/2006/main" r:embed="Rbf588856b6f940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5" name="slide-title">
            <a:extLst xmlns:a="http://schemas.openxmlformats.org/drawingml/2006/main">
              <a:ext uri="{FF2B5EF4-FFF2-40B4-BE49-F238E27FC236}">
                <a16:creationId xmlns:a16="http://schemas.microsoft.com/office/drawing/2014/main" id="{A1123F57-51A2-437A-97C5-B22C11C2BE6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6" name="header-divider">
            <a:extLst xmlns:a="http://schemas.openxmlformats.org/drawingml/2006/main">
              <a:ext uri="{FF2B5EF4-FFF2-40B4-BE49-F238E27FC236}">
                <a16:creationId xmlns:a16="http://schemas.microsoft.com/office/drawing/2014/main" id="{3235BF35-DEC9-4CEA-AEE3-5DB7272901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33"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8" name="narrative-number">
            <a:extLst xmlns:a="http://schemas.openxmlformats.org/drawingml/2006/main">
              <a:ext uri="{FF2B5EF4-FFF2-40B4-BE49-F238E27FC236}">
                <a16:creationId xmlns:a16="http://schemas.microsoft.com/office/drawing/2014/main" id="{FFCCB383-6861-46EB-8511-2635D7DD2A3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59362602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9" name="!!area-name">
            <a:extLst xmlns:a="http://schemas.openxmlformats.org/drawingml/2006/main">
              <a:ext uri="{FF2B5EF4-FFF2-40B4-BE49-F238E27FC236}">
                <a16:creationId xmlns:a16="http://schemas.microsoft.com/office/drawing/2014/main" id="{8CB09460-04C0-471E-B9E9-648272F38E15}"/>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30" name="header-divider">
            <a:extLst xmlns:a="http://schemas.openxmlformats.org/drawingml/2006/main">
              <a:ext uri="{FF2B5EF4-FFF2-40B4-BE49-F238E27FC236}">
                <a16:creationId xmlns:a16="http://schemas.microsoft.com/office/drawing/2014/main" id="{2B7FDAAC-0968-46A3-8EE7-ED41445836C0}"/>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1" name="45-shape-1">
            <a:extLst xmlns:a="http://schemas.openxmlformats.org/drawingml/2006/main">
              <a:ext uri="{FF2B5EF4-FFF2-40B4-BE49-F238E27FC236}">
                <a16:creationId xmlns:a16="http://schemas.microsoft.com/office/drawing/2014/main" id="{BF9827DF-7DD8-4657-AF32-B0DDF190003C}"/>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2" name="45-shape-2">
            <a:extLst xmlns:a="http://schemas.openxmlformats.org/drawingml/2006/main">
              <a:ext uri="{FF2B5EF4-FFF2-40B4-BE49-F238E27FC236}">
                <a16:creationId xmlns:a16="http://schemas.microsoft.com/office/drawing/2014/main" id="{185990F8-F07B-46CD-8DF2-BAFAC2D63FB4}"/>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33" name="45-text-3">
            <a:extLst xmlns:a="http://schemas.openxmlformats.org/drawingml/2006/main">
              <a:ext uri="{FF2B5EF4-FFF2-40B4-BE49-F238E27FC236}">
                <a16:creationId xmlns:a16="http://schemas.microsoft.com/office/drawing/2014/main" id="{7C29AF6E-E176-43D8-BE9B-B1631577BA68}"/>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34" name="45-text-4">
            <a:extLst xmlns:a="http://schemas.openxmlformats.org/drawingml/2006/main">
              <a:ext uri="{FF2B5EF4-FFF2-40B4-BE49-F238E27FC236}">
                <a16:creationId xmlns:a16="http://schemas.microsoft.com/office/drawing/2014/main" id="{550AFFB7-2BEF-4E3D-8818-9D06EB9CA46F}"/>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5" name="45-shape-5">
            <a:extLst xmlns:a="http://schemas.openxmlformats.org/drawingml/2006/main">
              <a:ext uri="{FF2B5EF4-FFF2-40B4-BE49-F238E27FC236}">
                <a16:creationId xmlns:a16="http://schemas.microsoft.com/office/drawing/2014/main" id="{C9722BCE-0F65-446B-B05D-CB8A9B5797BB}"/>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6" name="45-shape-6">
            <a:extLst xmlns:a="http://schemas.openxmlformats.org/drawingml/2006/main">
              <a:ext uri="{FF2B5EF4-FFF2-40B4-BE49-F238E27FC236}">
                <a16:creationId xmlns:a16="http://schemas.microsoft.com/office/drawing/2014/main" id="{683D45F9-D0CF-4191-AC72-E16EC90C5065}"/>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7" name="45-text-7">
            <a:extLst xmlns:a="http://schemas.openxmlformats.org/drawingml/2006/main">
              <a:ext uri="{FF2B5EF4-FFF2-40B4-BE49-F238E27FC236}">
                <a16:creationId xmlns:a16="http://schemas.microsoft.com/office/drawing/2014/main" id="{C795BE11-7C83-4A25-84C6-8DC20958E98A}"/>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8" name="45-text-8">
            <a:extLst xmlns:a="http://schemas.openxmlformats.org/drawingml/2006/main">
              <a:ext uri="{FF2B5EF4-FFF2-40B4-BE49-F238E27FC236}">
                <a16:creationId xmlns:a16="http://schemas.microsoft.com/office/drawing/2014/main" id="{F57BC93E-45A0-4CD0-94DB-A684AA2CFD51}"/>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9" name="45-shape-9">
            <a:extLst xmlns:a="http://schemas.openxmlformats.org/drawingml/2006/main">
              <a:ext uri="{FF2B5EF4-FFF2-40B4-BE49-F238E27FC236}">
                <a16:creationId xmlns:a16="http://schemas.microsoft.com/office/drawing/2014/main" id="{77642547-BABD-4C57-8224-24C37ABDEB22}"/>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0" name="45-shape-10">
            <a:extLst xmlns:a="http://schemas.openxmlformats.org/drawingml/2006/main">
              <a:ext uri="{FF2B5EF4-FFF2-40B4-BE49-F238E27FC236}">
                <a16:creationId xmlns:a16="http://schemas.microsoft.com/office/drawing/2014/main" id="{E1C778FE-E328-4E73-A875-9CC4CAE8525D}"/>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1" name="45-text-11">
            <a:extLst xmlns:a="http://schemas.openxmlformats.org/drawingml/2006/main">
              <a:ext uri="{FF2B5EF4-FFF2-40B4-BE49-F238E27FC236}">
                <a16:creationId xmlns:a16="http://schemas.microsoft.com/office/drawing/2014/main" id="{BA0B7824-2F3E-4325-93C4-312B2359BD52}"/>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42" name="45-text-12">
            <a:extLst xmlns:a="http://schemas.openxmlformats.org/drawingml/2006/main">
              <a:ext uri="{FF2B5EF4-FFF2-40B4-BE49-F238E27FC236}">
                <a16:creationId xmlns:a16="http://schemas.microsoft.com/office/drawing/2014/main" id="{C81A53D7-1151-486C-BE8A-50E4F3F4C621}"/>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43" name="45-shape-13">
            <a:extLst xmlns:a="http://schemas.openxmlformats.org/drawingml/2006/main">
              <a:ext uri="{FF2B5EF4-FFF2-40B4-BE49-F238E27FC236}">
                <a16:creationId xmlns:a16="http://schemas.microsoft.com/office/drawing/2014/main" id="{8494BED0-635F-423F-9338-B8DCDAAF8EC2}"/>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4" name="45-shape-14">
            <a:extLst xmlns:a="http://schemas.openxmlformats.org/drawingml/2006/main">
              <a:ext uri="{FF2B5EF4-FFF2-40B4-BE49-F238E27FC236}">
                <a16:creationId xmlns:a16="http://schemas.microsoft.com/office/drawing/2014/main" id="{AE62EFED-F196-4648-951C-7DD179AB57DA}"/>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5" name="45-text-15">
            <a:extLst xmlns:a="http://schemas.openxmlformats.org/drawingml/2006/main">
              <a:ext uri="{FF2B5EF4-FFF2-40B4-BE49-F238E27FC236}">
                <a16:creationId xmlns:a16="http://schemas.microsoft.com/office/drawing/2014/main" id="{A07EB28B-6680-430C-A414-D43E2A6DF069}"/>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6" name="45-text-16">
            <a:extLst xmlns:a="http://schemas.openxmlformats.org/drawingml/2006/main">
              <a:ext uri="{FF2B5EF4-FFF2-40B4-BE49-F238E27FC236}">
                <a16:creationId xmlns:a16="http://schemas.microsoft.com/office/drawing/2014/main" id="{0CEDEE2E-1513-4B99-B0A7-40986C6EA59B}"/>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7" name="45-shape-17">
            <a:extLst xmlns:a="http://schemas.openxmlformats.org/drawingml/2006/main">
              <a:ext uri="{FF2B5EF4-FFF2-40B4-BE49-F238E27FC236}">
                <a16:creationId xmlns:a16="http://schemas.microsoft.com/office/drawing/2014/main" id="{4E28D150-C335-4A85-A64D-1892F97B54FA}"/>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8" name="45-shape-18">
            <a:extLst xmlns:a="http://schemas.openxmlformats.org/drawingml/2006/main">
              <a:ext uri="{FF2B5EF4-FFF2-40B4-BE49-F238E27FC236}">
                <a16:creationId xmlns:a16="http://schemas.microsoft.com/office/drawing/2014/main" id="{05EDA276-B438-47DB-B311-4D1E82362868}"/>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9" name="45-text-19">
            <a:extLst xmlns:a="http://schemas.openxmlformats.org/drawingml/2006/main">
              <a:ext uri="{FF2B5EF4-FFF2-40B4-BE49-F238E27FC236}">
                <a16:creationId xmlns:a16="http://schemas.microsoft.com/office/drawing/2014/main" id="{34DC60F0-9E54-4AE7-819E-2B5E2848FC8C}"/>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50" name="45-text-20">
            <a:extLst xmlns:a="http://schemas.openxmlformats.org/drawingml/2006/main">
              <a:ext uri="{FF2B5EF4-FFF2-40B4-BE49-F238E27FC236}">
                <a16:creationId xmlns:a16="http://schemas.microsoft.com/office/drawing/2014/main" id="{946E5513-1531-47A9-AD0C-07591D13AFFD}"/>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51" name="45-shape-21">
            <a:extLst xmlns:a="http://schemas.openxmlformats.org/drawingml/2006/main">
              <a:ext uri="{FF2B5EF4-FFF2-40B4-BE49-F238E27FC236}">
                <a16:creationId xmlns:a16="http://schemas.microsoft.com/office/drawing/2014/main" id="{B19276D2-E14B-4E59-B9EB-C10D42719721}"/>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2" name="45-shape-22">
            <a:extLst xmlns:a="http://schemas.openxmlformats.org/drawingml/2006/main">
              <a:ext uri="{FF2B5EF4-FFF2-40B4-BE49-F238E27FC236}">
                <a16:creationId xmlns:a16="http://schemas.microsoft.com/office/drawing/2014/main" id="{42BE7D96-C3E4-4155-9575-A2E3339278C0}"/>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53" name="45-text-23">
            <a:extLst xmlns:a="http://schemas.openxmlformats.org/drawingml/2006/main">
              <a:ext uri="{FF2B5EF4-FFF2-40B4-BE49-F238E27FC236}">
                <a16:creationId xmlns:a16="http://schemas.microsoft.com/office/drawing/2014/main" id="{0C2031CD-B6AD-49B2-98FD-00205C4EF742}"/>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54" name="45-text-24">
            <a:extLst xmlns:a="http://schemas.openxmlformats.org/drawingml/2006/main">
              <a:ext uri="{FF2B5EF4-FFF2-40B4-BE49-F238E27FC236}">
                <a16:creationId xmlns:a16="http://schemas.microsoft.com/office/drawing/2014/main" id="{F778FF00-3A5A-4E41-87EC-46D8ECA31962}"/>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5" name="narrative-number">
            <a:extLst xmlns:a="http://schemas.openxmlformats.org/drawingml/2006/main">
              <a:ext uri="{FF2B5EF4-FFF2-40B4-BE49-F238E27FC236}">
                <a16:creationId xmlns:a16="http://schemas.microsoft.com/office/drawing/2014/main" id="{135BF194-56FF-4E85-8134-4ED371AD96B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83127396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6" name="!!area-name">
            <a:extLst xmlns:a="http://schemas.openxmlformats.org/drawingml/2006/main">
              <a:ext uri="{FF2B5EF4-FFF2-40B4-BE49-F238E27FC236}">
                <a16:creationId xmlns:a16="http://schemas.microsoft.com/office/drawing/2014/main" id="{9F7E527E-0536-4EA1-9189-D0839FF050C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74" name="mini-map"/>
          <p:cNvPicPr>
            <a:picLocks xmlns:a="http://schemas.openxmlformats.org/drawingml/2006/main" noChangeAspect="1"/>
          </p:cNvPicPr>
          <p:nvPr/>
        </p:nvPicPr>
        <p:blipFill>
          <a:blip xmlns:r="http://schemas.openxmlformats.org/officeDocument/2006/relationships" xmlns:a="http://schemas.openxmlformats.org/drawingml/2006/main" r:embed="R800ae5287cd7454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8" name="slide-title">
            <a:extLst xmlns:a="http://schemas.openxmlformats.org/drawingml/2006/main">
              <a:ext uri="{FF2B5EF4-FFF2-40B4-BE49-F238E27FC236}">
                <a16:creationId xmlns:a16="http://schemas.microsoft.com/office/drawing/2014/main" id="{D05F676B-7EBE-47BB-88A6-474E094EEE4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9" name="header-divider">
            <a:extLst xmlns:a="http://schemas.openxmlformats.org/drawingml/2006/main">
              <a:ext uri="{FF2B5EF4-FFF2-40B4-BE49-F238E27FC236}">
                <a16:creationId xmlns:a16="http://schemas.microsoft.com/office/drawing/2014/main" id="{0A24B919-BB3D-4C75-9A9C-2FDD5C4C67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60" name="46-shape-1">
            <a:extLst xmlns:a="http://schemas.openxmlformats.org/drawingml/2006/main">
              <a:ext uri="{FF2B5EF4-FFF2-40B4-BE49-F238E27FC236}">
                <a16:creationId xmlns:a16="http://schemas.microsoft.com/office/drawing/2014/main" id="{788CCD21-BCF6-4628-A34E-1D0F1F7BB381}"/>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1" name="46-text-2">
            <a:extLst xmlns:a="http://schemas.openxmlformats.org/drawingml/2006/main">
              <a:ext uri="{FF2B5EF4-FFF2-40B4-BE49-F238E27FC236}">
                <a16:creationId xmlns:a16="http://schemas.microsoft.com/office/drawing/2014/main" id="{D50B75E2-19EC-4BE8-80FC-FD268AA9FFB9}"/>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62" name="46-text-3">
            <a:extLst xmlns:a="http://schemas.openxmlformats.org/drawingml/2006/main">
              <a:ext uri="{FF2B5EF4-FFF2-40B4-BE49-F238E27FC236}">
                <a16:creationId xmlns:a16="http://schemas.microsoft.com/office/drawing/2014/main" id="{5EF3B449-6ABF-41DF-832D-0D2EC167162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63" name="46-shape-4">
            <a:extLst xmlns:a="http://schemas.openxmlformats.org/drawingml/2006/main">
              <a:ext uri="{FF2B5EF4-FFF2-40B4-BE49-F238E27FC236}">
                <a16:creationId xmlns:a16="http://schemas.microsoft.com/office/drawing/2014/main" id="{3DB6FBC0-2101-4D8F-9B4E-07EF65B83EFE}"/>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4" name="46-text-5">
            <a:extLst xmlns:a="http://schemas.openxmlformats.org/drawingml/2006/main">
              <a:ext uri="{FF2B5EF4-FFF2-40B4-BE49-F238E27FC236}">
                <a16:creationId xmlns:a16="http://schemas.microsoft.com/office/drawing/2014/main" id="{3AB6CB37-BE5A-41BD-9B56-FBA9B3FFD51C}"/>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5" name="46-text-6">
            <a:extLst xmlns:a="http://schemas.openxmlformats.org/drawingml/2006/main">
              <a:ext uri="{FF2B5EF4-FFF2-40B4-BE49-F238E27FC236}">
                <a16:creationId xmlns:a16="http://schemas.microsoft.com/office/drawing/2014/main" id="{2A2149BC-9C45-4C47-B1E9-D3EBD096D66F}"/>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6" name="46-shape-7">
            <a:extLst xmlns:a="http://schemas.openxmlformats.org/drawingml/2006/main">
              <a:ext uri="{FF2B5EF4-FFF2-40B4-BE49-F238E27FC236}">
                <a16:creationId xmlns:a16="http://schemas.microsoft.com/office/drawing/2014/main" id="{784251A6-470D-4874-B43B-85BFA32EFB0D}"/>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7" name="46-text-8">
            <a:extLst xmlns:a="http://schemas.openxmlformats.org/drawingml/2006/main">
              <a:ext uri="{FF2B5EF4-FFF2-40B4-BE49-F238E27FC236}">
                <a16:creationId xmlns:a16="http://schemas.microsoft.com/office/drawing/2014/main" id="{2105C03C-99DE-4252-A9AE-F5B12A53454E}"/>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8" name="46-text-9">
            <a:extLst xmlns:a="http://schemas.openxmlformats.org/drawingml/2006/main">
              <a:ext uri="{FF2B5EF4-FFF2-40B4-BE49-F238E27FC236}">
                <a16:creationId xmlns:a16="http://schemas.microsoft.com/office/drawing/2014/main" id="{A470FDF3-92EE-468A-8D28-5CD5158AA483}"/>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9" name="46-shape-10">
            <a:extLst xmlns:a="http://schemas.openxmlformats.org/drawingml/2006/main">
              <a:ext uri="{FF2B5EF4-FFF2-40B4-BE49-F238E27FC236}">
                <a16:creationId xmlns:a16="http://schemas.microsoft.com/office/drawing/2014/main" id="{11F298C1-0D88-4AD2-8D20-68C2F5CE8475}"/>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70" name="46-text-11">
            <a:extLst xmlns:a="http://schemas.openxmlformats.org/drawingml/2006/main">
              <a:ext uri="{FF2B5EF4-FFF2-40B4-BE49-F238E27FC236}">
                <a16:creationId xmlns:a16="http://schemas.microsoft.com/office/drawing/2014/main" id="{CBD970F3-4E4F-4C66-A6E5-F337534846CF}"/>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71" name="46-text-12">
            <a:extLst xmlns:a="http://schemas.openxmlformats.org/drawingml/2006/main">
              <a:ext uri="{FF2B5EF4-FFF2-40B4-BE49-F238E27FC236}">
                <a16:creationId xmlns:a16="http://schemas.microsoft.com/office/drawing/2014/main" id="{DE7D8304-E859-4571-AADF-902C68318B3D}"/>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72" name="narrative-number">
            <a:extLst xmlns:a="http://schemas.openxmlformats.org/drawingml/2006/main">
              <a:ext uri="{FF2B5EF4-FFF2-40B4-BE49-F238E27FC236}">
                <a16:creationId xmlns:a16="http://schemas.microsoft.com/office/drawing/2014/main" id="{70147D5B-81A4-4ACD-A4A0-8571FC5394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552489271"/>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3" name="!!area-name">
            <a:extLst xmlns:a="http://schemas.openxmlformats.org/drawingml/2006/main">
              <a:ext uri="{FF2B5EF4-FFF2-40B4-BE49-F238E27FC236}">
                <a16:creationId xmlns:a16="http://schemas.microsoft.com/office/drawing/2014/main" id="{5AEA6482-E107-4E2D-A3EC-2A6755C995E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83" name="mini-map"/>
          <p:cNvPicPr>
            <a:picLocks xmlns:a="http://schemas.openxmlformats.org/drawingml/2006/main" noChangeAspect="1"/>
          </p:cNvPicPr>
          <p:nvPr/>
        </p:nvPicPr>
        <p:blipFill>
          <a:blip xmlns:r="http://schemas.openxmlformats.org/officeDocument/2006/relationships" xmlns:a="http://schemas.openxmlformats.org/drawingml/2006/main" r:embed="R01feee6cca76481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75" name="slide-title">
            <a:extLst xmlns:a="http://schemas.openxmlformats.org/drawingml/2006/main">
              <a:ext uri="{FF2B5EF4-FFF2-40B4-BE49-F238E27FC236}">
                <a16:creationId xmlns:a16="http://schemas.microsoft.com/office/drawing/2014/main" id="{41F54B15-36C7-4B4D-A995-22857DDA254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76" name="header-divider">
            <a:extLst xmlns:a="http://schemas.openxmlformats.org/drawingml/2006/main">
              <a:ext uri="{FF2B5EF4-FFF2-40B4-BE49-F238E27FC236}">
                <a16:creationId xmlns:a16="http://schemas.microsoft.com/office/drawing/2014/main" id="{5D2668AD-027D-4E7B-8E1D-729A5A6FB2E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7" name="46-text-13">
            <a:extLst xmlns:a="http://schemas.openxmlformats.org/drawingml/2006/main">
              <a:ext uri="{FF2B5EF4-FFF2-40B4-BE49-F238E27FC236}">
                <a16:creationId xmlns:a16="http://schemas.microsoft.com/office/drawing/2014/main" id="{19F5D545-03C5-4FB6-93AE-620A53D644FB}"/>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78" name="46-text-14">
            <a:extLst xmlns:a="http://schemas.openxmlformats.org/drawingml/2006/main">
              <a:ext uri="{FF2B5EF4-FFF2-40B4-BE49-F238E27FC236}">
                <a16:creationId xmlns:a16="http://schemas.microsoft.com/office/drawing/2014/main" id="{E25DC7F6-4980-45BD-9E92-DA370D8FF9ED}"/>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79" name="46-text-15">
            <a:extLst xmlns:a="http://schemas.openxmlformats.org/drawingml/2006/main">
              <a:ext uri="{FF2B5EF4-FFF2-40B4-BE49-F238E27FC236}">
                <a16:creationId xmlns:a16="http://schemas.microsoft.com/office/drawing/2014/main" id="{51F1217B-0DE0-425A-8F7A-FB8EDE872A22}"/>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89" name="46-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81" name="narrative-number">
            <a:extLst xmlns:a="http://schemas.openxmlformats.org/drawingml/2006/main">
              <a:ext uri="{FF2B5EF4-FFF2-40B4-BE49-F238E27FC236}">
                <a16:creationId xmlns:a16="http://schemas.microsoft.com/office/drawing/2014/main" id="{903A1CA6-DDA2-40E1-81A8-18A6FEEA1D5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2438482546"/>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82" name="slide-title">
            <a:extLst xmlns:a="http://schemas.openxmlformats.org/drawingml/2006/main">
              <a:ext uri="{FF2B5EF4-FFF2-40B4-BE49-F238E27FC236}">
                <a16:creationId xmlns:a16="http://schemas.microsoft.com/office/drawing/2014/main" id="{F921B765-D0C0-421E-A272-0E8F994F3630}"/>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83" name="header-divider">
            <a:extLst xmlns:a="http://schemas.openxmlformats.org/drawingml/2006/main">
              <a:ext uri="{FF2B5EF4-FFF2-40B4-BE49-F238E27FC236}">
                <a16:creationId xmlns:a16="http://schemas.microsoft.com/office/drawing/2014/main" id="{48C43598-90B1-4BFB-982A-0014D892C0A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4" name="47-text-1">
            <a:extLst xmlns:a="http://schemas.openxmlformats.org/drawingml/2006/main">
              <a:ext uri="{FF2B5EF4-FFF2-40B4-BE49-F238E27FC236}">
                <a16:creationId xmlns:a16="http://schemas.microsoft.com/office/drawing/2014/main" id="{2BA850B7-D9B0-4725-BC5F-C8C615592E3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85" name="47-text-2">
            <a:extLst xmlns:a="http://schemas.openxmlformats.org/drawingml/2006/main">
              <a:ext uri="{FF2B5EF4-FFF2-40B4-BE49-F238E27FC236}">
                <a16:creationId xmlns:a16="http://schemas.microsoft.com/office/drawing/2014/main" id="{78F7B0E1-29DB-4A41-A1C2-D2EAC22C4899}"/>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86" name="47-text-3">
            <a:extLst xmlns:a="http://schemas.openxmlformats.org/drawingml/2006/main">
              <a:ext uri="{FF2B5EF4-FFF2-40B4-BE49-F238E27FC236}">
                <a16:creationId xmlns:a16="http://schemas.microsoft.com/office/drawing/2014/main" id="{EE45D53F-1B3B-47FD-BF17-3C7A1D92B624}"/>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87" name="47-text-4">
            <a:extLst xmlns:a="http://schemas.openxmlformats.org/drawingml/2006/main">
              <a:ext uri="{FF2B5EF4-FFF2-40B4-BE49-F238E27FC236}">
                <a16:creationId xmlns:a16="http://schemas.microsoft.com/office/drawing/2014/main" id="{71333359-19D5-4B92-9415-A618069F1F18}"/>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88" name="47-text-5">
            <a:extLst xmlns:a="http://schemas.openxmlformats.org/drawingml/2006/main">
              <a:ext uri="{FF2B5EF4-FFF2-40B4-BE49-F238E27FC236}">
                <a16:creationId xmlns:a16="http://schemas.microsoft.com/office/drawing/2014/main" id="{C68A4E2E-A52B-443C-9F5C-10F02F96401E}"/>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89" name="47-text-6">
            <a:extLst xmlns:a="http://schemas.openxmlformats.org/drawingml/2006/main">
              <a:ext uri="{FF2B5EF4-FFF2-40B4-BE49-F238E27FC236}">
                <a16:creationId xmlns:a16="http://schemas.microsoft.com/office/drawing/2014/main" id="{4EBC068B-CDBD-47E4-B9AF-E82DCFB6C64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90" name="47-text-7">
            <a:extLst xmlns:a="http://schemas.openxmlformats.org/drawingml/2006/main">
              <a:ext uri="{FF2B5EF4-FFF2-40B4-BE49-F238E27FC236}">
                <a16:creationId xmlns:a16="http://schemas.microsoft.com/office/drawing/2014/main" id="{200FF187-E279-4A37-9A00-97AB829A5A16}"/>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91" name="47-text-8">
            <a:extLst xmlns:a="http://schemas.openxmlformats.org/drawingml/2006/main">
              <a:ext uri="{FF2B5EF4-FFF2-40B4-BE49-F238E27FC236}">
                <a16:creationId xmlns:a16="http://schemas.microsoft.com/office/drawing/2014/main" id="{5E632A75-E132-4002-9098-E36DA80E26A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92" name="47-text-9">
            <a:extLst xmlns:a="http://schemas.openxmlformats.org/drawingml/2006/main">
              <a:ext uri="{FF2B5EF4-FFF2-40B4-BE49-F238E27FC236}">
                <a16:creationId xmlns:a16="http://schemas.microsoft.com/office/drawing/2014/main" id="{321F5F4F-2BC1-483D-9781-9A57991E17C3}"/>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93" name="47-text-10">
            <a:extLst xmlns:a="http://schemas.openxmlformats.org/drawingml/2006/main">
              <a:ext uri="{FF2B5EF4-FFF2-40B4-BE49-F238E27FC236}">
                <a16:creationId xmlns:a16="http://schemas.microsoft.com/office/drawing/2014/main" id="{073088B9-3FF7-4DFB-BC38-5DA5BA53EE6E}"/>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94" name="47-text-11">
            <a:extLst xmlns:a="http://schemas.openxmlformats.org/drawingml/2006/main">
              <a:ext uri="{FF2B5EF4-FFF2-40B4-BE49-F238E27FC236}">
                <a16:creationId xmlns:a16="http://schemas.microsoft.com/office/drawing/2014/main" id="{4C543508-6330-4550-A2BC-D782192C337A}"/>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95" name="47-text-12">
            <a:extLst xmlns:a="http://schemas.openxmlformats.org/drawingml/2006/main">
              <a:ext uri="{FF2B5EF4-FFF2-40B4-BE49-F238E27FC236}">
                <a16:creationId xmlns:a16="http://schemas.microsoft.com/office/drawing/2014/main" id="{2BC06823-7B0D-4C61-8B50-8BB8C709FDD1}"/>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96" name="narrative-number">
            <a:extLst xmlns:a="http://schemas.openxmlformats.org/drawingml/2006/main">
              <a:ext uri="{FF2B5EF4-FFF2-40B4-BE49-F238E27FC236}">
                <a16:creationId xmlns:a16="http://schemas.microsoft.com/office/drawing/2014/main" id="{E391FB26-A5F5-4ABC-8FF6-457CE3DEAD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2289984623"/>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7" name="48-text-1">
            <a:extLst xmlns:a="http://schemas.openxmlformats.org/drawingml/2006/main">
              <a:ext uri="{FF2B5EF4-FFF2-40B4-BE49-F238E27FC236}">
                <a16:creationId xmlns:a16="http://schemas.microsoft.com/office/drawing/2014/main" id="{B27D40DE-CCA3-4282-B4DE-2FFAD65BB8E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98" name="48-text-2">
            <a:extLst xmlns:a="http://schemas.openxmlformats.org/drawingml/2006/main">
              <a:ext uri="{FF2B5EF4-FFF2-40B4-BE49-F238E27FC236}">
                <a16:creationId xmlns:a16="http://schemas.microsoft.com/office/drawing/2014/main" id="{A75DEC6B-E99C-4E4D-A4D6-42EC7E6BF8DB}"/>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99" name="48-text-3">
            <a:extLst xmlns:a="http://schemas.openxmlformats.org/drawingml/2006/main">
              <a:ext uri="{FF2B5EF4-FFF2-40B4-BE49-F238E27FC236}">
                <a16:creationId xmlns:a16="http://schemas.microsoft.com/office/drawing/2014/main" id="{6835B47E-AB57-4DE9-B8FD-7D6A296F9AB9}"/>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00" name="narrative-number">
            <a:extLst xmlns:a="http://schemas.openxmlformats.org/drawingml/2006/main">
              <a:ext uri="{FF2B5EF4-FFF2-40B4-BE49-F238E27FC236}">
                <a16:creationId xmlns:a16="http://schemas.microsoft.com/office/drawing/2014/main" id="{4EF54E48-D9DD-4932-9689-5521CE5740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243581257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2026-09-16T19:00:27.0150000Z</dcterms:created>
  <dcterms:modified xsi:type="dcterms:W3CDTF">2026-09-16T19:00:27.0150000Z</dcterms:modified>
</coreProperties>
</file>