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9ae9aee1184f4f" /><Relationship Type="http://schemas.openxmlformats.org/officeDocument/2006/relationships/extended-properties" Target="/docProps/app.xml" Id="R32628cdcd9984191" /><Relationship Type="http://schemas.openxmlformats.org/officeDocument/2006/relationships/officeDocument" Target="/ppt/presentation.xml" Id="R05602b24e40b4dca"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efccd6cfaed7485e"/>
    <p:sldMasterId xmlns:r="http://schemas.openxmlformats.org/officeDocument/2006/relationships" id="2147483650" r:id="Rdf8a39a4336c42ec"/>
  </p:sldMasterIdLst>
  <p:notesMasterIdLst>
    <p:notesMasterId xmlns:r="http://schemas.openxmlformats.org/officeDocument/2006/relationships" r:id="Rd67f4e4f99944686"/>
  </p:notesMasterIdLst>
  <p:sldIdLst>
    <p:sldId xmlns:r="http://schemas.openxmlformats.org/officeDocument/2006/relationships" id="256" r:id="R593d99ec5c604003"/>
    <p:sldId xmlns:r="http://schemas.openxmlformats.org/officeDocument/2006/relationships" id="257" r:id="R3ee9ac89f3fc40fa"/>
    <p:sldId xmlns:r="http://schemas.openxmlformats.org/officeDocument/2006/relationships" id="258" r:id="Rb7e3ac2b949d471c"/>
    <p:sldId xmlns:r="http://schemas.openxmlformats.org/officeDocument/2006/relationships" id="259" r:id="R08dc9b903e1647c4"/>
    <p:sldId xmlns:r="http://schemas.openxmlformats.org/officeDocument/2006/relationships" id="260" r:id="R53dfab02dfd14d8e"/>
    <p:sldId xmlns:r="http://schemas.openxmlformats.org/officeDocument/2006/relationships" id="261" r:id="R76c24984181f4f84"/>
    <p:sldId xmlns:r="http://schemas.openxmlformats.org/officeDocument/2006/relationships" id="262" r:id="R6bbe5d0df2fc41a8"/>
    <p:sldId xmlns:r="http://schemas.openxmlformats.org/officeDocument/2006/relationships" id="263" r:id="R5ec47e3b317c458a"/>
    <p:sldId xmlns:r="http://schemas.openxmlformats.org/officeDocument/2006/relationships" id="264" r:id="R258ce6ec34a842fb"/>
    <p:sldId xmlns:r="http://schemas.openxmlformats.org/officeDocument/2006/relationships" id="265" r:id="R9278fa1aee274ae6"/>
    <p:sldId xmlns:r="http://schemas.openxmlformats.org/officeDocument/2006/relationships" id="266" r:id="R51d3f72d823d436c"/>
    <p:sldId xmlns:r="http://schemas.openxmlformats.org/officeDocument/2006/relationships" id="267" r:id="R6847f7d0ba6247aa"/>
    <p:sldId xmlns:r="http://schemas.openxmlformats.org/officeDocument/2006/relationships" id="268" r:id="R93d2e38cb7b941cb"/>
    <p:sldId xmlns:r="http://schemas.openxmlformats.org/officeDocument/2006/relationships" id="269" r:id="Rf91c9ee536184880"/>
    <p:sldId xmlns:r="http://schemas.openxmlformats.org/officeDocument/2006/relationships" id="270" r:id="R87d9a0abb89b4ef9"/>
    <p:sldId xmlns:r="http://schemas.openxmlformats.org/officeDocument/2006/relationships" id="271" r:id="Rad2be2746f3b4860"/>
    <p:sldId xmlns:r="http://schemas.openxmlformats.org/officeDocument/2006/relationships" id="272" r:id="Rebf43b7b29e44466"/>
    <p:sldId xmlns:r="http://schemas.openxmlformats.org/officeDocument/2006/relationships" id="273" r:id="Ra808a758adae49df"/>
    <p:sldId xmlns:r="http://schemas.openxmlformats.org/officeDocument/2006/relationships" id="274" r:id="R985ab08a354a4866"/>
    <p:sldId xmlns:r="http://schemas.openxmlformats.org/officeDocument/2006/relationships" id="275" r:id="Re0b95fda7ac54ce5"/>
    <p:sldId xmlns:r="http://schemas.openxmlformats.org/officeDocument/2006/relationships" id="276" r:id="Rf77dcd8406fc424b"/>
    <p:sldId xmlns:r="http://schemas.openxmlformats.org/officeDocument/2006/relationships" id="277" r:id="R709604ea663249e0"/>
    <p:sldId xmlns:r="http://schemas.openxmlformats.org/officeDocument/2006/relationships" id="278" r:id="R66fa3bcd38a945e7"/>
    <p:sldId xmlns:r="http://schemas.openxmlformats.org/officeDocument/2006/relationships" id="279" r:id="R1c744431bcc74831"/>
    <p:sldId xmlns:r="http://schemas.openxmlformats.org/officeDocument/2006/relationships" id="280" r:id="R955ddc1eb4a64657"/>
    <p:sldId xmlns:r="http://schemas.openxmlformats.org/officeDocument/2006/relationships" id="281" r:id="Re8d6994cd9dc4203"/>
    <p:sldId xmlns:r="http://schemas.openxmlformats.org/officeDocument/2006/relationships" id="282" r:id="Rdac0d873475e471e"/>
    <p:sldId xmlns:r="http://schemas.openxmlformats.org/officeDocument/2006/relationships" id="283" r:id="R3a9d33b8ab5d465b"/>
    <p:sldId xmlns:r="http://schemas.openxmlformats.org/officeDocument/2006/relationships" id="284" r:id="R18ce66272af34ff5"/>
    <p:sldId xmlns:r="http://schemas.openxmlformats.org/officeDocument/2006/relationships" id="285" r:id="R2b9c57d74ad2455b"/>
    <p:sldId xmlns:r="http://schemas.openxmlformats.org/officeDocument/2006/relationships" id="286" r:id="R219abf2f15a84c0f"/>
    <p:sldId xmlns:r="http://schemas.openxmlformats.org/officeDocument/2006/relationships" id="287" r:id="Reb546f295f9e48f4"/>
    <p:sldId xmlns:r="http://schemas.openxmlformats.org/officeDocument/2006/relationships" id="288" r:id="R1294f80f0d09465c"/>
    <p:sldId xmlns:r="http://schemas.openxmlformats.org/officeDocument/2006/relationships" id="289" r:id="Rb68a1eeccbd24905"/>
    <p:sldId xmlns:r="http://schemas.openxmlformats.org/officeDocument/2006/relationships" id="290" r:id="R69ecc3142cf242d1"/>
    <p:sldId xmlns:r="http://schemas.openxmlformats.org/officeDocument/2006/relationships" id="291" r:id="R081c39f004db4c5e"/>
    <p:sldId xmlns:r="http://schemas.openxmlformats.org/officeDocument/2006/relationships" id="292" r:id="Rabdb2b42a1bb420a"/>
    <p:sldId xmlns:r="http://schemas.openxmlformats.org/officeDocument/2006/relationships" id="293" r:id="R709e5431c5234b4c"/>
    <p:sldId xmlns:r="http://schemas.openxmlformats.org/officeDocument/2006/relationships" id="294" r:id="R2c8a43b0737849f5"/>
    <p:sldId xmlns:r="http://schemas.openxmlformats.org/officeDocument/2006/relationships" id="295" r:id="R1e523dc4f5b04e06"/>
    <p:sldId xmlns:r="http://schemas.openxmlformats.org/officeDocument/2006/relationships" id="296" r:id="R093be45c6f0142f6"/>
    <p:sldId xmlns:r="http://schemas.openxmlformats.org/officeDocument/2006/relationships" id="297" r:id="R60f233e6054d4135"/>
    <p:sldId xmlns:r="http://schemas.openxmlformats.org/officeDocument/2006/relationships" id="298" r:id="R86c0ce0bae674d44"/>
    <p:sldId xmlns:r="http://schemas.openxmlformats.org/officeDocument/2006/relationships" id="299" r:id="Rd2d5bf1bb28c4c20"/>
    <p:sldId xmlns:r="http://schemas.openxmlformats.org/officeDocument/2006/relationships" id="300" r:id="R6e5d8178644243d3"/>
    <p:sldId xmlns:r="http://schemas.openxmlformats.org/officeDocument/2006/relationships" id="301" r:id="Rf9eb70f9f2ec419f"/>
    <p:sldId xmlns:r="http://schemas.openxmlformats.org/officeDocument/2006/relationships" id="302" r:id="R0e5fb7b87e9e40d7"/>
    <p:sldId xmlns:r="http://schemas.openxmlformats.org/officeDocument/2006/relationships" id="303" r:id="Ra37a4bdf7573403d"/>
    <p:sldId xmlns:r="http://schemas.openxmlformats.org/officeDocument/2006/relationships" id="304" r:id="R5853c19b134b4a27"/>
    <p:sldId xmlns:r="http://schemas.openxmlformats.org/officeDocument/2006/relationships" id="305" r:id="R095deec7bba54afa"/>
    <p:sldId xmlns:r="http://schemas.openxmlformats.org/officeDocument/2006/relationships" id="306" r:id="R9eeb57dcaac64256"/>
    <p:sldId xmlns:r="http://schemas.openxmlformats.org/officeDocument/2006/relationships" id="307" r:id="R2ce422258e674402"/>
    <p:sldId xmlns:r="http://schemas.openxmlformats.org/officeDocument/2006/relationships" id="308" r:id="R1084c41db4c4481e"/>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2c1aff96304a01" /><Relationship Type="http://schemas.openxmlformats.org/officeDocument/2006/relationships/slideMaster" Target="/ppt/slideMasters/slideMaster1.xml" Id="Refccd6cfaed7485e" /><Relationship Type="http://schemas.openxmlformats.org/officeDocument/2006/relationships/slideMaster" Target="/ppt/slideMasters/slideMaster2.xml" Id="Rdf8a39a4336c42ec" /><Relationship Type="http://schemas.openxmlformats.org/officeDocument/2006/relationships/notesMaster" Target="/ppt/notesMasters/notesMaster1.xml" Id="Rd67f4e4f99944686" /><Relationship Type="http://schemas.openxmlformats.org/officeDocument/2006/relationships/presProps" Target="/ppt/presProps.xml" Id="R0bcc974e5bb74c34" /><Relationship Type="http://schemas.openxmlformats.org/officeDocument/2006/relationships/tableStyles" Target="/ppt/tableStyles.xml" Id="Rbe34fb1b06294eca" /><Relationship Type="http://schemas.openxmlformats.org/officeDocument/2006/relationships/slide" Target="/ppt/slides/slide1.xml" Id="R593d99ec5c604003" /><Relationship Type="http://schemas.openxmlformats.org/officeDocument/2006/relationships/slide" Target="/ppt/slides/slide2.xml" Id="R3ee9ac89f3fc40fa" /><Relationship Type="http://schemas.openxmlformats.org/officeDocument/2006/relationships/slide" Target="/ppt/slides/slide3.xml" Id="Rb7e3ac2b949d471c" /><Relationship Type="http://schemas.openxmlformats.org/officeDocument/2006/relationships/slide" Target="/ppt/slides/slide4.xml" Id="R08dc9b903e1647c4" /><Relationship Type="http://schemas.openxmlformats.org/officeDocument/2006/relationships/slide" Target="/ppt/slides/slide5.xml" Id="R53dfab02dfd14d8e" /><Relationship Type="http://schemas.openxmlformats.org/officeDocument/2006/relationships/slide" Target="/ppt/slides/slide6.xml" Id="R76c24984181f4f84" /><Relationship Type="http://schemas.openxmlformats.org/officeDocument/2006/relationships/slide" Target="/ppt/slides/slide7.xml" Id="R6bbe5d0df2fc41a8" /><Relationship Type="http://schemas.openxmlformats.org/officeDocument/2006/relationships/slide" Target="/ppt/slides/slide8.xml" Id="R5ec47e3b317c458a" /><Relationship Type="http://schemas.openxmlformats.org/officeDocument/2006/relationships/slide" Target="/ppt/slides/slide9.xml" Id="R258ce6ec34a842fb" /><Relationship Type="http://schemas.openxmlformats.org/officeDocument/2006/relationships/slide" Target="/ppt/slides/slide10.xml" Id="R9278fa1aee274ae6" /><Relationship Type="http://schemas.openxmlformats.org/officeDocument/2006/relationships/slide" Target="/ppt/slides/slide11.xml" Id="R51d3f72d823d436c" /><Relationship Type="http://schemas.openxmlformats.org/officeDocument/2006/relationships/slide" Target="/ppt/slides/slide12.xml" Id="R6847f7d0ba6247aa" /><Relationship Type="http://schemas.openxmlformats.org/officeDocument/2006/relationships/slide" Target="/ppt/slides/slide13.xml" Id="R93d2e38cb7b941cb" /><Relationship Type="http://schemas.openxmlformats.org/officeDocument/2006/relationships/slide" Target="/ppt/slides/slide14.xml" Id="Rf91c9ee536184880" /><Relationship Type="http://schemas.openxmlformats.org/officeDocument/2006/relationships/slide" Target="/ppt/slides/slide15.xml" Id="R87d9a0abb89b4ef9" /><Relationship Type="http://schemas.openxmlformats.org/officeDocument/2006/relationships/slide" Target="/ppt/slides/slide16.xml" Id="Rad2be2746f3b4860" /><Relationship Type="http://schemas.openxmlformats.org/officeDocument/2006/relationships/slide" Target="/ppt/slides/slide17.xml" Id="Rebf43b7b29e44466" /><Relationship Type="http://schemas.openxmlformats.org/officeDocument/2006/relationships/slide" Target="/ppt/slides/slide18.xml" Id="Ra808a758adae49df" /><Relationship Type="http://schemas.openxmlformats.org/officeDocument/2006/relationships/slide" Target="/ppt/slides/slide19.xml" Id="R985ab08a354a4866" /><Relationship Type="http://schemas.openxmlformats.org/officeDocument/2006/relationships/slide" Target="/ppt/slides/slide20.xml" Id="Re0b95fda7ac54ce5" /><Relationship Type="http://schemas.openxmlformats.org/officeDocument/2006/relationships/slide" Target="/ppt/slides/slide21.xml" Id="Rf77dcd8406fc424b" /><Relationship Type="http://schemas.openxmlformats.org/officeDocument/2006/relationships/slide" Target="/ppt/slides/slide22.xml" Id="R709604ea663249e0" /><Relationship Type="http://schemas.openxmlformats.org/officeDocument/2006/relationships/slide" Target="/ppt/slides/slide23.xml" Id="R66fa3bcd38a945e7" /><Relationship Type="http://schemas.openxmlformats.org/officeDocument/2006/relationships/slide" Target="/ppt/slides/slide24.xml" Id="R1c744431bcc74831" /><Relationship Type="http://schemas.openxmlformats.org/officeDocument/2006/relationships/slide" Target="/ppt/slides/slide25.xml" Id="R955ddc1eb4a64657" /><Relationship Type="http://schemas.openxmlformats.org/officeDocument/2006/relationships/slide" Target="/ppt/slides/slide26.xml" Id="Re8d6994cd9dc4203" /><Relationship Type="http://schemas.openxmlformats.org/officeDocument/2006/relationships/slide" Target="/ppt/slides/slide27.xml" Id="Rdac0d873475e471e" /><Relationship Type="http://schemas.openxmlformats.org/officeDocument/2006/relationships/slide" Target="/ppt/slides/slide28.xml" Id="R3a9d33b8ab5d465b" /><Relationship Type="http://schemas.openxmlformats.org/officeDocument/2006/relationships/slide" Target="/ppt/slides/slide29.xml" Id="R18ce66272af34ff5" /><Relationship Type="http://schemas.openxmlformats.org/officeDocument/2006/relationships/slide" Target="/ppt/slides/slide30.xml" Id="R2b9c57d74ad2455b" /><Relationship Type="http://schemas.openxmlformats.org/officeDocument/2006/relationships/slide" Target="/ppt/slides/slide31.xml" Id="R219abf2f15a84c0f" /><Relationship Type="http://schemas.openxmlformats.org/officeDocument/2006/relationships/slide" Target="/ppt/slides/slide32.xml" Id="Reb546f295f9e48f4" /><Relationship Type="http://schemas.openxmlformats.org/officeDocument/2006/relationships/slide" Target="/ppt/slides/slide33.xml" Id="R1294f80f0d09465c" /><Relationship Type="http://schemas.openxmlformats.org/officeDocument/2006/relationships/slide" Target="/ppt/slides/slide34.xml" Id="Rb68a1eeccbd24905" /><Relationship Type="http://schemas.openxmlformats.org/officeDocument/2006/relationships/slide" Target="/ppt/slides/slide35.xml" Id="R69ecc3142cf242d1" /><Relationship Type="http://schemas.openxmlformats.org/officeDocument/2006/relationships/slide" Target="/ppt/slides/slide36.xml" Id="R081c39f004db4c5e" /><Relationship Type="http://schemas.openxmlformats.org/officeDocument/2006/relationships/slide" Target="/ppt/slides/slide37.xml" Id="Rabdb2b42a1bb420a" /><Relationship Type="http://schemas.openxmlformats.org/officeDocument/2006/relationships/slide" Target="/ppt/slides/slide38.xml" Id="R709e5431c5234b4c" /><Relationship Type="http://schemas.openxmlformats.org/officeDocument/2006/relationships/slide" Target="/ppt/slides/slide39.xml" Id="R2c8a43b0737849f5" /><Relationship Type="http://schemas.openxmlformats.org/officeDocument/2006/relationships/slide" Target="/ppt/slides/slide40.xml" Id="R1e523dc4f5b04e06" /><Relationship Type="http://schemas.openxmlformats.org/officeDocument/2006/relationships/slide" Target="/ppt/slides/slide41.xml" Id="R093be45c6f0142f6" /><Relationship Type="http://schemas.openxmlformats.org/officeDocument/2006/relationships/slide" Target="/ppt/slides/slide42.xml" Id="R60f233e6054d4135" /><Relationship Type="http://schemas.openxmlformats.org/officeDocument/2006/relationships/slide" Target="/ppt/slides/slide43.xml" Id="R86c0ce0bae674d44" /><Relationship Type="http://schemas.openxmlformats.org/officeDocument/2006/relationships/slide" Target="/ppt/slides/slide44.xml" Id="Rd2d5bf1bb28c4c20" /><Relationship Type="http://schemas.openxmlformats.org/officeDocument/2006/relationships/slide" Target="/ppt/slides/slide45.xml" Id="R6e5d8178644243d3" /><Relationship Type="http://schemas.openxmlformats.org/officeDocument/2006/relationships/slide" Target="/ppt/slides/slide46.xml" Id="Rf9eb70f9f2ec419f" /><Relationship Type="http://schemas.openxmlformats.org/officeDocument/2006/relationships/slide" Target="/ppt/slides/slide47.xml" Id="R0e5fb7b87e9e40d7" /><Relationship Type="http://schemas.openxmlformats.org/officeDocument/2006/relationships/slide" Target="/ppt/slides/slide48.xml" Id="Ra37a4bdf7573403d" /><Relationship Type="http://schemas.openxmlformats.org/officeDocument/2006/relationships/slide" Target="/ppt/slides/slide49.xml" Id="R5853c19b134b4a27" /><Relationship Type="http://schemas.openxmlformats.org/officeDocument/2006/relationships/slide" Target="/ppt/slides/slide50.xml" Id="R095deec7bba54afa" /><Relationship Type="http://schemas.openxmlformats.org/officeDocument/2006/relationships/slide" Target="/ppt/slides/slide51.xml" Id="R9eeb57dcaac64256" /><Relationship Type="http://schemas.openxmlformats.org/officeDocument/2006/relationships/slide" Target="/ppt/slides/slide52.xml" Id="R2ce422258e674402" /><Relationship Type="http://schemas.openxmlformats.org/officeDocument/2006/relationships/slide" Target="/ppt/slides/slide53.xml" Id="R1084c41db4c448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41ed3087084d42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fc174da20c4b3d" /><Relationship Type="http://schemas.openxmlformats.org/officeDocument/2006/relationships/notesMaster" Target="/ppt/notesMasters/notesMaster1.xml" Id="Rd5e2441a58fc40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94752e75bc4e0b" /><Relationship Type="http://schemas.openxmlformats.org/officeDocument/2006/relationships/notesMaster" Target="/ppt/notesMasters/notesMaster1.xml" Id="Reca1ebacc0b740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756669cab64a4f" /><Relationship Type="http://schemas.openxmlformats.org/officeDocument/2006/relationships/notesMaster" Target="/ppt/notesMasters/notesMaster1.xml" Id="R87cebdb8ac8340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a6bb2765944296" /><Relationship Type="http://schemas.openxmlformats.org/officeDocument/2006/relationships/notesMaster" Target="/ppt/notesMasters/notesMaster1.xml" Id="R3ead1610048943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2f00c815904841" /><Relationship Type="http://schemas.openxmlformats.org/officeDocument/2006/relationships/notesMaster" Target="/ppt/notesMasters/notesMaster1.xml" Id="Rd3d39a9fbfa942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ab4cf62d7f4d74" /><Relationship Type="http://schemas.openxmlformats.org/officeDocument/2006/relationships/notesMaster" Target="/ppt/notesMasters/notesMaster1.xml" Id="R0f87a4955bc347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d720752c4b48c0" /><Relationship Type="http://schemas.openxmlformats.org/officeDocument/2006/relationships/notesMaster" Target="/ppt/notesMasters/notesMaster1.xml" Id="Rfc7fff56657541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3001e25ce348b4" /><Relationship Type="http://schemas.openxmlformats.org/officeDocument/2006/relationships/notesMaster" Target="/ppt/notesMasters/notesMaster1.xml" Id="Re1d5589cca6c4d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128ed3a81d4a18" /><Relationship Type="http://schemas.openxmlformats.org/officeDocument/2006/relationships/notesMaster" Target="/ppt/notesMasters/notesMaster1.xml" Id="Refd4d356a9474c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1a8e146c4a4ecd" /><Relationship Type="http://schemas.openxmlformats.org/officeDocument/2006/relationships/notesMaster" Target="/ppt/notesMasters/notesMaster1.xml" Id="R90c7985ca2024f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039408a0774e38" /><Relationship Type="http://schemas.openxmlformats.org/officeDocument/2006/relationships/notesMaster" Target="/ppt/notesMasters/notesMaster1.xml" Id="R7a4c54b821a84e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4634c064d5347f2" /><Relationship Type="http://schemas.openxmlformats.org/officeDocument/2006/relationships/notesMaster" Target="/ppt/notesMasters/notesMaster1.xml" Id="R47b71237fe114b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2e9ba665f4a41ca" /><Relationship Type="http://schemas.openxmlformats.org/officeDocument/2006/relationships/notesMaster" Target="/ppt/notesMasters/notesMaster1.xml" Id="R8c1679b73e5441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d238e7b1f746c0" /><Relationship Type="http://schemas.openxmlformats.org/officeDocument/2006/relationships/notesMaster" Target="/ppt/notesMasters/notesMaster1.xml" Id="Rd8c60d13524340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6c6ac3a2f9480d" /><Relationship Type="http://schemas.openxmlformats.org/officeDocument/2006/relationships/notesMaster" Target="/ppt/notesMasters/notesMaster1.xml" Id="R260bef1dccd0465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3e8355b2e54fdf" /><Relationship Type="http://schemas.openxmlformats.org/officeDocument/2006/relationships/notesMaster" Target="/ppt/notesMasters/notesMaster1.xml" Id="Rf55a8d007f694a4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bde308e046a4cc2" /><Relationship Type="http://schemas.openxmlformats.org/officeDocument/2006/relationships/notesMaster" Target="/ppt/notesMasters/notesMaster1.xml" Id="R35d3fe7ab5024bf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ba9fcbacd442b9" /><Relationship Type="http://schemas.openxmlformats.org/officeDocument/2006/relationships/notesMaster" Target="/ppt/notesMasters/notesMaster1.xml" Id="R7d9a5b540f4f425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1e26b610fb84094" /><Relationship Type="http://schemas.openxmlformats.org/officeDocument/2006/relationships/notesMaster" Target="/ppt/notesMasters/notesMaster1.xml" Id="R21f173640410440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31333b83d064b40" /><Relationship Type="http://schemas.openxmlformats.org/officeDocument/2006/relationships/notesMaster" Target="/ppt/notesMasters/notesMaster1.xml" Id="Rd70f1d29ae9c4b9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643ecbae8d545ed" /><Relationship Type="http://schemas.openxmlformats.org/officeDocument/2006/relationships/notesMaster" Target="/ppt/notesMasters/notesMaster1.xml" Id="Rddd25a24f551422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bc863f1a7d643c0" /><Relationship Type="http://schemas.openxmlformats.org/officeDocument/2006/relationships/notesMaster" Target="/ppt/notesMasters/notesMaster1.xml" Id="Rad09dd3a3c0141e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66d8ffe61364d3a" /><Relationship Type="http://schemas.openxmlformats.org/officeDocument/2006/relationships/notesMaster" Target="/ppt/notesMasters/notesMaster1.xml" Id="Rc84b68b092ca423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0e5254621d4431b" /><Relationship Type="http://schemas.openxmlformats.org/officeDocument/2006/relationships/notesMaster" Target="/ppt/notesMasters/notesMaster1.xml" Id="R7dc1bf3454e145e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c1301173405459d" /><Relationship Type="http://schemas.openxmlformats.org/officeDocument/2006/relationships/notesMaster" Target="/ppt/notesMasters/notesMaster1.xml" Id="R527f1434722142f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45cfb5df27140f8" /><Relationship Type="http://schemas.openxmlformats.org/officeDocument/2006/relationships/notesMaster" Target="/ppt/notesMasters/notesMaster1.xml" Id="R832b09d6ecef475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e3f598205ff4ac6" /><Relationship Type="http://schemas.openxmlformats.org/officeDocument/2006/relationships/notesMaster" Target="/ppt/notesMasters/notesMaster1.xml" Id="R4bc53eec28454e8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559a2db343142f5" /><Relationship Type="http://schemas.openxmlformats.org/officeDocument/2006/relationships/notesMaster" Target="/ppt/notesMasters/notesMaster1.xml" Id="Rfce95f7bebbf4cf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61593b199f44615" /><Relationship Type="http://schemas.openxmlformats.org/officeDocument/2006/relationships/notesMaster" Target="/ppt/notesMasters/notesMaster1.xml" Id="R624774444f4847c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1002ae2b8a14254" /><Relationship Type="http://schemas.openxmlformats.org/officeDocument/2006/relationships/notesMaster" Target="/ppt/notesMasters/notesMaster1.xml" Id="R3bd1e9fdad654f9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78f7897171a4fb5" /><Relationship Type="http://schemas.openxmlformats.org/officeDocument/2006/relationships/notesMaster" Target="/ppt/notesMasters/notesMaster1.xml" Id="R698ca864aafe454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71804d4d3f64f0b" /><Relationship Type="http://schemas.openxmlformats.org/officeDocument/2006/relationships/notesMaster" Target="/ppt/notesMasters/notesMaster1.xml" Id="R7b0430f642324c8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5a444b158744da1" /><Relationship Type="http://schemas.openxmlformats.org/officeDocument/2006/relationships/notesMaster" Target="/ppt/notesMasters/notesMaster1.xml" Id="Re55ec1ecefd54e1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9444ed81faf414f" /><Relationship Type="http://schemas.openxmlformats.org/officeDocument/2006/relationships/notesMaster" Target="/ppt/notesMasters/notesMaster1.xml" Id="R05fb6aaf8f6a4b3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52c1c51cac94924" /><Relationship Type="http://schemas.openxmlformats.org/officeDocument/2006/relationships/notesMaster" Target="/ppt/notesMasters/notesMaster1.xml" Id="R77fbd696ea94480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fad4ee0b221479d" /><Relationship Type="http://schemas.openxmlformats.org/officeDocument/2006/relationships/notesMaster" Target="/ppt/notesMasters/notesMaster1.xml" Id="R0a22ae0550c9408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80d3fa924bf4048" /><Relationship Type="http://schemas.openxmlformats.org/officeDocument/2006/relationships/notesMaster" Target="/ppt/notesMasters/notesMaster1.xml" Id="R57bc3c0a2d674b2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11aacf2690f4542" /><Relationship Type="http://schemas.openxmlformats.org/officeDocument/2006/relationships/notesMaster" Target="/ppt/notesMasters/notesMaster1.xml" Id="R1dafe81fd1bb4c9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1b4567723474f2a" /><Relationship Type="http://schemas.openxmlformats.org/officeDocument/2006/relationships/notesMaster" Target="/ppt/notesMasters/notesMaster1.xml" Id="Re5cfc6207474499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3ed56a4630b4343" /><Relationship Type="http://schemas.openxmlformats.org/officeDocument/2006/relationships/notesMaster" Target="/ppt/notesMasters/notesMaster1.xml" Id="R62d3a012a12e469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c8f63ac23884a1d" /><Relationship Type="http://schemas.openxmlformats.org/officeDocument/2006/relationships/notesMaster" Target="/ppt/notesMasters/notesMaster1.xml" Id="R038e8b3b52024b8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84456c2855d43b3" /><Relationship Type="http://schemas.openxmlformats.org/officeDocument/2006/relationships/notesMaster" Target="/ppt/notesMasters/notesMaster1.xml" Id="R96cf898483e446e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99f784829f84d95" /><Relationship Type="http://schemas.openxmlformats.org/officeDocument/2006/relationships/notesMaster" Target="/ppt/notesMasters/notesMaster1.xml" Id="Rb393b2ce4e9a4ab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be3f938e45c4f95" /><Relationship Type="http://schemas.openxmlformats.org/officeDocument/2006/relationships/notesMaster" Target="/ppt/notesMasters/notesMaster1.xml" Id="R8546ca2b4618441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c827e40a4cb43c5" /><Relationship Type="http://schemas.openxmlformats.org/officeDocument/2006/relationships/notesMaster" Target="/ppt/notesMasters/notesMaster1.xml" Id="Ra7fb4632dbd54cc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5c17f2c5f504bdb" /><Relationship Type="http://schemas.openxmlformats.org/officeDocument/2006/relationships/notesMaster" Target="/ppt/notesMasters/notesMaster1.xml" Id="R5c45b041195640e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04a75f51e214b81" /><Relationship Type="http://schemas.openxmlformats.org/officeDocument/2006/relationships/notesMaster" Target="/ppt/notesMasters/notesMaster1.xml" Id="R4946fe0310644b7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3797453823b4cf2" /><Relationship Type="http://schemas.openxmlformats.org/officeDocument/2006/relationships/notesMaster" Target="/ppt/notesMasters/notesMaster1.xml" Id="Rfb625437302d46e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ba6b1c1d6814537" /><Relationship Type="http://schemas.openxmlformats.org/officeDocument/2006/relationships/notesMaster" Target="/ppt/notesMasters/notesMaster1.xml" Id="Rcb57a2a84f9142b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93d6dba3b084f53" /><Relationship Type="http://schemas.openxmlformats.org/officeDocument/2006/relationships/notesMaster" Target="/ppt/notesMasters/notesMaster1.xml" Id="R0d9ab5aa355745d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fd3fdd7492b4cc2" /><Relationship Type="http://schemas.openxmlformats.org/officeDocument/2006/relationships/notesMaster" Target="/ppt/notesMasters/notesMaster1.xml" Id="Rf61144e13e62460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70582b3a694428f" /><Relationship Type="http://schemas.openxmlformats.org/officeDocument/2006/relationships/notesMaster" Target="/ppt/notesMasters/notesMaster1.xml" Id="R4c3037148be6483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71227e14903d44de" /><Relationship Type="http://schemas.openxmlformats.org/officeDocument/2006/relationships/notesMaster" Target="/ppt/notesMasters/notesMaster1.xml" Id="Rb3f8400f715a44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51a7953eae45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988cd87628744b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c7e52eef7a414f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2B37677A-DD33-4E32-B766-8AE457E9A0C8}"/>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2cd7fcfef54b61" /><Relationship Type="http://schemas.openxmlformats.org/officeDocument/2006/relationships/slideLayout" Target="/ppt/slideLayouts/slideLayout1.xml" Id="R3aab784eb7804f83"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35d39a22d1f640d1" /><Relationship Type="http://schemas.openxmlformats.org/officeDocument/2006/relationships/slideLayout" Target="/ppt/slideLayouts/slideLayout2.xml" Id="R0db64077fd4f4e0c" /><Relationship Type="http://schemas.openxmlformats.org/officeDocument/2006/relationships/slideLayout" Target="/ppt/slideLayouts/slideLayout3.xml" Id="Rb4c03684a20844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ab784eb7804f83"/>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0db64077fd4f4e0c"/>
    <p:sldLayoutId xmlns:r="http://schemas.openxmlformats.org/officeDocument/2006/relationships" id="2147483652" r:id="Rb4c03684a2084458"/>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62771b43bd2440bb" /><Relationship Type="http://schemas.openxmlformats.org/officeDocument/2006/relationships/notesSlide" Target="/ppt/notesSlides/notesSlide1.xml" Id="Rb842bc99016c49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81b5dc165ec4a5b" /><Relationship Type="http://schemas.openxmlformats.org/officeDocument/2006/relationships/image" Target="/ppt/media/image.png" Id="R5291d0d7314e4702" /><Relationship Type="http://schemas.openxmlformats.org/officeDocument/2006/relationships/notesSlide" Target="/ppt/notesSlides/notesSlide2.xml" Id="R000e5b71cd4148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8f6156ef1c944ea" /><Relationship Type="http://schemas.openxmlformats.org/officeDocument/2006/relationships/notesSlide" Target="/ppt/notesSlides/notesSlide3.xml" Id="R8ccde2e634a947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ac9adfce5424e7e" /><Relationship Type="http://schemas.openxmlformats.org/officeDocument/2006/relationships/notesSlide" Target="/ppt/notesSlides/notesSlide4.xml" Id="R16028429ad764d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4bfe1d759424bb1" /><Relationship Type="http://schemas.openxmlformats.org/officeDocument/2006/relationships/notesSlide" Target="/ppt/notesSlides/notesSlide5.xml" Id="R77c823f44d974f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29038e62567420d" /><Relationship Type="http://schemas.openxmlformats.org/officeDocument/2006/relationships/notesSlide" Target="/ppt/notesSlides/notesSlide6.xml" Id="Rf0722c2e8e0640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c57fc9801354665" /><Relationship Type="http://schemas.openxmlformats.org/officeDocument/2006/relationships/notesSlide" Target="/ppt/notesSlides/notesSlide7.xml" Id="R7871312a234f4c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53baf0c14074da2" /><Relationship Type="http://schemas.openxmlformats.org/officeDocument/2006/relationships/notesSlide" Target="/ppt/notesSlides/notesSlide8.xml" Id="Rb2ed9fe11f4343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5ec31887a2f4fd3" /><Relationship Type="http://schemas.openxmlformats.org/officeDocument/2006/relationships/image" Target="/ppt/media/image2.png" Id="Rf07e5557f1f0486f" /><Relationship Type="http://schemas.openxmlformats.org/officeDocument/2006/relationships/notesSlide" Target="/ppt/notesSlides/notesSlide9.xml" Id="R37a8308eb18840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3961e669c8345c7" /><Relationship Type="http://schemas.openxmlformats.org/officeDocument/2006/relationships/image" Target="/ppt/media/image3.png" Id="Rde471ba1dd86425e" /><Relationship Type="http://schemas.openxmlformats.org/officeDocument/2006/relationships/notesSlide" Target="/ppt/notesSlides/notesSlide10.xml" Id="R0a43ff612f074a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22fbe09eb704d48" /><Relationship Type="http://schemas.openxmlformats.org/officeDocument/2006/relationships/image" Target="/ppt/media/image4.png" Id="R21a767e5d3574ef2" /><Relationship Type="http://schemas.openxmlformats.org/officeDocument/2006/relationships/notesSlide" Target="/ppt/notesSlides/notesSlide11.xml" Id="Ra3ee8884704945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9abd1ed7b9314405" /><Relationship Type="http://schemas.openxmlformats.org/officeDocument/2006/relationships/image" Target="/ppt/media/image5.png" Id="R559299636bfe46ba" /><Relationship Type="http://schemas.openxmlformats.org/officeDocument/2006/relationships/notesSlide" Target="/ppt/notesSlides/notesSlide12.xml" Id="Rc98bd48e9bf442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8365bba54fa4804" /><Relationship Type="http://schemas.openxmlformats.org/officeDocument/2006/relationships/image" Target="/ppt/media/image6.png" Id="Ree80f8d2446240d9" /><Relationship Type="http://schemas.openxmlformats.org/officeDocument/2006/relationships/notesSlide" Target="/ppt/notesSlides/notesSlide13.xml" Id="R8238b908ec294d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bdcb190c3274c15" /><Relationship Type="http://schemas.openxmlformats.org/officeDocument/2006/relationships/image" Target="/ppt/media/image7.png" Id="R8a5ff5a543c54f05" /><Relationship Type="http://schemas.openxmlformats.org/officeDocument/2006/relationships/notesSlide" Target="/ppt/notesSlides/notesSlide14.xml" Id="R3906ab5786ec488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f5a08aabcfe34fa5" /><Relationship Type="http://schemas.openxmlformats.org/officeDocument/2006/relationships/image" Target="/ppt/media/image8.png" Id="Rbe40fbe7d17f402c" /><Relationship Type="http://schemas.openxmlformats.org/officeDocument/2006/relationships/notesSlide" Target="/ppt/notesSlides/notesSlide15.xml" Id="R200aba5e9165445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5ee38d422014952" /><Relationship Type="http://schemas.openxmlformats.org/officeDocument/2006/relationships/image" Target="/ppt/media/image9.png" Id="R1774a0d2dd8b4189" /><Relationship Type="http://schemas.openxmlformats.org/officeDocument/2006/relationships/image" Target="/ppt/media/image10.png" Id="Rf7031073b8784011" /><Relationship Type="http://schemas.openxmlformats.org/officeDocument/2006/relationships/notesSlide" Target="/ppt/notesSlides/notesSlide16.xml" Id="Rdce2f2b61d014d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c8849f3acfaf40a5" /><Relationship Type="http://schemas.openxmlformats.org/officeDocument/2006/relationships/image" Target="/ppt/media/image11.png" Id="R462d8cf5caed4566" /><Relationship Type="http://schemas.openxmlformats.org/officeDocument/2006/relationships/notesSlide" Target="/ppt/notesSlides/notesSlide17.xml" Id="R3b33312f75294d5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a1065da130f54b3f" /><Relationship Type="http://schemas.openxmlformats.org/officeDocument/2006/relationships/image" Target="/ppt/media/image12.png" Id="R96ea590e9a2840bc" /><Relationship Type="http://schemas.openxmlformats.org/officeDocument/2006/relationships/notesSlide" Target="/ppt/notesSlides/notesSlide18.xml" Id="Rf9689dd2231146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1d0d71f5741e4fb6" /><Relationship Type="http://schemas.openxmlformats.org/officeDocument/2006/relationships/image" Target="/ppt/media/image13.png" Id="R7e4ee0395ff74ad3" /><Relationship Type="http://schemas.openxmlformats.org/officeDocument/2006/relationships/notesSlide" Target="/ppt/notesSlides/notesSlide19.xml" Id="R51f1fcd0c252483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8b3d95c2cf44ecc" /><Relationship Type="http://schemas.openxmlformats.org/officeDocument/2006/relationships/image" Target="/ppt/media/image14.png" Id="Rfc2ffd592e6249da" /><Relationship Type="http://schemas.openxmlformats.org/officeDocument/2006/relationships/notesSlide" Target="/ppt/notesSlides/notesSlide20.xml" Id="R0b9dc6ed0e574ed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91c0844285f14a7e" /><Relationship Type="http://schemas.openxmlformats.org/officeDocument/2006/relationships/image" Target="/ppt/media/image15.png" Id="R3e5c5566896d44da" /><Relationship Type="http://schemas.openxmlformats.org/officeDocument/2006/relationships/image" Target="/ppt/media/image16.png" Id="R1825608a4dc04d76" /><Relationship Type="http://schemas.openxmlformats.org/officeDocument/2006/relationships/notesSlide" Target="/ppt/notesSlides/notesSlide21.xml" Id="R81e47b3678274cf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6eb3dff59b074b25" /><Relationship Type="http://schemas.openxmlformats.org/officeDocument/2006/relationships/image" Target="/ppt/media/image17.png" Id="R13c417680bf04e49" /><Relationship Type="http://schemas.openxmlformats.org/officeDocument/2006/relationships/notesSlide" Target="/ppt/notesSlides/notesSlide22.xml" Id="R41084e1682cd49c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62b049127ab4213" /><Relationship Type="http://schemas.openxmlformats.org/officeDocument/2006/relationships/image" Target="/ppt/media/image18.png" Id="R4956b8e981c04ee1" /><Relationship Type="http://schemas.openxmlformats.org/officeDocument/2006/relationships/notesSlide" Target="/ppt/notesSlides/notesSlide23.xml" Id="R0f7c21bbcf8b4fd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a9e2df0877024153" /><Relationship Type="http://schemas.openxmlformats.org/officeDocument/2006/relationships/image" Target="/ppt/media/image19.png" Id="R661b96ad91b14877" /><Relationship Type="http://schemas.openxmlformats.org/officeDocument/2006/relationships/notesSlide" Target="/ppt/notesSlides/notesSlide24.xml" Id="R93bf7626b76b4fc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796f49315e584e64" /><Relationship Type="http://schemas.openxmlformats.org/officeDocument/2006/relationships/image" Target="/ppt/media/image20.png" Id="Ra0d3f29521e14713" /><Relationship Type="http://schemas.openxmlformats.org/officeDocument/2006/relationships/notesSlide" Target="/ppt/notesSlides/notesSlide25.xml" Id="Ree9d69f65f5642a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aeac8b45f5ef4413" /><Relationship Type="http://schemas.openxmlformats.org/officeDocument/2006/relationships/image" Target="/ppt/media/image21.png" Id="R409b55d33ea548b7" /><Relationship Type="http://schemas.openxmlformats.org/officeDocument/2006/relationships/image" Target="/ppt/media/image22.png" Id="R9aac626799a44c70" /><Relationship Type="http://schemas.openxmlformats.org/officeDocument/2006/relationships/notesSlide" Target="/ppt/notesSlides/notesSlide26.xml" Id="Ra3b8558f7df44ac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163c4ab3af0949f0" /><Relationship Type="http://schemas.openxmlformats.org/officeDocument/2006/relationships/image" Target="/ppt/media/image23.png" Id="R980e5d60cfc348be" /><Relationship Type="http://schemas.openxmlformats.org/officeDocument/2006/relationships/notesSlide" Target="/ppt/notesSlides/notesSlide27.xml" Id="R0a732bec54ca4ae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4178a55dd66e4b79" /><Relationship Type="http://schemas.openxmlformats.org/officeDocument/2006/relationships/image" Target="/ppt/media/image24.png" Id="Rc98ce318e30545f4" /><Relationship Type="http://schemas.openxmlformats.org/officeDocument/2006/relationships/notesSlide" Target="/ppt/notesSlides/notesSlide28.xml" Id="R26eef0e49d7a41b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e4afd84854de4bd6" /><Relationship Type="http://schemas.openxmlformats.org/officeDocument/2006/relationships/image" Target="/ppt/media/image25.png" Id="R2190bf01c7844fc5" /><Relationship Type="http://schemas.openxmlformats.org/officeDocument/2006/relationships/notesSlide" Target="/ppt/notesSlides/notesSlide29.xml" Id="R364f01308eef4ab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7f7baa1cc6f54117" /><Relationship Type="http://schemas.openxmlformats.org/officeDocument/2006/relationships/image" Target="/ppt/media/image26.png" Id="Rd79bbd3e10b146f5" /><Relationship Type="http://schemas.openxmlformats.org/officeDocument/2006/relationships/notesSlide" Target="/ppt/notesSlides/notesSlide30.xml" Id="Rdfbc262e824b410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247545f88cb84a07" /><Relationship Type="http://schemas.openxmlformats.org/officeDocument/2006/relationships/image" Target="/ppt/media/image27.png" Id="Rff03469f351e444e" /><Relationship Type="http://schemas.openxmlformats.org/officeDocument/2006/relationships/image" Target="/ppt/media/image28.png" Id="Rd8b7380a226e4eb2" /><Relationship Type="http://schemas.openxmlformats.org/officeDocument/2006/relationships/notesSlide" Target="/ppt/notesSlides/notesSlide31.xml" Id="R7d501426d6bb4e4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68cf5763f4b74825" /><Relationship Type="http://schemas.openxmlformats.org/officeDocument/2006/relationships/image" Target="/ppt/media/image29.png" Id="Rd220c4cdf56747c9" /><Relationship Type="http://schemas.openxmlformats.org/officeDocument/2006/relationships/notesSlide" Target="/ppt/notesSlides/notesSlide32.xml" Id="R1d250defb5eb4a2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783f4a116d6d435c" /><Relationship Type="http://schemas.openxmlformats.org/officeDocument/2006/relationships/image" Target="/ppt/media/image30.png" Id="R4117a070e07e4d89" /><Relationship Type="http://schemas.openxmlformats.org/officeDocument/2006/relationships/notesSlide" Target="/ppt/notesSlides/notesSlide33.xml" Id="Rd1eacb5313684b4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47dceda2815b49d6" /><Relationship Type="http://schemas.openxmlformats.org/officeDocument/2006/relationships/image" Target="/ppt/media/image31.png" Id="R0d3fdbeb76a6403f" /><Relationship Type="http://schemas.openxmlformats.org/officeDocument/2006/relationships/notesSlide" Target="/ppt/notesSlides/notesSlide34.xml" Id="R537de4d2727842f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1938fe19b167443d" /><Relationship Type="http://schemas.openxmlformats.org/officeDocument/2006/relationships/image" Target="/ppt/media/image32.png" Id="R77abf3b7308e4737" /><Relationship Type="http://schemas.openxmlformats.org/officeDocument/2006/relationships/notesSlide" Target="/ppt/notesSlides/notesSlide35.xml" Id="R8751f08ea1234a3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56a67ffebd264345" /><Relationship Type="http://schemas.openxmlformats.org/officeDocument/2006/relationships/image" Target="/ppt/media/image33.png" Id="R8407790960b2418d" /><Relationship Type="http://schemas.openxmlformats.org/officeDocument/2006/relationships/image" Target="/ppt/media/image34.png" Id="R35359c8ad60542ed" /><Relationship Type="http://schemas.openxmlformats.org/officeDocument/2006/relationships/notesSlide" Target="/ppt/notesSlides/notesSlide36.xml" Id="Rbe087c3186ca4c8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4dd20c5921a94c16" /><Relationship Type="http://schemas.openxmlformats.org/officeDocument/2006/relationships/image" Target="/ppt/media/image35.png" Id="Rf1e5ebd533fd4180" /><Relationship Type="http://schemas.openxmlformats.org/officeDocument/2006/relationships/notesSlide" Target="/ppt/notesSlides/notesSlide37.xml" Id="Rb856e6aeea9b42f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f5eed714c60b4f01" /><Relationship Type="http://schemas.openxmlformats.org/officeDocument/2006/relationships/image" Target="/ppt/media/image36.png" Id="Rcfd5fb4ff417443f" /><Relationship Type="http://schemas.openxmlformats.org/officeDocument/2006/relationships/notesSlide" Target="/ppt/notesSlides/notesSlide38.xml" Id="R08185a5a44bd429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7fd20afa41c346be" /><Relationship Type="http://schemas.openxmlformats.org/officeDocument/2006/relationships/image" Target="/ppt/media/image37.png" Id="Rc8631624a1ea422d" /><Relationship Type="http://schemas.openxmlformats.org/officeDocument/2006/relationships/notesSlide" Target="/ppt/notesSlides/notesSlide39.xml" Id="R40ecafd18f2c437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c8c0e12b184d4c22" /><Relationship Type="http://schemas.openxmlformats.org/officeDocument/2006/relationships/image" Target="/ppt/media/image38.png" Id="R3dd5a38e1e9b438c" /><Relationship Type="http://schemas.openxmlformats.org/officeDocument/2006/relationships/notesSlide" Target="/ppt/notesSlides/notesSlide40.xml" Id="Rbfdd808b134c4c9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61c32fc93c3045b6" /><Relationship Type="http://schemas.openxmlformats.org/officeDocument/2006/relationships/image" Target="/ppt/media/image39.png" Id="R975d90961e014e4f" /><Relationship Type="http://schemas.openxmlformats.org/officeDocument/2006/relationships/image" Target="/ppt/media/image40.png" Id="R43369c131556485a" /><Relationship Type="http://schemas.openxmlformats.org/officeDocument/2006/relationships/notesSlide" Target="/ppt/notesSlides/notesSlide41.xml" Id="Rda235f0436ac407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25ef20262f1944e2" /><Relationship Type="http://schemas.openxmlformats.org/officeDocument/2006/relationships/image" Target="/ppt/media/image41.png" Id="R423f837d0fe1470f" /><Relationship Type="http://schemas.openxmlformats.org/officeDocument/2006/relationships/notesSlide" Target="/ppt/notesSlides/notesSlide42.xml" Id="Rbe4d3f4b1d9b48b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73e34304a46f4fbb" /><Relationship Type="http://schemas.openxmlformats.org/officeDocument/2006/relationships/image" Target="/ppt/media/image42.png" Id="R19a684cc37d14499" /><Relationship Type="http://schemas.openxmlformats.org/officeDocument/2006/relationships/notesSlide" Target="/ppt/notesSlides/notesSlide43.xml" Id="Rb45e5247548b4ab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4f7e2530b93f4aa0" /><Relationship Type="http://schemas.openxmlformats.org/officeDocument/2006/relationships/image" Target="/ppt/media/image43.png" Id="Rfc1994c72aa147b9" /><Relationship Type="http://schemas.openxmlformats.org/officeDocument/2006/relationships/notesSlide" Target="/ppt/notesSlides/notesSlide44.xml" Id="Re77018294e5d4c3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f4416063fa3c45f7" /><Relationship Type="http://schemas.openxmlformats.org/officeDocument/2006/relationships/image" Target="/ppt/media/image44.png" Id="R1e8730211465412d" /><Relationship Type="http://schemas.openxmlformats.org/officeDocument/2006/relationships/notesSlide" Target="/ppt/notesSlides/notesSlide45.xml" Id="Rc9a2d9d4147c4ed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9272cd681fed4825" /><Relationship Type="http://schemas.openxmlformats.org/officeDocument/2006/relationships/image" Target="/ppt/media/image45.png" Id="R65bf0b9159a2438e" /><Relationship Type="http://schemas.openxmlformats.org/officeDocument/2006/relationships/notesSlide" Target="/ppt/notesSlides/notesSlide46.xml" Id="Rdae67f1e01fd40b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6340441ea3b74fd9" /><Relationship Type="http://schemas.openxmlformats.org/officeDocument/2006/relationships/notesSlide" Target="/ppt/notesSlides/notesSlide47.xml" Id="Rcf4e7d4e29cf4e8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2bfb9a527bd84620" /><Relationship Type="http://schemas.openxmlformats.org/officeDocument/2006/relationships/image" Target="/ppt/media/image46.png" Id="Reed19a09ffdf4f15" /><Relationship Type="http://schemas.openxmlformats.org/officeDocument/2006/relationships/notesSlide" Target="/ppt/notesSlides/notesSlide48.xml" Id="R644a5d270d05432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d0b226486bb7417c" /><Relationship Type="http://schemas.openxmlformats.org/officeDocument/2006/relationships/image" Target="/ppt/media/image47.png" Id="R632b83f87b594ba9" /><Relationship Type="http://schemas.openxmlformats.org/officeDocument/2006/relationships/notesSlide" Target="/ppt/notesSlides/notesSlide49.xml" Id="Rc18c66a6cd444c9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c8599e33d0ab45d7" /><Relationship Type="http://schemas.openxmlformats.org/officeDocument/2006/relationships/notesSlide" Target="/ppt/notesSlides/notesSlide50.xml" Id="R018f6483e76f4c1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e5ad27b169f5409f" /><Relationship Type="http://schemas.openxmlformats.org/officeDocument/2006/relationships/image" Target="/ppt/media/image48.png" Id="Ra30518934f4e4861" /><Relationship Type="http://schemas.openxmlformats.org/officeDocument/2006/relationships/notesSlide" Target="/ppt/notesSlides/notesSlide51.xml" Id="Rb4079c19d94b4ae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6f94c78139054f41" /><Relationship Type="http://schemas.openxmlformats.org/officeDocument/2006/relationships/notesSlide" Target="/ppt/notesSlides/notesSlide52.xml" Id="R3834a7aa3135454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e4b9520f64124082" /><Relationship Type="http://schemas.openxmlformats.org/officeDocument/2006/relationships/notesSlide" Target="/ppt/notesSlides/notesSlide53.xml" Id="R2099a5f4a4234efd"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84FDF64B-CC3E-4CAD-B4E8-D8F23988D864}"/>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A623D615-E85A-4849-AEDC-981B1F7E8B12}"/>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0F31EFDA-ECDD-46B3-8AFB-2A6DE8EEFAF9}"/>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91D28B4B-ED62-43EE-A56C-A1F1F9C996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200958266"/>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5291d0d7314e4702"/>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25B99ACD-718F-473D-AEE5-AF352F41CDCB}"/>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9271C791-A401-47C0-98AF-1FFA40515ADA}"/>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416C12F3-77A5-4F6C-ABB4-A1204A81640E}"/>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8C7EA09F-4DF1-466A-A5E1-F3BE5A4F4405}"/>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4DF139BD-E17D-4DDE-A472-13C30802C825}"/>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935E4382-D3B7-4886-B3B6-8A3973B743B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438137625"/>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9B67DC2E-F0FD-4573-B06E-9F7AD0661B3F}"/>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29CFC5A1-A5C2-43B2-8B64-2E4A10F446AD}"/>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448637C5-16F8-499C-B2A8-9898CF11C418}"/>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2262B6B3-9AA7-4D39-B86B-0DB4B35EC933}"/>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88ECD8CE-5C19-43D2-855E-B92C6BFA6354}"/>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F60493B0-B823-4E03-9837-B986B86FC9D0}"/>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2E29C7BA-629C-405E-AFD9-F0009E54674F}"/>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4B024215-222D-4340-9AA4-C5A1E864DC04}"/>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F618C853-8091-4265-9391-622B0EDB4E98}"/>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C205B352-5C9D-4116-A4F1-F887D2E57307}"/>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96B33550-A814-4387-83C4-9AB8A6D33277}"/>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6B0B21B2-9A3C-49A1-A38B-0FB7CB16D2E1}"/>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B11B420D-2023-4DFB-8A51-EBD1D60D20B9}"/>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0273BCAF-2AC6-4A38-B057-D1C9EDA5766C}"/>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586D9A26-3CB8-4E33-851D-F5725E09A45D}"/>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283E1111-160A-4F57-A514-9360A43191BF}"/>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46B643E7-FDB8-48CB-9CEB-CED226922A9D}"/>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AA08C7E4-C9F1-4806-8411-66F68A8275FD}"/>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BC5E4F4C-CA01-4305-BC17-582C9B6A978F}"/>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17A0E716-D2B5-4A02-9B37-B334AC16DF69}"/>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C133DE34-63C2-42D1-A90C-F214B40B4A23}"/>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74A20155-1107-4054-B9FC-DFCF99956C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1617718021"/>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0FB0C9C7-95E0-48D5-9E7B-284464B0D6F6}"/>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96BFA10B-7620-4249-B7C6-A802C69058F7}"/>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953751FC-66EC-422F-86BE-909FE92C3D4B}"/>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2B5A93E1-7043-49D6-BBED-029E36B7764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312712099"/>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5B87B117-114A-4249-A6D7-176DD6B1B9A8}"/>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CC91E57B-F1C1-48B5-A907-8B7F13E5252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114BAF37-08AA-4E80-9ECA-511B894D2F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4260241402"/>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973BBF2B-07C5-4F6B-8DF8-BD32E60036ED}"/>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46934FD7-5127-4217-9E28-EE937955050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B6780AA8-F7B9-4332-AFE4-85769DB12395}"/>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57B0D09D-CAC4-42E0-AFC5-2611AD9A5678}"/>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29C9EE65-0238-4EC3-8FDB-8C73CA6999EC}"/>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4100BD19-82D0-4A34-92BC-96E9BB48E35C}"/>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3BF393DD-2D9A-4D5B-827E-F06816A41E5E}"/>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5CA2D454-B4FE-45C0-B535-37EBF502EE54}"/>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56401150-124C-45F4-BFA6-CF90273EB94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632375201"/>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2AB883B7-3753-4FD0-B8C6-6C8BF8333038}"/>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9E9277A1-35B5-4339-9E5D-FD7C2E5A87D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F90C94EE-77FC-4FDF-B6D8-E09C60FEB574}"/>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FFAB3457-CBA4-4F2A-B0D9-F17BF3328B65}"/>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58B29460-BAD6-4B4D-9293-19C67ACC6A6B}"/>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1E3A31A6-B584-48E5-83AF-A1708049D08E}"/>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026E8B6E-29BB-4912-86DD-5F5C32A84427}"/>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F1FAEAD5-81D3-4993-B7FF-C90897AB6267}"/>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74951B6C-6964-4AB8-B8AC-A298BF3BB4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660837030"/>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B1ABC242-D2A6-4C6E-86B9-C3C6ABDCE01B}"/>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F9B9A4F9-1CD4-4BB7-9A6C-4C203D6E9D71}"/>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AEB39F8E-EA7F-44BA-B5C0-83CB3F373519}"/>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E1E2B2D5-07AD-4ED7-9205-F85D2903F9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872410788"/>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f07e5557f1f0486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8EE411BC-6895-4DEC-8B38-B692565FC47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018531598"/>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de471ba1dd86425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79C80BDA-84F7-4400-82AA-0CCA51292F1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155091842"/>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21a767e5d3574ef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241C084E-4EC3-41BD-8B4E-806F13C6442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401448521"/>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559299636bfe46b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2BD80AFE-7F28-4903-9379-0E5E42C13DD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562365716"/>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ee80f8d2446240d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B8B4ACB8-3F32-459F-976A-A9EF0ED0A72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25017195"/>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8a5ff5a543c54f0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4959B723-E06C-402E-9625-6C0BAA4CED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165730303"/>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797B9673-55F3-48A6-8BCB-7DE99AE783E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be40fbe7d17f402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C4D63370-0B83-4FEE-A491-DC9A4F329C1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33682195-BFD2-4E9B-B46C-401C7A00DC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786B948B-9807-4A5A-BD22-2192E7CC3473}"/>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D9C67ED3-B77E-4784-A281-2E3FC666CAAA}"/>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20F2CF72-FCB9-483B-9C7B-9C13289F3388}"/>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44D3DE55-6E43-42F8-B480-EECA67E1F610}"/>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2D047BF0-5E57-4A73-9C5E-3E84BB25CB3A}"/>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7CA24758-3ACA-4037-91FE-40F98AB62FD7}"/>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96BE9F27-6326-4F0C-82D6-F4F176AC0386}"/>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65D7FC71-3BE5-44BC-A3F8-8D913CC1AB87}"/>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1F0842B5-2F85-4DF7-AA91-34395D762031}"/>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1136A4D3-43CE-4CC5-9B12-F5818D139ECF}"/>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B55B0C25-5936-4DEB-A5A3-BF25FF5AB972}"/>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42956D5D-38BD-4370-A0B7-1FF3A5F26608}"/>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6D595ED1-C1C9-48BA-AEB9-4DE12EBF2FE7}"/>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A438A782-0AFB-467F-B719-85C3607FF433}"/>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642573FB-40BE-4B15-A1F2-28F820526284}"/>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B04A6453-B432-401B-A401-89AB3DC939C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259120362"/>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3CD40177-E8AC-4606-9F16-FA5839CFEB2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1774a0d2dd8b418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F78C65C8-0BD1-4DF7-B001-8478EF739B1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010D32FA-190C-463C-B3B5-835F965A8F8C}"/>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100" name="11-text-2">
            <a:extLst xmlns:a="http://schemas.openxmlformats.org/drawingml/2006/main">
              <a:ext uri="{FF2B5EF4-FFF2-40B4-BE49-F238E27FC236}">
                <a16:creationId xmlns:a16="http://schemas.microsoft.com/office/drawing/2014/main" id="{B0B11AD3-424E-42FA-A7BE-8C06E6FC7BE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101" name="11-text-3">
            <a:extLst xmlns:a="http://schemas.openxmlformats.org/drawingml/2006/main">
              <a:ext uri="{FF2B5EF4-FFF2-40B4-BE49-F238E27FC236}">
                <a16:creationId xmlns:a16="http://schemas.microsoft.com/office/drawing/2014/main" id="{14E33A32-1EDD-40B4-B1D4-7C70F8F9F2C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f7031073b8784011"/>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E46845D8-BBE8-4A6A-8E86-A97E860A146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149633809"/>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1425F73E-1154-42A4-A5E9-B6A79156AAC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462d8cf5caed456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A1AFDAB4-7AE8-42FC-AAB6-70A1B33C799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A2355716-F2A4-4028-B40C-2DC8EC57348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C895C670-2722-46B1-9478-1846D535ADCB}"/>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996084D6-539A-4BC7-AEC7-1FBF008E9812}"/>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5C915683-6C2E-4A15-8D8A-12EA36352A10}"/>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38AB241A-4D91-4AAD-BFBA-3B9C45ECDDD4}"/>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04604294-3815-4FD4-AF8D-E103C4F0A462}"/>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A1A9ABC5-8292-4CC1-9FE5-C0A80858A60F}"/>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922783E7-9B25-4CA9-BD01-851427D23B33}"/>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C61D63EB-564B-476F-A70B-3C2A2D3A48B7}"/>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B24D1298-136E-4A20-8F66-8A7AFE38BA9B}"/>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1FDE7944-9497-41F5-BBB1-EB4B43BB1974}"/>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77124464-387B-4D16-B829-8BCC984D7B33}"/>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8EFFAB3D-EC5F-4B3E-9796-2F908020747C}"/>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EB6DCFEF-0722-45B2-B42C-AC508DD9FE9E}"/>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8FD2C529-0017-45F5-A8CD-8D38D21B1055}"/>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AAC7550B-95CE-4496-90FD-C0FF546C772A}"/>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D615279D-25D8-4ECF-B83F-912C9CCE013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797281365"/>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EE00101F-8335-4BD7-B458-C5777715AE5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96ea590e9a2840b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CC782CE2-CA65-4B5E-B73E-4C23350E38D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2C9037E0-5291-4526-9051-DEC36802DF6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2F516F17-FFDC-46E1-A455-AF0F73580FB1}"/>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38CF829F-EC65-4D46-8574-0D7F634EBCBB}"/>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8126681D-9CAE-46CD-A327-F0B991E33143}"/>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C9A5808E-E136-411F-A096-64AA47CBC631}"/>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3A40ECB9-B873-4427-92C9-331C3BC5DB42}"/>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AF9589B1-5184-48E0-9166-06D86C5E2072}"/>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FCACEC09-C4B1-4740-B987-26832D7F57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078381190"/>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37A8349A-1AD8-458F-AA97-79387A0040C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7e4ee0395ff74ad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EA66B253-D453-4FC6-964C-D6D06635B29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FCAFB588-9F03-482D-B2DA-11B6D89FB7F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02611EB4-3EFB-4537-9703-849E844EE3D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821BC89A-B87C-440B-A8E9-7842F11EC43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A548CA62-5174-4731-B697-4F8AD710EC9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75344EC8-111B-4453-BC67-646186076B7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BD1DA20D-5FDF-4BA8-A053-CF6FC183D395}"/>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78B8D3E1-1F2B-4D33-A60B-80039A41242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1E504106-8CA7-461D-BB49-729498B6848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7399D39E-43E7-4E07-8854-B049FF3BFC2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C6492143-44B7-43AC-9FB1-925AD1C95F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976224085"/>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AC809CFE-1032-4EF5-8601-36B8D72E41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fc2ffd592e6249d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742D154B-9EAE-4845-888E-4AF65797604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C02898A7-8505-498D-952B-14DE104788E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DDDE60B6-F808-4E5F-94C4-2EA032CAEE3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174A1494-B5D2-4756-A046-24DF476286CC}"/>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3F8AE415-6CDC-4D23-9E56-8CBC89AFC514}"/>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CE408591-BB6C-4B82-8416-1AB62DBB2543}"/>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13479FC6-9F01-43C9-B95C-95D1A8B4936B}"/>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79278327-23C3-4670-90BA-A48A52FC2EE1}"/>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32CA9423-B38D-453C-ACFF-1E821E21532E}"/>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6BC3B8DD-C269-419E-9D87-3E6E60BF42F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055334798"/>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1AF78BC6-5DF5-450E-9D28-C93D310D6E2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3e5c5566896d44d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FC714CB5-0174-4E97-94A0-F85833009B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DFB08821-4247-4246-AFA0-47E5553E9B0C}"/>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355B4B22-0ADF-406A-ACBC-1CC3B496E71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5CC98806-A2F6-4A1A-94BA-94C345FED99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1825608a4dc04d7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E317A21A-7D89-4374-BC63-37102BD447D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832647129"/>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E0F2FDAD-9F61-4F55-BDB9-7E648BB2C48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84" name="mini-map"/>
          <p:cNvPicPr>
            <a:picLocks xmlns:a="http://schemas.openxmlformats.org/drawingml/2006/main" noChangeAspect="1"/>
          </p:cNvPicPr>
          <p:nvPr/>
        </p:nvPicPr>
        <p:blipFill>
          <a:blip xmlns:r="http://schemas.openxmlformats.org/officeDocument/2006/relationships" xmlns:a="http://schemas.openxmlformats.org/drawingml/2006/main" r:embed="R13c417680bf04e4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0E92F7D7-B3C6-47DA-8E94-BE9F7989C26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72" name="header-divider">
            <a:extLst xmlns:a="http://schemas.openxmlformats.org/drawingml/2006/main">
              <a:ext uri="{FF2B5EF4-FFF2-40B4-BE49-F238E27FC236}">
                <a16:creationId xmlns:a16="http://schemas.microsoft.com/office/drawing/2014/main" id="{FD43A5EF-33A0-4F39-9D4A-D3BC4CD9F0A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17-text-1">
            <a:extLst xmlns:a="http://schemas.openxmlformats.org/drawingml/2006/main">
              <a:ext uri="{FF2B5EF4-FFF2-40B4-BE49-F238E27FC236}">
                <a16:creationId xmlns:a16="http://schemas.microsoft.com/office/drawing/2014/main" id="{1D366261-049B-493B-8BB5-504F12A856EC}"/>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74" name="17-text-2">
            <a:extLst xmlns:a="http://schemas.openxmlformats.org/drawingml/2006/main">
              <a:ext uri="{FF2B5EF4-FFF2-40B4-BE49-F238E27FC236}">
                <a16:creationId xmlns:a16="http://schemas.microsoft.com/office/drawing/2014/main" id="{6B9DEB41-393D-4819-A260-EF561059E100}"/>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75" name="17-text-3">
            <a:extLst xmlns:a="http://schemas.openxmlformats.org/drawingml/2006/main">
              <a:ext uri="{FF2B5EF4-FFF2-40B4-BE49-F238E27FC236}">
                <a16:creationId xmlns:a16="http://schemas.microsoft.com/office/drawing/2014/main" id="{6D7FB7E8-92F1-4F8C-A846-1EF5006E0D98}"/>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76" name="17-text-4">
            <a:extLst xmlns:a="http://schemas.openxmlformats.org/drawingml/2006/main">
              <a:ext uri="{FF2B5EF4-FFF2-40B4-BE49-F238E27FC236}">
                <a16:creationId xmlns:a16="http://schemas.microsoft.com/office/drawing/2014/main" id="{80504653-670D-4D24-890E-F1A4050DEB6B}"/>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77" name="working-context-boundary">
            <a:extLst xmlns:a="http://schemas.openxmlformats.org/drawingml/2006/main">
              <a:ext uri="{FF2B5EF4-FFF2-40B4-BE49-F238E27FC236}">
                <a16:creationId xmlns:a16="http://schemas.microsoft.com/office/drawing/2014/main" id="{780E48D1-9FEA-45BF-8C1C-B03531E856CC}"/>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8" name="17-text-5">
            <a:extLst xmlns:a="http://schemas.openxmlformats.org/drawingml/2006/main">
              <a:ext uri="{FF2B5EF4-FFF2-40B4-BE49-F238E27FC236}">
                <a16:creationId xmlns:a16="http://schemas.microsoft.com/office/drawing/2014/main" id="{E1439A1E-D23C-4EEC-99B9-29E7ADCAC655}"/>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79" name="17-text-6">
            <a:extLst xmlns:a="http://schemas.openxmlformats.org/drawingml/2006/main">
              <a:ext uri="{FF2B5EF4-FFF2-40B4-BE49-F238E27FC236}">
                <a16:creationId xmlns:a16="http://schemas.microsoft.com/office/drawing/2014/main" id="{9AE543F7-5A5D-437C-B0F9-7D5C73F5AE0C}"/>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80" name="17-line-8">
            <a:extLst xmlns:a="http://schemas.openxmlformats.org/drawingml/2006/main">
              <a:ext uri="{FF2B5EF4-FFF2-40B4-BE49-F238E27FC236}">
                <a16:creationId xmlns:a16="http://schemas.microsoft.com/office/drawing/2014/main" id="{49B3A94A-01FD-4512-B0DE-B9D0A7B28226}"/>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81" name="17-line-10">
            <a:extLst xmlns:a="http://schemas.openxmlformats.org/drawingml/2006/main">
              <a:ext uri="{FF2B5EF4-FFF2-40B4-BE49-F238E27FC236}">
                <a16:creationId xmlns:a16="http://schemas.microsoft.com/office/drawing/2014/main" id="{F81F0190-8DAE-4403-8DE5-E6EA87E6D447}"/>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82" name="narrative-number">
            <a:extLst xmlns:a="http://schemas.openxmlformats.org/drawingml/2006/main">
              <a:ext uri="{FF2B5EF4-FFF2-40B4-BE49-F238E27FC236}">
                <a16:creationId xmlns:a16="http://schemas.microsoft.com/office/drawing/2014/main" id="{21C35746-3E54-4EBC-AB48-CEBC44AAFF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478325655"/>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3" name="!!area-name">
            <a:extLst xmlns:a="http://schemas.openxmlformats.org/drawingml/2006/main">
              <a:ext uri="{FF2B5EF4-FFF2-40B4-BE49-F238E27FC236}">
                <a16:creationId xmlns:a16="http://schemas.microsoft.com/office/drawing/2014/main" id="{2A659D3E-D02F-4120-AF83-13BB5F971A3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03" name="mini-map"/>
          <p:cNvPicPr>
            <a:picLocks xmlns:a="http://schemas.openxmlformats.org/drawingml/2006/main" noChangeAspect="1"/>
          </p:cNvPicPr>
          <p:nvPr/>
        </p:nvPicPr>
        <p:blipFill>
          <a:blip xmlns:r="http://schemas.openxmlformats.org/officeDocument/2006/relationships" xmlns:a="http://schemas.openxmlformats.org/drawingml/2006/main" r:embed="R4956b8e981c04ee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5" name="slide-title">
            <a:extLst xmlns:a="http://schemas.openxmlformats.org/drawingml/2006/main">
              <a:ext uri="{FF2B5EF4-FFF2-40B4-BE49-F238E27FC236}">
                <a16:creationId xmlns:a16="http://schemas.microsoft.com/office/drawing/2014/main" id="{87567E29-E874-46BB-9418-73A01B6CD48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86" name="header-divider">
            <a:extLst xmlns:a="http://schemas.openxmlformats.org/drawingml/2006/main">
              <a:ext uri="{FF2B5EF4-FFF2-40B4-BE49-F238E27FC236}">
                <a16:creationId xmlns:a16="http://schemas.microsoft.com/office/drawing/2014/main" id="{E1D36A54-AE96-4D9F-A8C5-4B3C482F531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7" name="18-text-1">
            <a:extLst xmlns:a="http://schemas.openxmlformats.org/drawingml/2006/main">
              <a:ext uri="{FF2B5EF4-FFF2-40B4-BE49-F238E27FC236}">
                <a16:creationId xmlns:a16="http://schemas.microsoft.com/office/drawing/2014/main" id="{D2B33770-C341-4146-BEA5-75361AEBCA97}"/>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88" name="18-text-2">
            <a:extLst xmlns:a="http://schemas.openxmlformats.org/drawingml/2006/main">
              <a:ext uri="{FF2B5EF4-FFF2-40B4-BE49-F238E27FC236}">
                <a16:creationId xmlns:a16="http://schemas.microsoft.com/office/drawing/2014/main" id="{1C766297-F726-4575-96C4-A894E7C06215}"/>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89" name="18-text-3">
            <a:extLst xmlns:a="http://schemas.openxmlformats.org/drawingml/2006/main">
              <a:ext uri="{FF2B5EF4-FFF2-40B4-BE49-F238E27FC236}">
                <a16:creationId xmlns:a16="http://schemas.microsoft.com/office/drawing/2014/main" id="{C7EF09D3-1FC2-4169-9FE2-D7C36F4C7A45}"/>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90" name="18-text-4">
            <a:extLst xmlns:a="http://schemas.openxmlformats.org/drawingml/2006/main">
              <a:ext uri="{FF2B5EF4-FFF2-40B4-BE49-F238E27FC236}">
                <a16:creationId xmlns:a16="http://schemas.microsoft.com/office/drawing/2014/main" id="{66AE85EC-EC8D-4C8C-87D5-D206F153CB5C}"/>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91" name="18-text-5">
            <a:extLst xmlns:a="http://schemas.openxmlformats.org/drawingml/2006/main">
              <a:ext uri="{FF2B5EF4-FFF2-40B4-BE49-F238E27FC236}">
                <a16:creationId xmlns:a16="http://schemas.microsoft.com/office/drawing/2014/main" id="{6FAC2EF4-B48A-4046-B105-720A3961C991}"/>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92" name="18-text-6">
            <a:extLst xmlns:a="http://schemas.openxmlformats.org/drawingml/2006/main">
              <a:ext uri="{FF2B5EF4-FFF2-40B4-BE49-F238E27FC236}">
                <a16:creationId xmlns:a16="http://schemas.microsoft.com/office/drawing/2014/main" id="{81628EC7-764A-4BEE-9F8A-058E3264E032}"/>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93" name="18-line-8">
            <a:extLst xmlns:a="http://schemas.openxmlformats.org/drawingml/2006/main">
              <a:ext uri="{FF2B5EF4-FFF2-40B4-BE49-F238E27FC236}">
                <a16:creationId xmlns:a16="http://schemas.microsoft.com/office/drawing/2014/main" id="{2C21CF22-AF94-491F-89BE-0876AEA4D92C}"/>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4" name="18-line-10">
            <a:extLst xmlns:a="http://schemas.openxmlformats.org/drawingml/2006/main">
              <a:ext uri="{FF2B5EF4-FFF2-40B4-BE49-F238E27FC236}">
                <a16:creationId xmlns:a16="http://schemas.microsoft.com/office/drawing/2014/main" id="{777B8F32-E1C2-49F0-8073-11E8C1CE73C3}"/>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5" name="18-line-12">
            <a:extLst xmlns:a="http://schemas.openxmlformats.org/drawingml/2006/main">
              <a:ext uri="{FF2B5EF4-FFF2-40B4-BE49-F238E27FC236}">
                <a16:creationId xmlns:a16="http://schemas.microsoft.com/office/drawing/2014/main" id="{D22171DB-C315-4813-9FFD-98139654C43C}"/>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6" name="18-text-13">
            <a:extLst xmlns:a="http://schemas.openxmlformats.org/drawingml/2006/main">
              <a:ext uri="{FF2B5EF4-FFF2-40B4-BE49-F238E27FC236}">
                <a16:creationId xmlns:a16="http://schemas.microsoft.com/office/drawing/2014/main" id="{5738D0B7-7F7A-4B79-8513-2F7F7BCB3C1A}"/>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97" name="18-text-14">
            <a:extLst xmlns:a="http://schemas.openxmlformats.org/drawingml/2006/main">
              <a:ext uri="{FF2B5EF4-FFF2-40B4-BE49-F238E27FC236}">
                <a16:creationId xmlns:a16="http://schemas.microsoft.com/office/drawing/2014/main" id="{A0C5CF81-EB90-4B41-A801-85E5951A631E}"/>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98" name="18-text-15">
            <a:extLst xmlns:a="http://schemas.openxmlformats.org/drawingml/2006/main">
              <a:ext uri="{FF2B5EF4-FFF2-40B4-BE49-F238E27FC236}">
                <a16:creationId xmlns:a16="http://schemas.microsoft.com/office/drawing/2014/main" id="{699D24DB-6E72-44F1-8B2B-E7129A421F56}"/>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99" name="18-text-16">
            <a:extLst xmlns:a="http://schemas.openxmlformats.org/drawingml/2006/main">
              <a:ext uri="{FF2B5EF4-FFF2-40B4-BE49-F238E27FC236}">
                <a16:creationId xmlns:a16="http://schemas.microsoft.com/office/drawing/2014/main" id="{71D8ED85-BAD5-420C-B0F7-0E24AB6D9B8F}"/>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200" name="18-text-17">
            <a:extLst xmlns:a="http://schemas.openxmlformats.org/drawingml/2006/main">
              <a:ext uri="{FF2B5EF4-FFF2-40B4-BE49-F238E27FC236}">
                <a16:creationId xmlns:a16="http://schemas.microsoft.com/office/drawing/2014/main" id="{9C312424-4AAB-474B-813C-C59B83A2537A}"/>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201" name="narrative-number">
            <a:extLst xmlns:a="http://schemas.openxmlformats.org/drawingml/2006/main">
              <a:ext uri="{FF2B5EF4-FFF2-40B4-BE49-F238E27FC236}">
                <a16:creationId xmlns:a16="http://schemas.microsoft.com/office/drawing/2014/main" id="{EDFB1D7E-672B-4AF4-8DFD-C055414FF07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891305934"/>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2" name="!!area-name">
            <a:extLst xmlns:a="http://schemas.openxmlformats.org/drawingml/2006/main">
              <a:ext uri="{FF2B5EF4-FFF2-40B4-BE49-F238E27FC236}">
                <a16:creationId xmlns:a16="http://schemas.microsoft.com/office/drawing/2014/main" id="{3E41A87B-E2C5-4D87-A375-DC75797041E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16" name="mini-map"/>
          <p:cNvPicPr>
            <a:picLocks xmlns:a="http://schemas.openxmlformats.org/drawingml/2006/main" noChangeAspect="1"/>
          </p:cNvPicPr>
          <p:nvPr/>
        </p:nvPicPr>
        <p:blipFill>
          <a:blip xmlns:r="http://schemas.openxmlformats.org/officeDocument/2006/relationships" xmlns:a="http://schemas.openxmlformats.org/drawingml/2006/main" r:embed="R661b96ad91b1487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4" name="slide-title">
            <a:extLst xmlns:a="http://schemas.openxmlformats.org/drawingml/2006/main">
              <a:ext uri="{FF2B5EF4-FFF2-40B4-BE49-F238E27FC236}">
                <a16:creationId xmlns:a16="http://schemas.microsoft.com/office/drawing/2014/main" id="{5FDE5FE9-96B1-4743-827E-C6A76B7209E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5" name="header-divider">
            <a:extLst xmlns:a="http://schemas.openxmlformats.org/drawingml/2006/main">
              <a:ext uri="{FF2B5EF4-FFF2-40B4-BE49-F238E27FC236}">
                <a16:creationId xmlns:a16="http://schemas.microsoft.com/office/drawing/2014/main" id="{CF1C8952-17FB-4039-9AA2-E84E32C2D61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6" name="19-text-1">
            <a:extLst xmlns:a="http://schemas.openxmlformats.org/drawingml/2006/main">
              <a:ext uri="{FF2B5EF4-FFF2-40B4-BE49-F238E27FC236}">
                <a16:creationId xmlns:a16="http://schemas.microsoft.com/office/drawing/2014/main" id="{957D0586-BB06-436F-BA81-B1912B66363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207" name="19-text-2">
            <a:extLst xmlns:a="http://schemas.openxmlformats.org/drawingml/2006/main">
              <a:ext uri="{FF2B5EF4-FFF2-40B4-BE49-F238E27FC236}">
                <a16:creationId xmlns:a16="http://schemas.microsoft.com/office/drawing/2014/main" id="{B8A784F1-DBA8-477A-AC16-02EF4392C23A}"/>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208" name="19-text-3">
            <a:extLst xmlns:a="http://schemas.openxmlformats.org/drawingml/2006/main">
              <a:ext uri="{FF2B5EF4-FFF2-40B4-BE49-F238E27FC236}">
                <a16:creationId xmlns:a16="http://schemas.microsoft.com/office/drawing/2014/main" id="{6C985909-D918-4134-8E39-3AD87AB83D50}"/>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209" name="19-text-4">
            <a:extLst xmlns:a="http://schemas.openxmlformats.org/drawingml/2006/main">
              <a:ext uri="{FF2B5EF4-FFF2-40B4-BE49-F238E27FC236}">
                <a16:creationId xmlns:a16="http://schemas.microsoft.com/office/drawing/2014/main" id="{DB0C83B5-84F6-46CF-AD93-E95C9224EC1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210" name="19-text-5">
            <a:extLst xmlns:a="http://schemas.openxmlformats.org/drawingml/2006/main">
              <a:ext uri="{FF2B5EF4-FFF2-40B4-BE49-F238E27FC236}">
                <a16:creationId xmlns:a16="http://schemas.microsoft.com/office/drawing/2014/main" id="{91A9E645-72B9-49A3-9149-5E328F17C0A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211" name="19-text-6">
            <a:extLst xmlns:a="http://schemas.openxmlformats.org/drawingml/2006/main">
              <a:ext uri="{FF2B5EF4-FFF2-40B4-BE49-F238E27FC236}">
                <a16:creationId xmlns:a16="http://schemas.microsoft.com/office/drawing/2014/main" id="{BFC3C9B6-2817-4671-BFDC-196A043E44E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212" name="19-text-7">
            <a:extLst xmlns:a="http://schemas.openxmlformats.org/drawingml/2006/main">
              <a:ext uri="{FF2B5EF4-FFF2-40B4-BE49-F238E27FC236}">
                <a16:creationId xmlns:a16="http://schemas.microsoft.com/office/drawing/2014/main" id="{CFCA5AC7-11C1-44F2-91E3-BF7C37EBCDE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3" name="19-text-8">
            <a:extLst xmlns:a="http://schemas.openxmlformats.org/drawingml/2006/main">
              <a:ext uri="{FF2B5EF4-FFF2-40B4-BE49-F238E27FC236}">
                <a16:creationId xmlns:a16="http://schemas.microsoft.com/office/drawing/2014/main" id="{89EBC8DC-5B62-4700-BFE3-6ECCCAD7E8D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14" name="narrative-number">
            <a:extLst xmlns:a="http://schemas.openxmlformats.org/drawingml/2006/main">
              <a:ext uri="{FF2B5EF4-FFF2-40B4-BE49-F238E27FC236}">
                <a16:creationId xmlns:a16="http://schemas.microsoft.com/office/drawing/2014/main" id="{28EEBB14-14C2-442D-8850-B6C32551223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186377126"/>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5" name="!!area-name">
            <a:extLst xmlns:a="http://schemas.openxmlformats.org/drawingml/2006/main">
              <a:ext uri="{FF2B5EF4-FFF2-40B4-BE49-F238E27FC236}">
                <a16:creationId xmlns:a16="http://schemas.microsoft.com/office/drawing/2014/main" id="{A813484F-CD2A-4015-A125-BAA1B4ECE46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32" name="mini-map"/>
          <p:cNvPicPr>
            <a:picLocks xmlns:a="http://schemas.openxmlformats.org/drawingml/2006/main" noChangeAspect="1"/>
          </p:cNvPicPr>
          <p:nvPr/>
        </p:nvPicPr>
        <p:blipFill>
          <a:blip xmlns:r="http://schemas.openxmlformats.org/officeDocument/2006/relationships" xmlns:a="http://schemas.openxmlformats.org/drawingml/2006/main" r:embed="Ra0d3f29521e1471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7" name="slide-title">
            <a:extLst xmlns:a="http://schemas.openxmlformats.org/drawingml/2006/main">
              <a:ext uri="{FF2B5EF4-FFF2-40B4-BE49-F238E27FC236}">
                <a16:creationId xmlns:a16="http://schemas.microsoft.com/office/drawing/2014/main" id="{E793FFC4-BE6F-4EE3-81E7-C1E94F08233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18" name="header-divider">
            <a:extLst xmlns:a="http://schemas.openxmlformats.org/drawingml/2006/main">
              <a:ext uri="{FF2B5EF4-FFF2-40B4-BE49-F238E27FC236}">
                <a16:creationId xmlns:a16="http://schemas.microsoft.com/office/drawing/2014/main" id="{906CA9F8-15A3-451E-A4FD-C33336F8E0B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9" name="20-text-1">
            <a:extLst xmlns:a="http://schemas.openxmlformats.org/drawingml/2006/main">
              <a:ext uri="{FF2B5EF4-FFF2-40B4-BE49-F238E27FC236}">
                <a16:creationId xmlns:a16="http://schemas.microsoft.com/office/drawing/2014/main" id="{93D10776-B320-4109-B030-AF6AF4C7CF5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0" name="20-text-2">
            <a:extLst xmlns:a="http://schemas.openxmlformats.org/drawingml/2006/main">
              <a:ext uri="{FF2B5EF4-FFF2-40B4-BE49-F238E27FC236}">
                <a16:creationId xmlns:a16="http://schemas.microsoft.com/office/drawing/2014/main" id="{60937C39-B137-48D7-83D3-D5A277049029}"/>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21" name="20-text-3">
            <a:extLst xmlns:a="http://schemas.openxmlformats.org/drawingml/2006/main">
              <a:ext uri="{FF2B5EF4-FFF2-40B4-BE49-F238E27FC236}">
                <a16:creationId xmlns:a16="http://schemas.microsoft.com/office/drawing/2014/main" id="{BC488E8B-824C-4DBB-9212-9F7F79D765D3}"/>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22" name="20-text-4">
            <a:extLst xmlns:a="http://schemas.openxmlformats.org/drawingml/2006/main">
              <a:ext uri="{FF2B5EF4-FFF2-40B4-BE49-F238E27FC236}">
                <a16:creationId xmlns:a16="http://schemas.microsoft.com/office/drawing/2014/main" id="{14A9DCF7-AF67-4938-9DC5-31845AEFCF9A}"/>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23" name="20-text-5">
            <a:extLst xmlns:a="http://schemas.openxmlformats.org/drawingml/2006/main">
              <a:ext uri="{FF2B5EF4-FFF2-40B4-BE49-F238E27FC236}">
                <a16:creationId xmlns:a16="http://schemas.microsoft.com/office/drawing/2014/main" id="{AF69EC6C-ABAE-4AB8-B963-5AB4C8D3DDFC}"/>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24" name="20-text-6">
            <a:extLst xmlns:a="http://schemas.openxmlformats.org/drawingml/2006/main">
              <a:ext uri="{FF2B5EF4-FFF2-40B4-BE49-F238E27FC236}">
                <a16:creationId xmlns:a16="http://schemas.microsoft.com/office/drawing/2014/main" id="{F1527024-A58B-4536-824F-D7BCE380F7C3}"/>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25" name="20-text-7">
            <a:extLst xmlns:a="http://schemas.openxmlformats.org/drawingml/2006/main">
              <a:ext uri="{FF2B5EF4-FFF2-40B4-BE49-F238E27FC236}">
                <a16:creationId xmlns:a16="http://schemas.microsoft.com/office/drawing/2014/main" id="{4887C515-2A87-4E28-B7B4-331383D933FD}"/>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26" name="20-text-8">
            <a:extLst xmlns:a="http://schemas.openxmlformats.org/drawingml/2006/main">
              <a:ext uri="{FF2B5EF4-FFF2-40B4-BE49-F238E27FC236}">
                <a16:creationId xmlns:a16="http://schemas.microsoft.com/office/drawing/2014/main" id="{69DE9046-D93C-4D91-817C-CF4072947244}"/>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27" name="20-text-9">
            <a:extLst xmlns:a="http://schemas.openxmlformats.org/drawingml/2006/main">
              <a:ext uri="{FF2B5EF4-FFF2-40B4-BE49-F238E27FC236}">
                <a16:creationId xmlns:a16="http://schemas.microsoft.com/office/drawing/2014/main" id="{73320790-512F-4A6F-8DC5-5C1D43A0B369}"/>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28" name="20-text-10">
            <a:extLst xmlns:a="http://schemas.openxmlformats.org/drawingml/2006/main">
              <a:ext uri="{FF2B5EF4-FFF2-40B4-BE49-F238E27FC236}">
                <a16:creationId xmlns:a16="http://schemas.microsoft.com/office/drawing/2014/main" id="{89880D58-BE2D-4627-9FD3-F79354B005B3}"/>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29" name="20-text-11">
            <a:extLst xmlns:a="http://schemas.openxmlformats.org/drawingml/2006/main">
              <a:ext uri="{FF2B5EF4-FFF2-40B4-BE49-F238E27FC236}">
                <a16:creationId xmlns:a16="http://schemas.microsoft.com/office/drawing/2014/main" id="{011F070C-551C-42F4-AFB6-BB4123BBB604}"/>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0" name="narrative-number">
            <a:extLst xmlns:a="http://schemas.openxmlformats.org/drawingml/2006/main">
              <a:ext uri="{FF2B5EF4-FFF2-40B4-BE49-F238E27FC236}">
                <a16:creationId xmlns:a16="http://schemas.microsoft.com/office/drawing/2014/main" id="{A3E44E3C-E696-4668-BDCE-6CCE9941168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048161292"/>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1" name="!!area-name">
            <a:extLst xmlns:a="http://schemas.openxmlformats.org/drawingml/2006/main">
              <a:ext uri="{FF2B5EF4-FFF2-40B4-BE49-F238E27FC236}">
                <a16:creationId xmlns:a16="http://schemas.microsoft.com/office/drawing/2014/main" id="{EC451129-B00A-4018-B686-36DC36FB75F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0" name="mini-map"/>
          <p:cNvPicPr>
            <a:picLocks xmlns:a="http://schemas.openxmlformats.org/drawingml/2006/main" noChangeAspect="1"/>
          </p:cNvPicPr>
          <p:nvPr/>
        </p:nvPicPr>
        <p:blipFill>
          <a:blip xmlns:r="http://schemas.openxmlformats.org/officeDocument/2006/relationships" xmlns:a="http://schemas.openxmlformats.org/drawingml/2006/main" r:embed="R409b55d33ea548b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3" name="header-divider">
            <a:extLst xmlns:a="http://schemas.openxmlformats.org/drawingml/2006/main">
              <a:ext uri="{FF2B5EF4-FFF2-40B4-BE49-F238E27FC236}">
                <a16:creationId xmlns:a16="http://schemas.microsoft.com/office/drawing/2014/main" id="{744858AB-DD2C-4781-B8F9-C81141D8560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4" name="21-text-1">
            <a:extLst xmlns:a="http://schemas.openxmlformats.org/drawingml/2006/main">
              <a:ext uri="{FF2B5EF4-FFF2-40B4-BE49-F238E27FC236}">
                <a16:creationId xmlns:a16="http://schemas.microsoft.com/office/drawing/2014/main" id="{C0F5C2DD-A354-4135-8BD3-E3C814D93378}"/>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35" name="21-text-2">
            <a:extLst xmlns:a="http://schemas.openxmlformats.org/drawingml/2006/main">
              <a:ext uri="{FF2B5EF4-FFF2-40B4-BE49-F238E27FC236}">
                <a16:creationId xmlns:a16="http://schemas.microsoft.com/office/drawing/2014/main" id="{A2315287-1C11-4543-AD42-6DFC3DEF9D3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6" name="21-text-3">
            <a:extLst xmlns:a="http://schemas.openxmlformats.org/drawingml/2006/main">
              <a:ext uri="{FF2B5EF4-FFF2-40B4-BE49-F238E27FC236}">
                <a16:creationId xmlns:a16="http://schemas.microsoft.com/office/drawing/2014/main" id="{24438520-B561-478E-AEF4-F460767F6E0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45" name="21-image-4"/>
          <p:cNvPicPr>
            <a:picLocks xmlns:a="http://schemas.openxmlformats.org/drawingml/2006/main" noChangeAspect="1"/>
          </p:cNvPicPr>
          <p:nvPr/>
        </p:nvPicPr>
        <p:blipFill>
          <a:blip xmlns:r="http://schemas.openxmlformats.org/officeDocument/2006/relationships" xmlns:a="http://schemas.openxmlformats.org/drawingml/2006/main" r:embed="R9aac626799a44c7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8" name="narrative-number">
            <a:extLst xmlns:a="http://schemas.openxmlformats.org/drawingml/2006/main">
              <a:ext uri="{FF2B5EF4-FFF2-40B4-BE49-F238E27FC236}">
                <a16:creationId xmlns:a16="http://schemas.microsoft.com/office/drawing/2014/main" id="{D7A4FABA-FA59-4489-8EB3-F8A66CF30A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939828650"/>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9" name="!!area-name">
            <a:extLst xmlns:a="http://schemas.openxmlformats.org/drawingml/2006/main">
              <a:ext uri="{FF2B5EF4-FFF2-40B4-BE49-F238E27FC236}">
                <a16:creationId xmlns:a16="http://schemas.microsoft.com/office/drawing/2014/main" id="{10ABB853-FCFE-461E-B256-8AE9337FEAE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57" name="mini-map"/>
          <p:cNvPicPr>
            <a:picLocks xmlns:a="http://schemas.openxmlformats.org/drawingml/2006/main" noChangeAspect="1"/>
          </p:cNvPicPr>
          <p:nvPr/>
        </p:nvPicPr>
        <p:blipFill>
          <a:blip xmlns:r="http://schemas.openxmlformats.org/officeDocument/2006/relationships" xmlns:a="http://schemas.openxmlformats.org/drawingml/2006/main" r:embed="R980e5d60cfc348b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1" name="slide-title">
            <a:extLst xmlns:a="http://schemas.openxmlformats.org/drawingml/2006/main">
              <a:ext uri="{FF2B5EF4-FFF2-40B4-BE49-F238E27FC236}">
                <a16:creationId xmlns:a16="http://schemas.microsoft.com/office/drawing/2014/main" id="{D37CE0E4-85CC-4960-8025-D3FF82856B1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42" name="header-divider">
            <a:extLst xmlns:a="http://schemas.openxmlformats.org/drawingml/2006/main">
              <a:ext uri="{FF2B5EF4-FFF2-40B4-BE49-F238E27FC236}">
                <a16:creationId xmlns:a16="http://schemas.microsoft.com/office/drawing/2014/main" id="{59A2E265-59BD-43EF-B6DA-A2D3FAEDCEB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3" name="22-text-1">
            <a:extLst xmlns:a="http://schemas.openxmlformats.org/drawingml/2006/main">
              <a:ext uri="{FF2B5EF4-FFF2-40B4-BE49-F238E27FC236}">
                <a16:creationId xmlns:a16="http://schemas.microsoft.com/office/drawing/2014/main" id="{8B6C0420-8D76-46EF-AF16-F4DF34A8F1C5}"/>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44" name="22-text-2">
            <a:extLst xmlns:a="http://schemas.openxmlformats.org/drawingml/2006/main">
              <a:ext uri="{FF2B5EF4-FFF2-40B4-BE49-F238E27FC236}">
                <a16:creationId xmlns:a16="http://schemas.microsoft.com/office/drawing/2014/main" id="{F66A5797-C0D1-444D-BBB6-696F10D0B81E}"/>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45" name="22-text-3">
            <a:extLst xmlns:a="http://schemas.openxmlformats.org/drawingml/2006/main">
              <a:ext uri="{FF2B5EF4-FFF2-40B4-BE49-F238E27FC236}">
                <a16:creationId xmlns:a16="http://schemas.microsoft.com/office/drawing/2014/main" id="{F6FB3B2C-62C9-4E40-9E81-7EA8AD69031A}"/>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46" name="22-text-4">
            <a:extLst xmlns:a="http://schemas.openxmlformats.org/drawingml/2006/main">
              <a:ext uri="{FF2B5EF4-FFF2-40B4-BE49-F238E27FC236}">
                <a16:creationId xmlns:a16="http://schemas.microsoft.com/office/drawing/2014/main" id="{E71C57C7-5885-4886-8F24-D95BCAC65FD8}"/>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47" name="22-text-5">
            <a:extLst xmlns:a="http://schemas.openxmlformats.org/drawingml/2006/main">
              <a:ext uri="{FF2B5EF4-FFF2-40B4-BE49-F238E27FC236}">
                <a16:creationId xmlns:a16="http://schemas.microsoft.com/office/drawing/2014/main" id="{18E8811F-0C59-4459-A95E-E6F77FF3CBB0}"/>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48" name="22-text-6">
            <a:extLst xmlns:a="http://schemas.openxmlformats.org/drawingml/2006/main">
              <a:ext uri="{FF2B5EF4-FFF2-40B4-BE49-F238E27FC236}">
                <a16:creationId xmlns:a16="http://schemas.microsoft.com/office/drawing/2014/main" id="{F116EA0D-318C-4705-947C-76A5026F9432}"/>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49" name="22-line-8">
            <a:extLst xmlns:a="http://schemas.openxmlformats.org/drawingml/2006/main">
              <a:ext uri="{FF2B5EF4-FFF2-40B4-BE49-F238E27FC236}">
                <a16:creationId xmlns:a16="http://schemas.microsoft.com/office/drawing/2014/main" id="{474147E0-E8A0-4032-9AC1-5170513ABCDA}"/>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0" name="22-line-10">
            <a:extLst xmlns:a="http://schemas.openxmlformats.org/drawingml/2006/main">
              <a:ext uri="{FF2B5EF4-FFF2-40B4-BE49-F238E27FC236}">
                <a16:creationId xmlns:a16="http://schemas.microsoft.com/office/drawing/2014/main" id="{B6AB40D8-2206-47AD-9B50-E7B5A761A272}"/>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1" name="22-text-11">
            <a:extLst xmlns:a="http://schemas.openxmlformats.org/drawingml/2006/main">
              <a:ext uri="{FF2B5EF4-FFF2-40B4-BE49-F238E27FC236}">
                <a16:creationId xmlns:a16="http://schemas.microsoft.com/office/drawing/2014/main" id="{1F873208-93D9-47EE-832D-F7D9EFF9300B}"/>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52" name="22-text-12">
            <a:extLst xmlns:a="http://schemas.openxmlformats.org/drawingml/2006/main">
              <a:ext uri="{FF2B5EF4-FFF2-40B4-BE49-F238E27FC236}">
                <a16:creationId xmlns:a16="http://schemas.microsoft.com/office/drawing/2014/main" id="{579DD1BA-CCC9-4263-8F7F-63E6B905D02C}"/>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53" name="22-text-13">
            <a:extLst xmlns:a="http://schemas.openxmlformats.org/drawingml/2006/main">
              <a:ext uri="{FF2B5EF4-FFF2-40B4-BE49-F238E27FC236}">
                <a16:creationId xmlns:a16="http://schemas.microsoft.com/office/drawing/2014/main" id="{3608E644-CBD4-4687-8C81-0CAC5442C570}"/>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54" name="22-text-14">
            <a:extLst xmlns:a="http://schemas.openxmlformats.org/drawingml/2006/main">
              <a:ext uri="{FF2B5EF4-FFF2-40B4-BE49-F238E27FC236}">
                <a16:creationId xmlns:a16="http://schemas.microsoft.com/office/drawing/2014/main" id="{57D010DD-9AD1-4884-8ABB-B98FE83F8352}"/>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55" name="narrative-number">
            <a:extLst xmlns:a="http://schemas.openxmlformats.org/drawingml/2006/main">
              <a:ext uri="{FF2B5EF4-FFF2-40B4-BE49-F238E27FC236}">
                <a16:creationId xmlns:a16="http://schemas.microsoft.com/office/drawing/2014/main" id="{DF330DE9-8E7A-4C76-8727-2CC8E12DCB4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244544834"/>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6" name="!!area-name">
            <a:extLst xmlns:a="http://schemas.openxmlformats.org/drawingml/2006/main">
              <a:ext uri="{FF2B5EF4-FFF2-40B4-BE49-F238E27FC236}">
                <a16:creationId xmlns:a16="http://schemas.microsoft.com/office/drawing/2014/main" id="{7FAD0BDE-C45D-45CC-A665-9E0530AD301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7" name="mini-map"/>
          <p:cNvPicPr>
            <a:picLocks xmlns:a="http://schemas.openxmlformats.org/drawingml/2006/main" noChangeAspect="1"/>
          </p:cNvPicPr>
          <p:nvPr/>
        </p:nvPicPr>
        <p:blipFill>
          <a:blip xmlns:r="http://schemas.openxmlformats.org/officeDocument/2006/relationships" xmlns:a="http://schemas.openxmlformats.org/drawingml/2006/main" r:embed="Rc98ce318e30545f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8" name="slide-title">
            <a:extLst xmlns:a="http://schemas.openxmlformats.org/drawingml/2006/main">
              <a:ext uri="{FF2B5EF4-FFF2-40B4-BE49-F238E27FC236}">
                <a16:creationId xmlns:a16="http://schemas.microsoft.com/office/drawing/2014/main" id="{DE4F237A-5C46-478A-AC88-656A7D51B56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59" name="header-divider">
            <a:extLst xmlns:a="http://schemas.openxmlformats.org/drawingml/2006/main">
              <a:ext uri="{FF2B5EF4-FFF2-40B4-BE49-F238E27FC236}">
                <a16:creationId xmlns:a16="http://schemas.microsoft.com/office/drawing/2014/main" id="{C23D5D47-64A5-497B-A7F8-A95009540C2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0" name="23-text-1">
            <a:extLst xmlns:a="http://schemas.openxmlformats.org/drawingml/2006/main">
              <a:ext uri="{FF2B5EF4-FFF2-40B4-BE49-F238E27FC236}">
                <a16:creationId xmlns:a16="http://schemas.microsoft.com/office/drawing/2014/main" id="{E0B7598F-82C3-4008-AD8B-00987F63DD8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61" name="23-text-2">
            <a:extLst xmlns:a="http://schemas.openxmlformats.org/drawingml/2006/main">
              <a:ext uri="{FF2B5EF4-FFF2-40B4-BE49-F238E27FC236}">
                <a16:creationId xmlns:a16="http://schemas.microsoft.com/office/drawing/2014/main" id="{9CE1A062-20D3-4B87-AFFD-CA73DB525F3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72" name="23-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3" name="23-text-4">
            <a:extLst xmlns:a="http://schemas.openxmlformats.org/drawingml/2006/main">
              <a:ext uri="{FF2B5EF4-FFF2-40B4-BE49-F238E27FC236}">
                <a16:creationId xmlns:a16="http://schemas.microsoft.com/office/drawing/2014/main" id="{4DF99CD9-E5E6-42AC-BFD7-B025E2D7C1D6}"/>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64" name="23-text-5">
            <a:extLst xmlns:a="http://schemas.openxmlformats.org/drawingml/2006/main">
              <a:ext uri="{FF2B5EF4-FFF2-40B4-BE49-F238E27FC236}">
                <a16:creationId xmlns:a16="http://schemas.microsoft.com/office/drawing/2014/main" id="{4F9EEBE9-A30F-423B-9AB6-9F4DF2D6E429}"/>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65" name="narrative-number">
            <a:extLst xmlns:a="http://schemas.openxmlformats.org/drawingml/2006/main">
              <a:ext uri="{FF2B5EF4-FFF2-40B4-BE49-F238E27FC236}">
                <a16:creationId xmlns:a16="http://schemas.microsoft.com/office/drawing/2014/main" id="{C6025806-02B4-4AFD-95D0-69605208B4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0862537"/>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6" name="!!area-name">
            <a:extLst xmlns:a="http://schemas.openxmlformats.org/drawingml/2006/main">
              <a:ext uri="{FF2B5EF4-FFF2-40B4-BE49-F238E27FC236}">
                <a16:creationId xmlns:a16="http://schemas.microsoft.com/office/drawing/2014/main" id="{17879D8F-D695-4ACB-9170-0F54F87AB40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0" name="mini-map"/>
          <p:cNvPicPr>
            <a:picLocks xmlns:a="http://schemas.openxmlformats.org/drawingml/2006/main" noChangeAspect="1"/>
          </p:cNvPicPr>
          <p:nvPr/>
        </p:nvPicPr>
        <p:blipFill>
          <a:blip xmlns:r="http://schemas.openxmlformats.org/officeDocument/2006/relationships" xmlns:a="http://schemas.openxmlformats.org/drawingml/2006/main" r:embed="R2190bf01c7844fc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8" name="slide-title">
            <a:extLst xmlns:a="http://schemas.openxmlformats.org/drawingml/2006/main">
              <a:ext uri="{FF2B5EF4-FFF2-40B4-BE49-F238E27FC236}">
                <a16:creationId xmlns:a16="http://schemas.microsoft.com/office/drawing/2014/main" id="{49A7308A-8095-4320-A60D-38B886E1637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69" name="header-divider">
            <a:extLst xmlns:a="http://schemas.openxmlformats.org/drawingml/2006/main">
              <a:ext uri="{FF2B5EF4-FFF2-40B4-BE49-F238E27FC236}">
                <a16:creationId xmlns:a16="http://schemas.microsoft.com/office/drawing/2014/main" id="{8240D9C0-1E25-4B4E-AD5E-D608D29C06D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0" name="24-text-1">
            <a:extLst xmlns:a="http://schemas.openxmlformats.org/drawingml/2006/main">
              <a:ext uri="{FF2B5EF4-FFF2-40B4-BE49-F238E27FC236}">
                <a16:creationId xmlns:a16="http://schemas.microsoft.com/office/drawing/2014/main" id="{546023BE-B795-4C22-8A42-AD27872BF68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71" name="24-text-2">
            <a:extLst xmlns:a="http://schemas.openxmlformats.org/drawingml/2006/main">
              <a:ext uri="{FF2B5EF4-FFF2-40B4-BE49-F238E27FC236}">
                <a16:creationId xmlns:a16="http://schemas.microsoft.com/office/drawing/2014/main" id="{D696E4CE-46E2-4E2A-B265-64B2C65AC31A}"/>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72" name="24-text-3">
            <a:extLst xmlns:a="http://schemas.openxmlformats.org/drawingml/2006/main">
              <a:ext uri="{FF2B5EF4-FFF2-40B4-BE49-F238E27FC236}">
                <a16:creationId xmlns:a16="http://schemas.microsoft.com/office/drawing/2014/main" id="{1D2EB7D7-15CA-4C47-BF8D-1B387EA9554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73" name="24-text-4">
            <a:extLst xmlns:a="http://schemas.openxmlformats.org/drawingml/2006/main">
              <a:ext uri="{FF2B5EF4-FFF2-40B4-BE49-F238E27FC236}">
                <a16:creationId xmlns:a16="http://schemas.microsoft.com/office/drawing/2014/main" id="{0C450E2C-FF58-4CD5-A1A1-9DB3C63B1AD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74" name="24-text-5">
            <a:extLst xmlns:a="http://schemas.openxmlformats.org/drawingml/2006/main">
              <a:ext uri="{FF2B5EF4-FFF2-40B4-BE49-F238E27FC236}">
                <a16:creationId xmlns:a16="http://schemas.microsoft.com/office/drawing/2014/main" id="{6F8EB8CF-D30A-4107-A007-5A2C333B7995}"/>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5" name="24-text-6">
            <a:extLst xmlns:a="http://schemas.openxmlformats.org/drawingml/2006/main">
              <a:ext uri="{FF2B5EF4-FFF2-40B4-BE49-F238E27FC236}">
                <a16:creationId xmlns:a16="http://schemas.microsoft.com/office/drawing/2014/main" id="{68B152E9-0D05-4953-A438-645A90B5753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76" name="24-text-7">
            <a:extLst xmlns:a="http://schemas.openxmlformats.org/drawingml/2006/main">
              <a:ext uri="{FF2B5EF4-FFF2-40B4-BE49-F238E27FC236}">
                <a16:creationId xmlns:a16="http://schemas.microsoft.com/office/drawing/2014/main" id="{51103500-AEE7-4E1A-91B0-B38B4083EB2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7" name="24-text-8">
            <a:extLst xmlns:a="http://schemas.openxmlformats.org/drawingml/2006/main">
              <a:ext uri="{FF2B5EF4-FFF2-40B4-BE49-F238E27FC236}">
                <a16:creationId xmlns:a16="http://schemas.microsoft.com/office/drawing/2014/main" id="{0A72DD0E-1437-4889-B0DD-2FA50EE2322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78" name="narrative-number">
            <a:extLst xmlns:a="http://schemas.openxmlformats.org/drawingml/2006/main">
              <a:ext uri="{FF2B5EF4-FFF2-40B4-BE49-F238E27FC236}">
                <a16:creationId xmlns:a16="http://schemas.microsoft.com/office/drawing/2014/main" id="{DA7AA4E2-33DA-4CA8-99FE-560F9FFDF0A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638315086"/>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9" name="!!area-name">
            <a:extLst xmlns:a="http://schemas.openxmlformats.org/drawingml/2006/main">
              <a:ext uri="{FF2B5EF4-FFF2-40B4-BE49-F238E27FC236}">
                <a16:creationId xmlns:a16="http://schemas.microsoft.com/office/drawing/2014/main" id="{F16CDD60-F9C4-4564-AED5-DAED4CBB0B7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93" name="mini-map"/>
          <p:cNvPicPr>
            <a:picLocks xmlns:a="http://schemas.openxmlformats.org/drawingml/2006/main" noChangeAspect="1"/>
          </p:cNvPicPr>
          <p:nvPr/>
        </p:nvPicPr>
        <p:blipFill>
          <a:blip xmlns:r="http://schemas.openxmlformats.org/officeDocument/2006/relationships" xmlns:a="http://schemas.openxmlformats.org/drawingml/2006/main" r:embed="Rd79bbd3e10b146f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1" name="slide-title">
            <a:extLst xmlns:a="http://schemas.openxmlformats.org/drawingml/2006/main">
              <a:ext uri="{FF2B5EF4-FFF2-40B4-BE49-F238E27FC236}">
                <a16:creationId xmlns:a16="http://schemas.microsoft.com/office/drawing/2014/main" id="{A1A73867-580D-4DDB-9938-3023AC8199F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82" name="header-divider">
            <a:extLst xmlns:a="http://schemas.openxmlformats.org/drawingml/2006/main">
              <a:ext uri="{FF2B5EF4-FFF2-40B4-BE49-F238E27FC236}">
                <a16:creationId xmlns:a16="http://schemas.microsoft.com/office/drawing/2014/main" id="{07BBBC72-37F1-41E4-A8AF-9EDE044EB73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3" name="25-text-1">
            <a:extLst xmlns:a="http://schemas.openxmlformats.org/drawingml/2006/main">
              <a:ext uri="{FF2B5EF4-FFF2-40B4-BE49-F238E27FC236}">
                <a16:creationId xmlns:a16="http://schemas.microsoft.com/office/drawing/2014/main" id="{627FD2FD-47A9-4D3C-BC54-9BA8E0EFC19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84" name="25-text-2">
            <a:extLst xmlns:a="http://schemas.openxmlformats.org/drawingml/2006/main">
              <a:ext uri="{FF2B5EF4-FFF2-40B4-BE49-F238E27FC236}">
                <a16:creationId xmlns:a16="http://schemas.microsoft.com/office/drawing/2014/main" id="{850AD6A1-4F24-4A7E-A360-DE19834B4F9F}"/>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5" name="25-text-3">
            <a:extLst xmlns:a="http://schemas.openxmlformats.org/drawingml/2006/main">
              <a:ext uri="{FF2B5EF4-FFF2-40B4-BE49-F238E27FC236}">
                <a16:creationId xmlns:a16="http://schemas.microsoft.com/office/drawing/2014/main" id="{98E7CCA1-FF8B-45CD-BEDF-7651A63FD941}"/>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299"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7" name="25-text-5">
            <a:extLst xmlns:a="http://schemas.openxmlformats.org/drawingml/2006/main">
              <a:ext uri="{FF2B5EF4-FFF2-40B4-BE49-F238E27FC236}">
                <a16:creationId xmlns:a16="http://schemas.microsoft.com/office/drawing/2014/main" id="{5223FD5D-A103-4027-A099-310C7D5E4051}"/>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88" name="25-text-6">
            <a:extLst xmlns:a="http://schemas.openxmlformats.org/drawingml/2006/main">
              <a:ext uri="{FF2B5EF4-FFF2-40B4-BE49-F238E27FC236}">
                <a16:creationId xmlns:a16="http://schemas.microsoft.com/office/drawing/2014/main" id="{83E0D7D4-FD1C-40A9-975C-205BB53B9F83}"/>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89" name="25-text-7">
            <a:extLst xmlns:a="http://schemas.openxmlformats.org/drawingml/2006/main">
              <a:ext uri="{FF2B5EF4-FFF2-40B4-BE49-F238E27FC236}">
                <a16:creationId xmlns:a16="http://schemas.microsoft.com/office/drawing/2014/main" id="{86373B82-6EE5-48F7-83FB-8999A4F3151B}"/>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0" name="25-text-8">
            <a:extLst xmlns:a="http://schemas.openxmlformats.org/drawingml/2006/main">
              <a:ext uri="{FF2B5EF4-FFF2-40B4-BE49-F238E27FC236}">
                <a16:creationId xmlns:a16="http://schemas.microsoft.com/office/drawing/2014/main" id="{71B5328B-0281-4604-9482-D1694CCCFDE2}"/>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91" name="narrative-number">
            <a:extLst xmlns:a="http://schemas.openxmlformats.org/drawingml/2006/main">
              <a:ext uri="{FF2B5EF4-FFF2-40B4-BE49-F238E27FC236}">
                <a16:creationId xmlns:a16="http://schemas.microsoft.com/office/drawing/2014/main" id="{C1AC4CED-C0CA-4825-90E7-1D50156F4A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2128726910"/>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2" name="!!area-name">
            <a:extLst xmlns:a="http://schemas.openxmlformats.org/drawingml/2006/main">
              <a:ext uri="{FF2B5EF4-FFF2-40B4-BE49-F238E27FC236}">
                <a16:creationId xmlns:a16="http://schemas.microsoft.com/office/drawing/2014/main" id="{3CAC8008-13F9-4D65-947F-64AA4B4F7C6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01" name="mini-map"/>
          <p:cNvPicPr>
            <a:picLocks xmlns:a="http://schemas.openxmlformats.org/drawingml/2006/main" noChangeAspect="1"/>
          </p:cNvPicPr>
          <p:nvPr/>
        </p:nvPicPr>
        <p:blipFill>
          <a:blip xmlns:r="http://schemas.openxmlformats.org/officeDocument/2006/relationships" xmlns:a="http://schemas.openxmlformats.org/drawingml/2006/main" r:embed="Rff03469f351e444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4" name="header-divider">
            <a:extLst xmlns:a="http://schemas.openxmlformats.org/drawingml/2006/main">
              <a:ext uri="{FF2B5EF4-FFF2-40B4-BE49-F238E27FC236}">
                <a16:creationId xmlns:a16="http://schemas.microsoft.com/office/drawing/2014/main" id="{4AEBD242-BEF7-4881-B0D1-106FA3EFBBC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5" name="26-text-1">
            <a:extLst xmlns:a="http://schemas.openxmlformats.org/drawingml/2006/main">
              <a:ext uri="{FF2B5EF4-FFF2-40B4-BE49-F238E27FC236}">
                <a16:creationId xmlns:a16="http://schemas.microsoft.com/office/drawing/2014/main" id="{6FAA7563-4065-4DBA-B34D-C3D05DC6A2F3}"/>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6" name="26-text-2">
            <a:extLst xmlns:a="http://schemas.openxmlformats.org/drawingml/2006/main">
              <a:ext uri="{FF2B5EF4-FFF2-40B4-BE49-F238E27FC236}">
                <a16:creationId xmlns:a16="http://schemas.microsoft.com/office/drawing/2014/main" id="{F4E99A49-3B6D-45BD-B5C6-821D36344F7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7" name="26-text-3">
            <a:extLst xmlns:a="http://schemas.openxmlformats.org/drawingml/2006/main">
              <a:ext uri="{FF2B5EF4-FFF2-40B4-BE49-F238E27FC236}">
                <a16:creationId xmlns:a16="http://schemas.microsoft.com/office/drawing/2014/main" id="{61566426-49C1-495C-9B76-10DF795B159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6" name="26-image-4"/>
          <p:cNvPicPr>
            <a:picLocks xmlns:a="http://schemas.openxmlformats.org/drawingml/2006/main" noChangeAspect="1"/>
          </p:cNvPicPr>
          <p:nvPr/>
        </p:nvPicPr>
        <p:blipFill>
          <a:blip xmlns:r="http://schemas.openxmlformats.org/officeDocument/2006/relationships" xmlns:a="http://schemas.openxmlformats.org/drawingml/2006/main" r:embed="Rd8b7380a226e4eb2"/>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9" name="narrative-number">
            <a:extLst xmlns:a="http://schemas.openxmlformats.org/drawingml/2006/main">
              <a:ext uri="{FF2B5EF4-FFF2-40B4-BE49-F238E27FC236}">
                <a16:creationId xmlns:a16="http://schemas.microsoft.com/office/drawing/2014/main" id="{7BCCB388-464B-4EC6-B93B-91C76763AC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816441064"/>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0" name="!!area-name">
            <a:extLst xmlns:a="http://schemas.openxmlformats.org/drawingml/2006/main">
              <a:ext uri="{FF2B5EF4-FFF2-40B4-BE49-F238E27FC236}">
                <a16:creationId xmlns:a16="http://schemas.microsoft.com/office/drawing/2014/main" id="{5B1AC982-D02A-48A7-B822-EBF3B44BF0A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37" name="mini-map"/>
          <p:cNvPicPr>
            <a:picLocks xmlns:a="http://schemas.openxmlformats.org/drawingml/2006/main" noChangeAspect="1"/>
          </p:cNvPicPr>
          <p:nvPr/>
        </p:nvPicPr>
        <p:blipFill>
          <a:blip xmlns:r="http://schemas.openxmlformats.org/officeDocument/2006/relationships" xmlns:a="http://schemas.openxmlformats.org/drawingml/2006/main" r:embed="Rd220c4cdf56747c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2" name="slide-title">
            <a:extLst xmlns:a="http://schemas.openxmlformats.org/drawingml/2006/main">
              <a:ext uri="{FF2B5EF4-FFF2-40B4-BE49-F238E27FC236}">
                <a16:creationId xmlns:a16="http://schemas.microsoft.com/office/drawing/2014/main" id="{B3B43A07-BA12-47FB-ADDF-A93B1579ABB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03" name="header-divider">
            <a:extLst xmlns:a="http://schemas.openxmlformats.org/drawingml/2006/main">
              <a:ext uri="{FF2B5EF4-FFF2-40B4-BE49-F238E27FC236}">
                <a16:creationId xmlns:a16="http://schemas.microsoft.com/office/drawing/2014/main" id="{E4CBDF20-71E6-43D1-B43B-F9B8634E097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4" name="27-text-1">
            <a:extLst xmlns:a="http://schemas.openxmlformats.org/drawingml/2006/main">
              <a:ext uri="{FF2B5EF4-FFF2-40B4-BE49-F238E27FC236}">
                <a16:creationId xmlns:a16="http://schemas.microsoft.com/office/drawing/2014/main" id="{1EAB971A-1623-4020-8764-30021A93B72F}"/>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5" name="27-text-2">
            <a:extLst xmlns:a="http://schemas.openxmlformats.org/drawingml/2006/main">
              <a:ext uri="{FF2B5EF4-FFF2-40B4-BE49-F238E27FC236}">
                <a16:creationId xmlns:a16="http://schemas.microsoft.com/office/drawing/2014/main" id="{C127C8DC-2C30-4DF0-BE49-D2AD6520D137}"/>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306" name="27-text-3">
            <a:extLst xmlns:a="http://schemas.openxmlformats.org/drawingml/2006/main">
              <a:ext uri="{FF2B5EF4-FFF2-40B4-BE49-F238E27FC236}">
                <a16:creationId xmlns:a16="http://schemas.microsoft.com/office/drawing/2014/main" id="{1CE8CDC3-3BBB-42A8-BA8D-AA9A913F64EF}"/>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07" name="27-text-4">
            <a:extLst xmlns:a="http://schemas.openxmlformats.org/drawingml/2006/main">
              <a:ext uri="{FF2B5EF4-FFF2-40B4-BE49-F238E27FC236}">
                <a16:creationId xmlns:a16="http://schemas.microsoft.com/office/drawing/2014/main" id="{3D5218F8-62CC-437C-9025-B2B79B279D5A}"/>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308" name="27-text-5">
            <a:extLst xmlns:a="http://schemas.openxmlformats.org/drawingml/2006/main">
              <a:ext uri="{FF2B5EF4-FFF2-40B4-BE49-F238E27FC236}">
                <a16:creationId xmlns:a16="http://schemas.microsoft.com/office/drawing/2014/main" id="{A5EF7D80-5B99-42AA-A7C9-CFBEB132767C}"/>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309" name="27-text-6">
            <a:extLst xmlns:a="http://schemas.openxmlformats.org/drawingml/2006/main">
              <a:ext uri="{FF2B5EF4-FFF2-40B4-BE49-F238E27FC236}">
                <a16:creationId xmlns:a16="http://schemas.microsoft.com/office/drawing/2014/main" id="{D7DE0DEE-4F77-4074-8C9E-45EC6EDAB3EC}"/>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310" name="27-text-7">
            <a:extLst xmlns:a="http://schemas.openxmlformats.org/drawingml/2006/main">
              <a:ext uri="{FF2B5EF4-FFF2-40B4-BE49-F238E27FC236}">
                <a16:creationId xmlns:a16="http://schemas.microsoft.com/office/drawing/2014/main" id="{149B18CC-DE77-4028-9B0F-91223708449C}"/>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311" name="27-text-8">
            <a:extLst xmlns:a="http://schemas.openxmlformats.org/drawingml/2006/main">
              <a:ext uri="{FF2B5EF4-FFF2-40B4-BE49-F238E27FC236}">
                <a16:creationId xmlns:a16="http://schemas.microsoft.com/office/drawing/2014/main" id="{FBF0755F-7E75-4136-A6E0-D6632D5D18DD}"/>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312" name="27-text-9">
            <a:extLst xmlns:a="http://schemas.openxmlformats.org/drawingml/2006/main">
              <a:ext uri="{FF2B5EF4-FFF2-40B4-BE49-F238E27FC236}">
                <a16:creationId xmlns:a16="http://schemas.microsoft.com/office/drawing/2014/main" id="{7E2442BA-45C9-4EC1-9C3B-C2CCB6A3E7B3}"/>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313" name="27-line-11">
            <a:extLst xmlns:a="http://schemas.openxmlformats.org/drawingml/2006/main">
              <a:ext uri="{FF2B5EF4-FFF2-40B4-BE49-F238E27FC236}">
                <a16:creationId xmlns:a16="http://schemas.microsoft.com/office/drawing/2014/main" id="{1DBC8E08-A718-4E55-816F-B1E40A385079}"/>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4" name="27-line-13">
            <a:extLst xmlns:a="http://schemas.openxmlformats.org/drawingml/2006/main">
              <a:ext uri="{FF2B5EF4-FFF2-40B4-BE49-F238E27FC236}">
                <a16:creationId xmlns:a16="http://schemas.microsoft.com/office/drawing/2014/main" id="{0A060463-74D5-4206-AB75-DA482798071F}"/>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5" name="27-line-15">
            <a:extLst xmlns:a="http://schemas.openxmlformats.org/drawingml/2006/main">
              <a:ext uri="{FF2B5EF4-FFF2-40B4-BE49-F238E27FC236}">
                <a16:creationId xmlns:a16="http://schemas.microsoft.com/office/drawing/2014/main" id="{C72C6CA8-E1CD-4473-BAEF-ADB6DBF95B3A}"/>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6" name="27-line-17">
            <a:extLst xmlns:a="http://schemas.openxmlformats.org/drawingml/2006/main">
              <a:ext uri="{FF2B5EF4-FFF2-40B4-BE49-F238E27FC236}">
                <a16:creationId xmlns:a16="http://schemas.microsoft.com/office/drawing/2014/main" id="{22CA79FF-3528-42BC-B9CD-DC7E36333C53}"/>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7" name="27-line-19">
            <a:extLst xmlns:a="http://schemas.openxmlformats.org/drawingml/2006/main">
              <a:ext uri="{FF2B5EF4-FFF2-40B4-BE49-F238E27FC236}">
                <a16:creationId xmlns:a16="http://schemas.microsoft.com/office/drawing/2014/main" id="{11270557-659D-434D-B68E-AFC6B865A320}"/>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8" name="inspect-stage">
            <a:extLst xmlns:a="http://schemas.openxmlformats.org/drawingml/2006/main">
              <a:ext uri="{FF2B5EF4-FFF2-40B4-BE49-F238E27FC236}">
                <a16:creationId xmlns:a16="http://schemas.microsoft.com/office/drawing/2014/main" id="{87F2ED8C-8933-4128-A80C-8492034F9E04}"/>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9" name="27-line-21">
            <a:extLst xmlns:a="http://schemas.openxmlformats.org/drawingml/2006/main">
              <a:ext uri="{FF2B5EF4-FFF2-40B4-BE49-F238E27FC236}">
                <a16:creationId xmlns:a16="http://schemas.microsoft.com/office/drawing/2014/main" id="{19611AF5-0195-4206-A3BA-EC71F30299EC}"/>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0" name="bounded-agent-loop">
            <a:extLst xmlns:a="http://schemas.openxmlformats.org/drawingml/2006/main">
              <a:ext uri="{FF2B5EF4-FFF2-40B4-BE49-F238E27FC236}">
                <a16:creationId xmlns:a16="http://schemas.microsoft.com/office/drawing/2014/main" id="{EF87CE3F-A60B-49DE-B09F-B0E0B6865DEA}"/>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21" name="27-text-22">
            <a:extLst xmlns:a="http://schemas.openxmlformats.org/drawingml/2006/main">
              <a:ext uri="{FF2B5EF4-FFF2-40B4-BE49-F238E27FC236}">
                <a16:creationId xmlns:a16="http://schemas.microsoft.com/office/drawing/2014/main" id="{29371178-9476-4991-BA44-6B7183856EB6}"/>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22" name="27-text-23">
            <a:extLst xmlns:a="http://schemas.openxmlformats.org/drawingml/2006/main">
              <a:ext uri="{FF2B5EF4-FFF2-40B4-BE49-F238E27FC236}">
                <a16:creationId xmlns:a16="http://schemas.microsoft.com/office/drawing/2014/main" id="{67A8F046-BF87-46A5-9E04-1197FC7EF054}"/>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323" name="27-text-24">
            <a:extLst xmlns:a="http://schemas.openxmlformats.org/drawingml/2006/main">
              <a:ext uri="{FF2B5EF4-FFF2-40B4-BE49-F238E27FC236}">
                <a16:creationId xmlns:a16="http://schemas.microsoft.com/office/drawing/2014/main" id="{50941299-612B-4429-8121-B524EE4A0A96}"/>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24" name="27-text-25">
            <a:extLst xmlns:a="http://schemas.openxmlformats.org/drawingml/2006/main">
              <a:ext uri="{FF2B5EF4-FFF2-40B4-BE49-F238E27FC236}">
                <a16:creationId xmlns:a16="http://schemas.microsoft.com/office/drawing/2014/main" id="{203DFE99-6C72-4B80-8F8F-2B95D710904E}"/>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25" name="27-text-26">
            <a:extLst xmlns:a="http://schemas.openxmlformats.org/drawingml/2006/main">
              <a:ext uri="{FF2B5EF4-FFF2-40B4-BE49-F238E27FC236}">
                <a16:creationId xmlns:a16="http://schemas.microsoft.com/office/drawing/2014/main" id="{8D6250EC-43A4-41B9-B2EE-8981EEF4AEDC}"/>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26" name="27-text-27">
            <a:extLst xmlns:a="http://schemas.openxmlformats.org/drawingml/2006/main">
              <a:ext uri="{FF2B5EF4-FFF2-40B4-BE49-F238E27FC236}">
                <a16:creationId xmlns:a16="http://schemas.microsoft.com/office/drawing/2014/main" id="{189ACB8C-1D5E-41CA-A447-4E8C7834FB49}"/>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27" name="27-line-29">
            <a:extLst xmlns:a="http://schemas.openxmlformats.org/drawingml/2006/main">
              <a:ext uri="{FF2B5EF4-FFF2-40B4-BE49-F238E27FC236}">
                <a16:creationId xmlns:a16="http://schemas.microsoft.com/office/drawing/2014/main" id="{B8D502CA-ABFD-4091-A2F5-883ACA82E46A}"/>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8" name="27-line-31">
            <a:extLst xmlns:a="http://schemas.openxmlformats.org/drawingml/2006/main">
              <a:ext uri="{FF2B5EF4-FFF2-40B4-BE49-F238E27FC236}">
                <a16:creationId xmlns:a16="http://schemas.microsoft.com/office/drawing/2014/main" id="{A0D858AF-2610-4456-8B63-D217F73641F5}"/>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9" name="27-line-33">
            <a:extLst xmlns:a="http://schemas.openxmlformats.org/drawingml/2006/main">
              <a:ext uri="{FF2B5EF4-FFF2-40B4-BE49-F238E27FC236}">
                <a16:creationId xmlns:a16="http://schemas.microsoft.com/office/drawing/2014/main" id="{BE82D8A2-19E9-43FA-9DDE-52A224F407B1}"/>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0" name="27-line-35">
            <a:extLst xmlns:a="http://schemas.openxmlformats.org/drawingml/2006/main">
              <a:ext uri="{FF2B5EF4-FFF2-40B4-BE49-F238E27FC236}">
                <a16:creationId xmlns:a16="http://schemas.microsoft.com/office/drawing/2014/main" id="{57F2710C-5094-4F2B-BB6C-F1769B1713A8}"/>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31" name="27-line-37">
            <a:extLst xmlns:a="http://schemas.openxmlformats.org/drawingml/2006/main">
              <a:ext uri="{FF2B5EF4-FFF2-40B4-BE49-F238E27FC236}">
                <a16:creationId xmlns:a16="http://schemas.microsoft.com/office/drawing/2014/main" id="{D6559749-06AF-4336-878E-7C70D7D31B3F}"/>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2" name="27-line-39">
            <a:extLst xmlns:a="http://schemas.openxmlformats.org/drawingml/2006/main">
              <a:ext uri="{FF2B5EF4-FFF2-40B4-BE49-F238E27FC236}">
                <a16:creationId xmlns:a16="http://schemas.microsoft.com/office/drawing/2014/main" id="{F710F06B-D446-4A19-BF4F-D0BDB60BA645}"/>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33" name="27-text-40">
            <a:extLst xmlns:a="http://schemas.openxmlformats.org/drawingml/2006/main">
              <a:ext uri="{FF2B5EF4-FFF2-40B4-BE49-F238E27FC236}">
                <a16:creationId xmlns:a16="http://schemas.microsoft.com/office/drawing/2014/main" id="{79C08576-E207-47C6-B5A0-3CFB1851A701}"/>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34" name="27-text-41">
            <a:extLst xmlns:a="http://schemas.openxmlformats.org/drawingml/2006/main">
              <a:ext uri="{FF2B5EF4-FFF2-40B4-BE49-F238E27FC236}">
                <a16:creationId xmlns:a16="http://schemas.microsoft.com/office/drawing/2014/main" id="{9097E7C6-A7C1-480D-BD8F-9C333019D164}"/>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35" name="narrative-number">
            <a:extLst xmlns:a="http://schemas.openxmlformats.org/drawingml/2006/main">
              <a:ext uri="{FF2B5EF4-FFF2-40B4-BE49-F238E27FC236}">
                <a16:creationId xmlns:a16="http://schemas.microsoft.com/office/drawing/2014/main" id="{6ECAD5FE-6E2B-4A04-A253-165A0113E4C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715289533"/>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6" name="!!area-name">
            <a:extLst xmlns:a="http://schemas.openxmlformats.org/drawingml/2006/main">
              <a:ext uri="{FF2B5EF4-FFF2-40B4-BE49-F238E27FC236}">
                <a16:creationId xmlns:a16="http://schemas.microsoft.com/office/drawing/2014/main" id="{88F97E8F-40A8-4E20-94EB-75028D387E8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50" name="mini-map"/>
          <p:cNvPicPr>
            <a:picLocks xmlns:a="http://schemas.openxmlformats.org/drawingml/2006/main" noChangeAspect="1"/>
          </p:cNvPicPr>
          <p:nvPr/>
        </p:nvPicPr>
        <p:blipFill>
          <a:blip xmlns:r="http://schemas.openxmlformats.org/officeDocument/2006/relationships" xmlns:a="http://schemas.openxmlformats.org/drawingml/2006/main" r:embed="R4117a070e07e4d8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8" name="slide-title">
            <a:extLst xmlns:a="http://schemas.openxmlformats.org/drawingml/2006/main">
              <a:ext uri="{FF2B5EF4-FFF2-40B4-BE49-F238E27FC236}">
                <a16:creationId xmlns:a16="http://schemas.microsoft.com/office/drawing/2014/main" id="{BB666E60-B9E0-42A8-B332-49DE2EA6BB4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39" name="header-divider">
            <a:extLst xmlns:a="http://schemas.openxmlformats.org/drawingml/2006/main">
              <a:ext uri="{FF2B5EF4-FFF2-40B4-BE49-F238E27FC236}">
                <a16:creationId xmlns:a16="http://schemas.microsoft.com/office/drawing/2014/main" id="{C71ECB88-BA58-49AF-99AF-BE1376597AD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0" name="28-text-1">
            <a:extLst xmlns:a="http://schemas.openxmlformats.org/drawingml/2006/main">
              <a:ext uri="{FF2B5EF4-FFF2-40B4-BE49-F238E27FC236}">
                <a16:creationId xmlns:a16="http://schemas.microsoft.com/office/drawing/2014/main" id="{522619B5-F21C-40B7-A3AF-096928FF646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41" name="28-text-2">
            <a:extLst xmlns:a="http://schemas.openxmlformats.org/drawingml/2006/main">
              <a:ext uri="{FF2B5EF4-FFF2-40B4-BE49-F238E27FC236}">
                <a16:creationId xmlns:a16="http://schemas.microsoft.com/office/drawing/2014/main" id="{3987DED8-61D2-4ABB-9A88-5BF0964BB11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42" name="28-text-3">
            <a:extLst xmlns:a="http://schemas.openxmlformats.org/drawingml/2006/main">
              <a:ext uri="{FF2B5EF4-FFF2-40B4-BE49-F238E27FC236}">
                <a16:creationId xmlns:a16="http://schemas.microsoft.com/office/drawing/2014/main" id="{BFFE8310-ECDD-4D02-8BB0-94B142012BA9}"/>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43" name="28-text-4">
            <a:extLst xmlns:a="http://schemas.openxmlformats.org/drawingml/2006/main">
              <a:ext uri="{FF2B5EF4-FFF2-40B4-BE49-F238E27FC236}">
                <a16:creationId xmlns:a16="http://schemas.microsoft.com/office/drawing/2014/main" id="{0B9A988F-F469-4633-A088-7824135CF823}"/>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44" name="28-text-5">
            <a:extLst xmlns:a="http://schemas.openxmlformats.org/drawingml/2006/main">
              <a:ext uri="{FF2B5EF4-FFF2-40B4-BE49-F238E27FC236}">
                <a16:creationId xmlns:a16="http://schemas.microsoft.com/office/drawing/2014/main" id="{E630D385-28B6-460A-A2AC-B010354A3C1D}"/>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45" name="28-text-6">
            <a:extLst xmlns:a="http://schemas.openxmlformats.org/drawingml/2006/main">
              <a:ext uri="{FF2B5EF4-FFF2-40B4-BE49-F238E27FC236}">
                <a16:creationId xmlns:a16="http://schemas.microsoft.com/office/drawing/2014/main" id="{DBABB6CF-7CE6-4158-98A9-2CFD57634299}"/>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46" name="28-text-7">
            <a:extLst xmlns:a="http://schemas.openxmlformats.org/drawingml/2006/main">
              <a:ext uri="{FF2B5EF4-FFF2-40B4-BE49-F238E27FC236}">
                <a16:creationId xmlns:a16="http://schemas.microsoft.com/office/drawing/2014/main" id="{84BAFF61-8AC4-416A-B4FF-AE19DBA779BC}"/>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47" name="28-text-8">
            <a:extLst xmlns:a="http://schemas.openxmlformats.org/drawingml/2006/main">
              <a:ext uri="{FF2B5EF4-FFF2-40B4-BE49-F238E27FC236}">
                <a16:creationId xmlns:a16="http://schemas.microsoft.com/office/drawing/2014/main" id="{616EB279-BE08-4BFD-B94B-57662DC687E8}"/>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48" name="narrative-number">
            <a:extLst xmlns:a="http://schemas.openxmlformats.org/drawingml/2006/main">
              <a:ext uri="{FF2B5EF4-FFF2-40B4-BE49-F238E27FC236}">
                <a16:creationId xmlns:a16="http://schemas.microsoft.com/office/drawing/2014/main" id="{818722B3-B059-47D6-A559-C93C65EA6C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1507049817"/>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9" name="!!area-name">
            <a:extLst xmlns:a="http://schemas.openxmlformats.org/drawingml/2006/main">
              <a:ext uri="{FF2B5EF4-FFF2-40B4-BE49-F238E27FC236}">
                <a16:creationId xmlns:a16="http://schemas.microsoft.com/office/drawing/2014/main" id="{903CAE92-A656-4847-A59C-5D0C36AC3A0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63" name="mini-map"/>
          <p:cNvPicPr>
            <a:picLocks xmlns:a="http://schemas.openxmlformats.org/drawingml/2006/main" noChangeAspect="1"/>
          </p:cNvPicPr>
          <p:nvPr/>
        </p:nvPicPr>
        <p:blipFill>
          <a:blip xmlns:r="http://schemas.openxmlformats.org/officeDocument/2006/relationships" xmlns:a="http://schemas.openxmlformats.org/drawingml/2006/main" r:embed="R0d3fdbeb76a6403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1" name="slide-title">
            <a:extLst xmlns:a="http://schemas.openxmlformats.org/drawingml/2006/main">
              <a:ext uri="{FF2B5EF4-FFF2-40B4-BE49-F238E27FC236}">
                <a16:creationId xmlns:a16="http://schemas.microsoft.com/office/drawing/2014/main" id="{3179D935-8306-4F6B-B8F8-4A332946F76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52" name="header-divider">
            <a:extLst xmlns:a="http://schemas.openxmlformats.org/drawingml/2006/main">
              <a:ext uri="{FF2B5EF4-FFF2-40B4-BE49-F238E27FC236}">
                <a16:creationId xmlns:a16="http://schemas.microsoft.com/office/drawing/2014/main" id="{DFDEEE51-98A5-48F0-94F7-ABDA650F64D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3" name="29-text-1">
            <a:extLst xmlns:a="http://schemas.openxmlformats.org/drawingml/2006/main">
              <a:ext uri="{FF2B5EF4-FFF2-40B4-BE49-F238E27FC236}">
                <a16:creationId xmlns:a16="http://schemas.microsoft.com/office/drawing/2014/main" id="{801A74AD-1E40-4689-AD01-A2F29B42807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54" name="29-text-2">
            <a:extLst xmlns:a="http://schemas.openxmlformats.org/drawingml/2006/main">
              <a:ext uri="{FF2B5EF4-FFF2-40B4-BE49-F238E27FC236}">
                <a16:creationId xmlns:a16="http://schemas.microsoft.com/office/drawing/2014/main" id="{D8C947AB-2776-4097-AD7A-D0B0D3D6A03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55" name="29-text-3">
            <a:extLst xmlns:a="http://schemas.openxmlformats.org/drawingml/2006/main">
              <a:ext uri="{FF2B5EF4-FFF2-40B4-BE49-F238E27FC236}">
                <a16:creationId xmlns:a16="http://schemas.microsoft.com/office/drawing/2014/main" id="{DDC4EA19-B32A-47AC-A3BA-6F76DDF2705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56" name="29-text-4">
            <a:extLst xmlns:a="http://schemas.openxmlformats.org/drawingml/2006/main">
              <a:ext uri="{FF2B5EF4-FFF2-40B4-BE49-F238E27FC236}">
                <a16:creationId xmlns:a16="http://schemas.microsoft.com/office/drawing/2014/main" id="{6CB491D8-2F79-4FA5-ACA3-6A779B84A4D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57" name="29-text-5">
            <a:extLst xmlns:a="http://schemas.openxmlformats.org/drawingml/2006/main">
              <a:ext uri="{FF2B5EF4-FFF2-40B4-BE49-F238E27FC236}">
                <a16:creationId xmlns:a16="http://schemas.microsoft.com/office/drawing/2014/main" id="{205C15C8-4915-4405-82FA-1FD17E3040F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58" name="29-text-6">
            <a:extLst xmlns:a="http://schemas.openxmlformats.org/drawingml/2006/main">
              <a:ext uri="{FF2B5EF4-FFF2-40B4-BE49-F238E27FC236}">
                <a16:creationId xmlns:a16="http://schemas.microsoft.com/office/drawing/2014/main" id="{A3F6C66A-335F-4026-9595-C0D350F50E85}"/>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59" name="29-text-7">
            <a:extLst xmlns:a="http://schemas.openxmlformats.org/drawingml/2006/main">
              <a:ext uri="{FF2B5EF4-FFF2-40B4-BE49-F238E27FC236}">
                <a16:creationId xmlns:a16="http://schemas.microsoft.com/office/drawing/2014/main" id="{71D9F5F6-2DCA-4F19-B598-208328AD885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60" name="29-text-8">
            <a:extLst xmlns:a="http://schemas.openxmlformats.org/drawingml/2006/main">
              <a:ext uri="{FF2B5EF4-FFF2-40B4-BE49-F238E27FC236}">
                <a16:creationId xmlns:a16="http://schemas.microsoft.com/office/drawing/2014/main" id="{9BC75817-80EB-4A74-8F55-E1927E82D57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61" name="narrative-number">
            <a:extLst xmlns:a="http://schemas.openxmlformats.org/drawingml/2006/main">
              <a:ext uri="{FF2B5EF4-FFF2-40B4-BE49-F238E27FC236}">
                <a16:creationId xmlns:a16="http://schemas.microsoft.com/office/drawing/2014/main" id="{EFF43286-1957-4877-91A8-724968BF37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716038551"/>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2" name="!!area-name">
            <a:extLst xmlns:a="http://schemas.openxmlformats.org/drawingml/2006/main">
              <a:ext uri="{FF2B5EF4-FFF2-40B4-BE49-F238E27FC236}">
                <a16:creationId xmlns:a16="http://schemas.microsoft.com/office/drawing/2014/main" id="{5D54BF21-8FA4-47DB-8043-5318A86EA90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86" name="mini-map"/>
          <p:cNvPicPr>
            <a:picLocks xmlns:a="http://schemas.openxmlformats.org/drawingml/2006/main" noChangeAspect="1"/>
          </p:cNvPicPr>
          <p:nvPr/>
        </p:nvPicPr>
        <p:blipFill>
          <a:blip xmlns:r="http://schemas.openxmlformats.org/officeDocument/2006/relationships" xmlns:a="http://schemas.openxmlformats.org/drawingml/2006/main" r:embed="R77abf3b7308e473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4" name="slide-title">
            <a:extLst xmlns:a="http://schemas.openxmlformats.org/drawingml/2006/main">
              <a:ext uri="{FF2B5EF4-FFF2-40B4-BE49-F238E27FC236}">
                <a16:creationId xmlns:a16="http://schemas.microsoft.com/office/drawing/2014/main" id="{F1475310-FAAD-4F3F-BDF9-428A82EA504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65" name="header-divider">
            <a:extLst xmlns:a="http://schemas.openxmlformats.org/drawingml/2006/main">
              <a:ext uri="{FF2B5EF4-FFF2-40B4-BE49-F238E27FC236}">
                <a16:creationId xmlns:a16="http://schemas.microsoft.com/office/drawing/2014/main" id="{57AD01C8-8F5B-413E-967A-4E4A3830D62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6" name="30-text-1">
            <a:extLst xmlns:a="http://schemas.openxmlformats.org/drawingml/2006/main">
              <a:ext uri="{FF2B5EF4-FFF2-40B4-BE49-F238E27FC236}">
                <a16:creationId xmlns:a16="http://schemas.microsoft.com/office/drawing/2014/main" id="{FB889896-AF36-4008-B385-DAB59B416C4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67" name="30-text-2">
            <a:extLst xmlns:a="http://schemas.openxmlformats.org/drawingml/2006/main">
              <a:ext uri="{FF2B5EF4-FFF2-40B4-BE49-F238E27FC236}">
                <a16:creationId xmlns:a16="http://schemas.microsoft.com/office/drawing/2014/main" id="{4E13C59D-A48F-4692-87DC-30EC1D6EB5DD}"/>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68" name="30-text-3">
            <a:extLst xmlns:a="http://schemas.openxmlformats.org/drawingml/2006/main">
              <a:ext uri="{FF2B5EF4-FFF2-40B4-BE49-F238E27FC236}">
                <a16:creationId xmlns:a16="http://schemas.microsoft.com/office/drawing/2014/main" id="{3E4F7410-9AA7-4E67-8FE7-F6EB49C7B5B7}"/>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69" name="30-text-4">
            <a:extLst xmlns:a="http://schemas.openxmlformats.org/drawingml/2006/main">
              <a:ext uri="{FF2B5EF4-FFF2-40B4-BE49-F238E27FC236}">
                <a16:creationId xmlns:a16="http://schemas.microsoft.com/office/drawing/2014/main" id="{8CD7BF65-F1D6-46D0-B0DA-4CC1484F3C5A}"/>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70" name="30-text-5">
            <a:extLst xmlns:a="http://schemas.openxmlformats.org/drawingml/2006/main">
              <a:ext uri="{FF2B5EF4-FFF2-40B4-BE49-F238E27FC236}">
                <a16:creationId xmlns:a16="http://schemas.microsoft.com/office/drawing/2014/main" id="{B7050F8C-D80E-43A6-8063-D50EC160CDA4}"/>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71" name="30-line-7">
            <a:extLst xmlns:a="http://schemas.openxmlformats.org/drawingml/2006/main">
              <a:ext uri="{FF2B5EF4-FFF2-40B4-BE49-F238E27FC236}">
                <a16:creationId xmlns:a16="http://schemas.microsoft.com/office/drawing/2014/main" id="{B6E710CA-77E0-4DA2-B698-B1BFF57865F8}"/>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2" name="30-text-8">
            <a:extLst xmlns:a="http://schemas.openxmlformats.org/drawingml/2006/main">
              <a:ext uri="{FF2B5EF4-FFF2-40B4-BE49-F238E27FC236}">
                <a16:creationId xmlns:a16="http://schemas.microsoft.com/office/drawing/2014/main" id="{0C76CC74-341C-4ED1-BB10-A98DC1DFECFB}"/>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73" name="30-text-9">
            <a:extLst xmlns:a="http://schemas.openxmlformats.org/drawingml/2006/main">
              <a:ext uri="{FF2B5EF4-FFF2-40B4-BE49-F238E27FC236}">
                <a16:creationId xmlns:a16="http://schemas.microsoft.com/office/drawing/2014/main" id="{6E608063-8EA0-46EB-AFB1-23D445D97846}"/>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74" name="30-line-11">
            <a:extLst xmlns:a="http://schemas.openxmlformats.org/drawingml/2006/main">
              <a:ext uri="{FF2B5EF4-FFF2-40B4-BE49-F238E27FC236}">
                <a16:creationId xmlns:a16="http://schemas.microsoft.com/office/drawing/2014/main" id="{B1D635F9-7452-43D7-B3C6-5FA008BE1F0A}"/>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5" name="30-line-13">
            <a:extLst xmlns:a="http://schemas.openxmlformats.org/drawingml/2006/main">
              <a:ext uri="{FF2B5EF4-FFF2-40B4-BE49-F238E27FC236}">
                <a16:creationId xmlns:a16="http://schemas.microsoft.com/office/drawing/2014/main" id="{310827F8-2455-4B4D-8EA9-94B0E6131220}"/>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6" name="30-line-15">
            <a:extLst xmlns:a="http://schemas.openxmlformats.org/drawingml/2006/main">
              <a:ext uri="{FF2B5EF4-FFF2-40B4-BE49-F238E27FC236}">
                <a16:creationId xmlns:a16="http://schemas.microsoft.com/office/drawing/2014/main" id="{D750A132-F1E4-41F3-8303-BC842F45CE7F}"/>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7" name="30-line-17">
            <a:extLst xmlns:a="http://schemas.openxmlformats.org/drawingml/2006/main">
              <a:ext uri="{FF2B5EF4-FFF2-40B4-BE49-F238E27FC236}">
                <a16:creationId xmlns:a16="http://schemas.microsoft.com/office/drawing/2014/main" id="{C3CFB28A-2A5D-4203-AF5F-95AD584D79E5}"/>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8" name="30-text-18">
            <a:extLst xmlns:a="http://schemas.openxmlformats.org/drawingml/2006/main">
              <a:ext uri="{FF2B5EF4-FFF2-40B4-BE49-F238E27FC236}">
                <a16:creationId xmlns:a16="http://schemas.microsoft.com/office/drawing/2014/main" id="{14722C3D-30D8-47AC-827D-21384A1BE418}"/>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79" name="30-text-19">
            <a:extLst xmlns:a="http://schemas.openxmlformats.org/drawingml/2006/main">
              <a:ext uri="{FF2B5EF4-FFF2-40B4-BE49-F238E27FC236}">
                <a16:creationId xmlns:a16="http://schemas.microsoft.com/office/drawing/2014/main" id="{FA59B68F-9931-49CD-853C-C63C8CE5AA8C}"/>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80" name="30-line-21">
            <a:extLst xmlns:a="http://schemas.openxmlformats.org/drawingml/2006/main">
              <a:ext uri="{FF2B5EF4-FFF2-40B4-BE49-F238E27FC236}">
                <a16:creationId xmlns:a16="http://schemas.microsoft.com/office/drawing/2014/main" id="{5D58B020-C61C-45DA-8926-53B7DDCA1646}"/>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81" name="30-text-22">
            <a:extLst xmlns:a="http://schemas.openxmlformats.org/drawingml/2006/main">
              <a:ext uri="{FF2B5EF4-FFF2-40B4-BE49-F238E27FC236}">
                <a16:creationId xmlns:a16="http://schemas.microsoft.com/office/drawing/2014/main" id="{5656FD6B-DDF2-4631-9CC9-5DA23A271345}"/>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82" name="30-text-23">
            <a:extLst xmlns:a="http://schemas.openxmlformats.org/drawingml/2006/main">
              <a:ext uri="{FF2B5EF4-FFF2-40B4-BE49-F238E27FC236}">
                <a16:creationId xmlns:a16="http://schemas.microsoft.com/office/drawing/2014/main" id="{E5A8C462-F15D-4249-B70D-493E36F76A88}"/>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83" name="30-text-24">
            <a:extLst xmlns:a="http://schemas.openxmlformats.org/drawingml/2006/main">
              <a:ext uri="{FF2B5EF4-FFF2-40B4-BE49-F238E27FC236}">
                <a16:creationId xmlns:a16="http://schemas.microsoft.com/office/drawing/2014/main" id="{A8334B45-DA95-4556-9663-26E1EC848A68}"/>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84" name="narrative-number">
            <a:extLst xmlns:a="http://schemas.openxmlformats.org/drawingml/2006/main">
              <a:ext uri="{FF2B5EF4-FFF2-40B4-BE49-F238E27FC236}">
                <a16:creationId xmlns:a16="http://schemas.microsoft.com/office/drawing/2014/main" id="{90C93750-1021-4EA1-A51B-7AA712E3BB8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3471673265"/>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5" name="!!area-name">
            <a:extLst xmlns:a="http://schemas.openxmlformats.org/drawingml/2006/main">
              <a:ext uri="{FF2B5EF4-FFF2-40B4-BE49-F238E27FC236}">
                <a16:creationId xmlns:a16="http://schemas.microsoft.com/office/drawing/2014/main" id="{A6247AF2-153A-40E4-996C-62D4EF9B5D7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94" name="mini-map"/>
          <p:cNvPicPr>
            <a:picLocks xmlns:a="http://schemas.openxmlformats.org/drawingml/2006/main" noChangeAspect="1"/>
          </p:cNvPicPr>
          <p:nvPr/>
        </p:nvPicPr>
        <p:blipFill>
          <a:blip xmlns:r="http://schemas.openxmlformats.org/officeDocument/2006/relationships" xmlns:a="http://schemas.openxmlformats.org/drawingml/2006/main" r:embed="R8407790960b2418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7" name="header-divider">
            <a:extLst xmlns:a="http://schemas.openxmlformats.org/drawingml/2006/main">
              <a:ext uri="{FF2B5EF4-FFF2-40B4-BE49-F238E27FC236}">
                <a16:creationId xmlns:a16="http://schemas.microsoft.com/office/drawing/2014/main" id="{1083831C-C4B3-44EE-993A-2CBDC5A0F38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8" name="31-text-1">
            <a:extLst xmlns:a="http://schemas.openxmlformats.org/drawingml/2006/main">
              <a:ext uri="{FF2B5EF4-FFF2-40B4-BE49-F238E27FC236}">
                <a16:creationId xmlns:a16="http://schemas.microsoft.com/office/drawing/2014/main" id="{7662AD29-E364-4196-A8A5-900CEA1435CD}"/>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89" name="31-text-2">
            <a:extLst xmlns:a="http://schemas.openxmlformats.org/drawingml/2006/main">
              <a:ext uri="{FF2B5EF4-FFF2-40B4-BE49-F238E27FC236}">
                <a16:creationId xmlns:a16="http://schemas.microsoft.com/office/drawing/2014/main" id="{086EBB6F-8BF6-4FDB-A163-E6775BF83024}"/>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90" name="31-text-3">
            <a:extLst xmlns:a="http://schemas.openxmlformats.org/drawingml/2006/main">
              <a:ext uri="{FF2B5EF4-FFF2-40B4-BE49-F238E27FC236}">
                <a16:creationId xmlns:a16="http://schemas.microsoft.com/office/drawing/2014/main" id="{BDF69D2B-DBF6-49AD-A8C8-33F1DE97565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99" name="31-image-4"/>
          <p:cNvPicPr>
            <a:picLocks xmlns:a="http://schemas.openxmlformats.org/drawingml/2006/main" noChangeAspect="1"/>
          </p:cNvPicPr>
          <p:nvPr/>
        </p:nvPicPr>
        <p:blipFill>
          <a:blip xmlns:r="http://schemas.openxmlformats.org/officeDocument/2006/relationships" xmlns:a="http://schemas.openxmlformats.org/drawingml/2006/main" r:embed="R35359c8ad60542e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92" name="narrative-number">
            <a:extLst xmlns:a="http://schemas.openxmlformats.org/drawingml/2006/main">
              <a:ext uri="{FF2B5EF4-FFF2-40B4-BE49-F238E27FC236}">
                <a16:creationId xmlns:a16="http://schemas.microsoft.com/office/drawing/2014/main" id="{C22EAB11-B101-4220-B12B-C6E403C27F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4273799119"/>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3" name="!!area-name">
            <a:extLst xmlns:a="http://schemas.openxmlformats.org/drawingml/2006/main">
              <a:ext uri="{FF2B5EF4-FFF2-40B4-BE49-F238E27FC236}">
                <a16:creationId xmlns:a16="http://schemas.microsoft.com/office/drawing/2014/main" id="{7B7E2D71-0A0A-441B-8537-61B18A6632D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410" name="mini-map"/>
          <p:cNvPicPr>
            <a:picLocks xmlns:a="http://schemas.openxmlformats.org/drawingml/2006/main" noChangeAspect="1"/>
          </p:cNvPicPr>
          <p:nvPr/>
        </p:nvPicPr>
        <p:blipFill>
          <a:blip xmlns:r="http://schemas.openxmlformats.org/officeDocument/2006/relationships" xmlns:a="http://schemas.openxmlformats.org/drawingml/2006/main" r:embed="Rf1e5ebd533fd418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5" name="slide-title">
            <a:extLst xmlns:a="http://schemas.openxmlformats.org/drawingml/2006/main">
              <a:ext uri="{FF2B5EF4-FFF2-40B4-BE49-F238E27FC236}">
                <a16:creationId xmlns:a16="http://schemas.microsoft.com/office/drawing/2014/main" id="{C8125158-5D03-4B63-9B01-6BADD717CE6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96" name="header-divider">
            <a:extLst xmlns:a="http://schemas.openxmlformats.org/drawingml/2006/main">
              <a:ext uri="{FF2B5EF4-FFF2-40B4-BE49-F238E27FC236}">
                <a16:creationId xmlns:a16="http://schemas.microsoft.com/office/drawing/2014/main" id="{7A49FC2A-FB3F-4431-B332-8FEE15E0EB8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32-text-1">
            <a:extLst xmlns:a="http://schemas.openxmlformats.org/drawingml/2006/main">
              <a:ext uri="{FF2B5EF4-FFF2-40B4-BE49-F238E27FC236}">
                <a16:creationId xmlns:a16="http://schemas.microsoft.com/office/drawing/2014/main" id="{AA542BAA-7A57-46E3-B37C-D5B996D22AB8}"/>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98" name="32-text-2">
            <a:extLst xmlns:a="http://schemas.openxmlformats.org/drawingml/2006/main">
              <a:ext uri="{FF2B5EF4-FFF2-40B4-BE49-F238E27FC236}">
                <a16:creationId xmlns:a16="http://schemas.microsoft.com/office/drawing/2014/main" id="{1B61D43C-1049-44B9-9043-648A5E2A3022}"/>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99" name="32-text-3">
            <a:extLst xmlns:a="http://schemas.openxmlformats.org/drawingml/2006/main">
              <a:ext uri="{FF2B5EF4-FFF2-40B4-BE49-F238E27FC236}">
                <a16:creationId xmlns:a16="http://schemas.microsoft.com/office/drawing/2014/main" id="{8DDCC737-7EF4-4085-8ED3-EC865BE00415}"/>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400" name="32-text-4">
            <a:extLst xmlns:a="http://schemas.openxmlformats.org/drawingml/2006/main">
              <a:ext uri="{FF2B5EF4-FFF2-40B4-BE49-F238E27FC236}">
                <a16:creationId xmlns:a16="http://schemas.microsoft.com/office/drawing/2014/main" id="{DFFF6D46-1031-4FE9-B060-EF9A5ECBD0FB}"/>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401" name="32-shape-5">
            <a:extLst xmlns:a="http://schemas.openxmlformats.org/drawingml/2006/main">
              <a:ext uri="{FF2B5EF4-FFF2-40B4-BE49-F238E27FC236}">
                <a16:creationId xmlns:a16="http://schemas.microsoft.com/office/drawing/2014/main" id="{E46204AB-DB8F-402E-95E2-26F58C24B359}"/>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2" name="32-text-6">
            <a:extLst xmlns:a="http://schemas.openxmlformats.org/drawingml/2006/main">
              <a:ext uri="{FF2B5EF4-FFF2-40B4-BE49-F238E27FC236}">
                <a16:creationId xmlns:a16="http://schemas.microsoft.com/office/drawing/2014/main" id="{00E45DC0-E2BB-4F8E-881A-17C4F118ECB6}"/>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403" name="32-text-7">
            <a:extLst xmlns:a="http://schemas.openxmlformats.org/drawingml/2006/main">
              <a:ext uri="{FF2B5EF4-FFF2-40B4-BE49-F238E27FC236}">
                <a16:creationId xmlns:a16="http://schemas.microsoft.com/office/drawing/2014/main" id="{4B735DA9-2553-42CC-ADF3-A7859D54DA84}"/>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404" name="32-text-8">
            <a:extLst xmlns:a="http://schemas.openxmlformats.org/drawingml/2006/main">
              <a:ext uri="{FF2B5EF4-FFF2-40B4-BE49-F238E27FC236}">
                <a16:creationId xmlns:a16="http://schemas.microsoft.com/office/drawing/2014/main" id="{C9E69B83-DE62-476F-924B-7961DBF12335}"/>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405" name="32-text-9">
            <a:extLst xmlns:a="http://schemas.openxmlformats.org/drawingml/2006/main">
              <a:ext uri="{FF2B5EF4-FFF2-40B4-BE49-F238E27FC236}">
                <a16:creationId xmlns:a16="http://schemas.microsoft.com/office/drawing/2014/main" id="{24ED4DB9-E844-4F50-9C45-117649D57A4F}"/>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406" name="32-text-10">
            <a:extLst xmlns:a="http://schemas.openxmlformats.org/drawingml/2006/main">
              <a:ext uri="{FF2B5EF4-FFF2-40B4-BE49-F238E27FC236}">
                <a16:creationId xmlns:a16="http://schemas.microsoft.com/office/drawing/2014/main" id="{200C3C49-3292-4A8D-9588-4E8A5A70EA93}"/>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07" name="32-text-11">
            <a:extLst xmlns:a="http://schemas.openxmlformats.org/drawingml/2006/main">
              <a:ext uri="{FF2B5EF4-FFF2-40B4-BE49-F238E27FC236}">
                <a16:creationId xmlns:a16="http://schemas.microsoft.com/office/drawing/2014/main" id="{4A553953-83BD-4878-91DD-509C2E34419A}"/>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408" name="narrative-number">
            <a:extLst xmlns:a="http://schemas.openxmlformats.org/drawingml/2006/main">
              <a:ext uri="{FF2B5EF4-FFF2-40B4-BE49-F238E27FC236}">
                <a16:creationId xmlns:a16="http://schemas.microsoft.com/office/drawing/2014/main" id="{56808B20-83AC-40DA-B4CA-F767FBC2F19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3561504728"/>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9" name="!!area-name">
            <a:extLst xmlns:a="http://schemas.openxmlformats.org/drawingml/2006/main">
              <a:ext uri="{FF2B5EF4-FFF2-40B4-BE49-F238E27FC236}">
                <a16:creationId xmlns:a16="http://schemas.microsoft.com/office/drawing/2014/main" id="{BDA32655-C8D3-4E19-BB93-5F09339F382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19" name="mini-map"/>
          <p:cNvPicPr>
            <a:picLocks xmlns:a="http://schemas.openxmlformats.org/drawingml/2006/main" noChangeAspect="1"/>
          </p:cNvPicPr>
          <p:nvPr/>
        </p:nvPicPr>
        <p:blipFill>
          <a:blip xmlns:r="http://schemas.openxmlformats.org/officeDocument/2006/relationships" xmlns:a="http://schemas.openxmlformats.org/drawingml/2006/main" r:embed="Rcfd5fb4ff417443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1" name="slide-title">
            <a:extLst xmlns:a="http://schemas.openxmlformats.org/drawingml/2006/main">
              <a:ext uri="{FF2B5EF4-FFF2-40B4-BE49-F238E27FC236}">
                <a16:creationId xmlns:a16="http://schemas.microsoft.com/office/drawing/2014/main" id="{26329168-9955-4F1F-AF6F-8EF01483C9D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12" name="header-divider">
            <a:extLst xmlns:a="http://schemas.openxmlformats.org/drawingml/2006/main">
              <a:ext uri="{FF2B5EF4-FFF2-40B4-BE49-F238E27FC236}">
                <a16:creationId xmlns:a16="http://schemas.microsoft.com/office/drawing/2014/main" id="{4CB30E48-7162-4BF6-BAFB-B77E375A608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3" name="33-text-1">
            <a:extLst xmlns:a="http://schemas.openxmlformats.org/drawingml/2006/main">
              <a:ext uri="{FF2B5EF4-FFF2-40B4-BE49-F238E27FC236}">
                <a16:creationId xmlns:a16="http://schemas.microsoft.com/office/drawing/2014/main" id="{E747A9DE-352A-496E-AAEF-CAEA5ACE3EB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23"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5" name="33-text-3">
            <a:extLst xmlns:a="http://schemas.openxmlformats.org/drawingml/2006/main">
              <a:ext uri="{FF2B5EF4-FFF2-40B4-BE49-F238E27FC236}">
                <a16:creationId xmlns:a16="http://schemas.microsoft.com/office/drawing/2014/main" id="{EDAB6F3B-A0EB-4C32-A753-5B3CAEE020F5}"/>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16" name="33-text-4">
            <a:extLst xmlns:a="http://schemas.openxmlformats.org/drawingml/2006/main">
              <a:ext uri="{FF2B5EF4-FFF2-40B4-BE49-F238E27FC236}">
                <a16:creationId xmlns:a16="http://schemas.microsoft.com/office/drawing/2014/main" id="{6C144F31-9CD4-4BA8-8300-0A5C674CA6EB}"/>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17" name="narrative-number">
            <a:extLst xmlns:a="http://schemas.openxmlformats.org/drawingml/2006/main">
              <a:ext uri="{FF2B5EF4-FFF2-40B4-BE49-F238E27FC236}">
                <a16:creationId xmlns:a16="http://schemas.microsoft.com/office/drawing/2014/main" id="{B4C896F5-FAAC-470C-BB48-56426FCE2C1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928016500"/>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8" name="!!area-name">
            <a:extLst xmlns:a="http://schemas.openxmlformats.org/drawingml/2006/main">
              <a:ext uri="{FF2B5EF4-FFF2-40B4-BE49-F238E27FC236}">
                <a16:creationId xmlns:a16="http://schemas.microsoft.com/office/drawing/2014/main" id="{483DEA2F-BD10-41EF-B78B-008AC62CFC0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33" name="mini-map"/>
          <p:cNvPicPr>
            <a:picLocks xmlns:a="http://schemas.openxmlformats.org/drawingml/2006/main" noChangeAspect="1"/>
          </p:cNvPicPr>
          <p:nvPr/>
        </p:nvPicPr>
        <p:blipFill>
          <a:blip xmlns:r="http://schemas.openxmlformats.org/officeDocument/2006/relationships" xmlns:a="http://schemas.openxmlformats.org/drawingml/2006/main" r:embed="Rc8631624a1ea422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0" name="slide-title">
            <a:extLst xmlns:a="http://schemas.openxmlformats.org/drawingml/2006/main">
              <a:ext uri="{FF2B5EF4-FFF2-40B4-BE49-F238E27FC236}">
                <a16:creationId xmlns:a16="http://schemas.microsoft.com/office/drawing/2014/main" id="{C54DD28A-17F9-42B3-9F95-E0BB3A0D598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21" name="header-divider">
            <a:extLst xmlns:a="http://schemas.openxmlformats.org/drawingml/2006/main">
              <a:ext uri="{FF2B5EF4-FFF2-40B4-BE49-F238E27FC236}">
                <a16:creationId xmlns:a16="http://schemas.microsoft.com/office/drawing/2014/main" id="{A3CA8341-DD2C-40D4-827A-C8F57F0338B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2" name="34-text-1">
            <a:extLst xmlns:a="http://schemas.openxmlformats.org/drawingml/2006/main">
              <a:ext uri="{FF2B5EF4-FFF2-40B4-BE49-F238E27FC236}">
                <a16:creationId xmlns:a16="http://schemas.microsoft.com/office/drawing/2014/main" id="{D70ACA3F-ADB1-479B-8941-99E1523AB11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23" name="34-text-2">
            <a:extLst xmlns:a="http://schemas.openxmlformats.org/drawingml/2006/main">
              <a:ext uri="{FF2B5EF4-FFF2-40B4-BE49-F238E27FC236}">
                <a16:creationId xmlns:a16="http://schemas.microsoft.com/office/drawing/2014/main" id="{F07F8344-FF56-42EF-9D16-D2FE9C45701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24" name="34-text-3">
            <a:extLst xmlns:a="http://schemas.openxmlformats.org/drawingml/2006/main">
              <a:ext uri="{FF2B5EF4-FFF2-40B4-BE49-F238E27FC236}">
                <a16:creationId xmlns:a16="http://schemas.microsoft.com/office/drawing/2014/main" id="{5665CF46-F054-41D4-8A7E-C3758DCDCB4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25" name="34-text-4">
            <a:extLst xmlns:a="http://schemas.openxmlformats.org/drawingml/2006/main">
              <a:ext uri="{FF2B5EF4-FFF2-40B4-BE49-F238E27FC236}">
                <a16:creationId xmlns:a16="http://schemas.microsoft.com/office/drawing/2014/main" id="{626F5FCB-8DD0-4D07-B0E3-A397285E8753}"/>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26" name="34-text-5">
            <a:extLst xmlns:a="http://schemas.openxmlformats.org/drawingml/2006/main">
              <a:ext uri="{FF2B5EF4-FFF2-40B4-BE49-F238E27FC236}">
                <a16:creationId xmlns:a16="http://schemas.microsoft.com/office/drawing/2014/main" id="{E3974399-9E07-455D-8CDB-483943329B42}"/>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27" name="34-text-6">
            <a:extLst xmlns:a="http://schemas.openxmlformats.org/drawingml/2006/main">
              <a:ext uri="{FF2B5EF4-FFF2-40B4-BE49-F238E27FC236}">
                <a16:creationId xmlns:a16="http://schemas.microsoft.com/office/drawing/2014/main" id="{3345BF16-AE45-4847-8C65-2812728AED3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28" name="34-text-7">
            <a:extLst xmlns:a="http://schemas.openxmlformats.org/drawingml/2006/main">
              <a:ext uri="{FF2B5EF4-FFF2-40B4-BE49-F238E27FC236}">
                <a16:creationId xmlns:a16="http://schemas.microsoft.com/office/drawing/2014/main" id="{8F725C77-18D4-48DA-ABC0-C0958A899AD9}"/>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29" name="34-text-8">
            <a:extLst xmlns:a="http://schemas.openxmlformats.org/drawingml/2006/main">
              <a:ext uri="{FF2B5EF4-FFF2-40B4-BE49-F238E27FC236}">
                <a16:creationId xmlns:a16="http://schemas.microsoft.com/office/drawing/2014/main" id="{1E923A16-F091-4788-932E-6C1481FFBB8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30" name="34-text-9">
            <a:extLst xmlns:a="http://schemas.openxmlformats.org/drawingml/2006/main">
              <a:ext uri="{FF2B5EF4-FFF2-40B4-BE49-F238E27FC236}">
                <a16:creationId xmlns:a16="http://schemas.microsoft.com/office/drawing/2014/main" id="{EA1C4420-48BA-49CC-8EC2-31159C44C32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31" name="narrative-number">
            <a:extLst xmlns:a="http://schemas.openxmlformats.org/drawingml/2006/main">
              <a:ext uri="{FF2B5EF4-FFF2-40B4-BE49-F238E27FC236}">
                <a16:creationId xmlns:a16="http://schemas.microsoft.com/office/drawing/2014/main" id="{582BAA90-E345-4FB3-B214-A3B0FE5B41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1896483396"/>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2" name="!!area-name">
            <a:extLst xmlns:a="http://schemas.openxmlformats.org/drawingml/2006/main">
              <a:ext uri="{FF2B5EF4-FFF2-40B4-BE49-F238E27FC236}">
                <a16:creationId xmlns:a16="http://schemas.microsoft.com/office/drawing/2014/main" id="{DE3BBEBB-A054-4CEC-90EF-9415CF4C5FE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48" name="mini-map"/>
          <p:cNvPicPr>
            <a:picLocks xmlns:a="http://schemas.openxmlformats.org/drawingml/2006/main" noChangeAspect="1"/>
          </p:cNvPicPr>
          <p:nvPr/>
        </p:nvPicPr>
        <p:blipFill>
          <a:blip xmlns:r="http://schemas.openxmlformats.org/officeDocument/2006/relationships" xmlns:a="http://schemas.openxmlformats.org/drawingml/2006/main" r:embed="R3dd5a38e1e9b438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4" name="slide-title">
            <a:extLst xmlns:a="http://schemas.openxmlformats.org/drawingml/2006/main">
              <a:ext uri="{FF2B5EF4-FFF2-40B4-BE49-F238E27FC236}">
                <a16:creationId xmlns:a16="http://schemas.microsoft.com/office/drawing/2014/main" id="{8299F196-C00C-465F-92C3-5A75F380957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35" name="header-divider">
            <a:extLst xmlns:a="http://schemas.openxmlformats.org/drawingml/2006/main">
              <a:ext uri="{FF2B5EF4-FFF2-40B4-BE49-F238E27FC236}">
                <a16:creationId xmlns:a16="http://schemas.microsoft.com/office/drawing/2014/main" id="{BF78A36C-15B9-4907-9439-E03E914676C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6" name="35-text-1">
            <a:extLst xmlns:a="http://schemas.openxmlformats.org/drawingml/2006/main">
              <a:ext uri="{FF2B5EF4-FFF2-40B4-BE49-F238E27FC236}">
                <a16:creationId xmlns:a16="http://schemas.microsoft.com/office/drawing/2014/main" id="{95737977-09D2-4EA3-BF5C-2D2B373668C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37" name="35-text-2">
            <a:extLst xmlns:a="http://schemas.openxmlformats.org/drawingml/2006/main">
              <a:ext uri="{FF2B5EF4-FFF2-40B4-BE49-F238E27FC236}">
                <a16:creationId xmlns:a16="http://schemas.microsoft.com/office/drawing/2014/main" id="{67DCBDA7-FC69-44D7-9B03-2481C082B9C9}"/>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38" name="35-text-3">
            <a:extLst xmlns:a="http://schemas.openxmlformats.org/drawingml/2006/main">
              <a:ext uri="{FF2B5EF4-FFF2-40B4-BE49-F238E27FC236}">
                <a16:creationId xmlns:a16="http://schemas.microsoft.com/office/drawing/2014/main" id="{87DBD406-F1F3-4997-BB6E-E264B2C15426}"/>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39" name="35-text-4">
            <a:extLst xmlns:a="http://schemas.openxmlformats.org/drawingml/2006/main">
              <a:ext uri="{FF2B5EF4-FFF2-40B4-BE49-F238E27FC236}">
                <a16:creationId xmlns:a16="http://schemas.microsoft.com/office/drawing/2014/main" id="{E6812710-170A-4135-A9C8-C95F0E416443}"/>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40" name="35-text-5">
            <a:extLst xmlns:a="http://schemas.openxmlformats.org/drawingml/2006/main">
              <a:ext uri="{FF2B5EF4-FFF2-40B4-BE49-F238E27FC236}">
                <a16:creationId xmlns:a16="http://schemas.microsoft.com/office/drawing/2014/main" id="{2488BEBC-5017-4C51-B9D9-085D5A8DE8C9}"/>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41" name="35-text-6">
            <a:extLst xmlns:a="http://schemas.openxmlformats.org/drawingml/2006/main">
              <a:ext uri="{FF2B5EF4-FFF2-40B4-BE49-F238E27FC236}">
                <a16:creationId xmlns:a16="http://schemas.microsoft.com/office/drawing/2014/main" id="{218A3E2E-89BC-4140-889C-4ACECE57FC93}"/>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42" name="35-text-7">
            <a:extLst xmlns:a="http://schemas.openxmlformats.org/drawingml/2006/main">
              <a:ext uri="{FF2B5EF4-FFF2-40B4-BE49-F238E27FC236}">
                <a16:creationId xmlns:a16="http://schemas.microsoft.com/office/drawing/2014/main" id="{145BA43B-E3D5-4C72-972B-89EE6A5F1409}"/>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43" name="35-text-8">
            <a:extLst xmlns:a="http://schemas.openxmlformats.org/drawingml/2006/main">
              <a:ext uri="{FF2B5EF4-FFF2-40B4-BE49-F238E27FC236}">
                <a16:creationId xmlns:a16="http://schemas.microsoft.com/office/drawing/2014/main" id="{C7D2558E-E6C1-49B4-9E1E-01A27D1FA2F2}"/>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44" name="35-text-9">
            <a:extLst xmlns:a="http://schemas.openxmlformats.org/drawingml/2006/main">
              <a:ext uri="{FF2B5EF4-FFF2-40B4-BE49-F238E27FC236}">
                <a16:creationId xmlns:a16="http://schemas.microsoft.com/office/drawing/2014/main" id="{881FCFDB-4335-4B84-9DFA-6FBD3DEC5D6E}"/>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45" name="35-text-10">
            <a:extLst xmlns:a="http://schemas.openxmlformats.org/drawingml/2006/main">
              <a:ext uri="{FF2B5EF4-FFF2-40B4-BE49-F238E27FC236}">
                <a16:creationId xmlns:a16="http://schemas.microsoft.com/office/drawing/2014/main" id="{5D63E584-2CEE-4C95-932E-AFDFFDBCDA77}"/>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46" name="narrative-number">
            <a:extLst xmlns:a="http://schemas.openxmlformats.org/drawingml/2006/main">
              <a:ext uri="{FF2B5EF4-FFF2-40B4-BE49-F238E27FC236}">
                <a16:creationId xmlns:a16="http://schemas.microsoft.com/office/drawing/2014/main" id="{2776CC21-CBDB-4F7C-9390-52DF8C5477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259047091"/>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7" name="!!area-name">
            <a:extLst xmlns:a="http://schemas.openxmlformats.org/drawingml/2006/main">
              <a:ext uri="{FF2B5EF4-FFF2-40B4-BE49-F238E27FC236}">
                <a16:creationId xmlns:a16="http://schemas.microsoft.com/office/drawing/2014/main" id="{AF0646E1-79E6-4166-BA27-034E5F1439A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56" name="mini-map"/>
          <p:cNvPicPr>
            <a:picLocks xmlns:a="http://schemas.openxmlformats.org/drawingml/2006/main" noChangeAspect="1"/>
          </p:cNvPicPr>
          <p:nvPr/>
        </p:nvPicPr>
        <p:blipFill>
          <a:blip xmlns:r="http://schemas.openxmlformats.org/officeDocument/2006/relationships" xmlns:a="http://schemas.openxmlformats.org/drawingml/2006/main" r:embed="R975d90961e014e4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9" name="header-divider">
            <a:extLst xmlns:a="http://schemas.openxmlformats.org/drawingml/2006/main">
              <a:ext uri="{FF2B5EF4-FFF2-40B4-BE49-F238E27FC236}">
                <a16:creationId xmlns:a16="http://schemas.microsoft.com/office/drawing/2014/main" id="{8C08EA7C-CD16-48C2-873D-E6BC1F46D1D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0" name="36-text-1">
            <a:extLst xmlns:a="http://schemas.openxmlformats.org/drawingml/2006/main">
              <a:ext uri="{FF2B5EF4-FFF2-40B4-BE49-F238E27FC236}">
                <a16:creationId xmlns:a16="http://schemas.microsoft.com/office/drawing/2014/main" id="{73BE1D08-318F-46A4-A01D-680B4D535476}"/>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59" name="36-image-2"/>
          <p:cNvPicPr>
            <a:picLocks xmlns:a="http://schemas.openxmlformats.org/drawingml/2006/main" noChangeAspect="1"/>
          </p:cNvPicPr>
          <p:nvPr/>
        </p:nvPicPr>
        <p:blipFill>
          <a:blip xmlns:r="http://schemas.openxmlformats.org/officeDocument/2006/relationships" xmlns:a="http://schemas.openxmlformats.org/drawingml/2006/main" r:embed="R43369c131556485a"/>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52" name="36-text-3">
            <a:extLst xmlns:a="http://schemas.openxmlformats.org/drawingml/2006/main">
              <a:ext uri="{FF2B5EF4-FFF2-40B4-BE49-F238E27FC236}">
                <a16:creationId xmlns:a16="http://schemas.microsoft.com/office/drawing/2014/main" id="{9969ADAD-E6B3-42DF-A4CD-CB259EB8B6A3}"/>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53" name="36-text-4">
            <a:extLst xmlns:a="http://schemas.openxmlformats.org/drawingml/2006/main">
              <a:ext uri="{FF2B5EF4-FFF2-40B4-BE49-F238E27FC236}">
                <a16:creationId xmlns:a16="http://schemas.microsoft.com/office/drawing/2014/main" id="{4DA192BE-034B-4E45-9623-A4D3A6866D6A}"/>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54" name="narrative-number">
            <a:extLst xmlns:a="http://schemas.openxmlformats.org/drawingml/2006/main">
              <a:ext uri="{FF2B5EF4-FFF2-40B4-BE49-F238E27FC236}">
                <a16:creationId xmlns:a16="http://schemas.microsoft.com/office/drawing/2014/main" id="{2A58A86F-50BA-4954-896D-F937E7E4378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3203419564"/>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5" name="!!area-name">
            <a:extLst xmlns:a="http://schemas.openxmlformats.org/drawingml/2006/main">
              <a:ext uri="{FF2B5EF4-FFF2-40B4-BE49-F238E27FC236}">
                <a16:creationId xmlns:a16="http://schemas.microsoft.com/office/drawing/2014/main" id="{E961EED2-A082-462E-8419-E4387A43216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77" name="mini-map"/>
          <p:cNvPicPr>
            <a:picLocks xmlns:a="http://schemas.openxmlformats.org/drawingml/2006/main" noChangeAspect="1"/>
          </p:cNvPicPr>
          <p:nvPr/>
        </p:nvPicPr>
        <p:blipFill>
          <a:blip xmlns:r="http://schemas.openxmlformats.org/officeDocument/2006/relationships" xmlns:a="http://schemas.openxmlformats.org/drawingml/2006/main" r:embed="R423f837d0fe1470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7" name="slide-title">
            <a:extLst xmlns:a="http://schemas.openxmlformats.org/drawingml/2006/main">
              <a:ext uri="{FF2B5EF4-FFF2-40B4-BE49-F238E27FC236}">
                <a16:creationId xmlns:a16="http://schemas.microsoft.com/office/drawing/2014/main" id="{8C936392-286F-4419-AD00-A0A6580DDDB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58" name="header-divider">
            <a:extLst xmlns:a="http://schemas.openxmlformats.org/drawingml/2006/main">
              <a:ext uri="{FF2B5EF4-FFF2-40B4-BE49-F238E27FC236}">
                <a16:creationId xmlns:a16="http://schemas.microsoft.com/office/drawing/2014/main" id="{3D7A40BA-4DE2-4FC7-B052-CAD8B7C2EF6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9" name="37-text-1">
            <a:extLst xmlns:a="http://schemas.openxmlformats.org/drawingml/2006/main">
              <a:ext uri="{FF2B5EF4-FFF2-40B4-BE49-F238E27FC236}">
                <a16:creationId xmlns:a16="http://schemas.microsoft.com/office/drawing/2014/main" id="{65734C85-098C-4D80-81FA-382EE348CECA}"/>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60" name="37-text-2">
            <a:extLst xmlns:a="http://schemas.openxmlformats.org/drawingml/2006/main">
              <a:ext uri="{FF2B5EF4-FFF2-40B4-BE49-F238E27FC236}">
                <a16:creationId xmlns:a16="http://schemas.microsoft.com/office/drawing/2014/main" id="{A5A41E2B-7612-434E-8424-06EF60C627BC}"/>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61" name="37-text-3">
            <a:extLst xmlns:a="http://schemas.openxmlformats.org/drawingml/2006/main">
              <a:ext uri="{FF2B5EF4-FFF2-40B4-BE49-F238E27FC236}">
                <a16:creationId xmlns:a16="http://schemas.microsoft.com/office/drawing/2014/main" id="{52708649-7F19-4C13-99AA-B963DB366211}"/>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62" name="37-text-4">
            <a:extLst xmlns:a="http://schemas.openxmlformats.org/drawingml/2006/main">
              <a:ext uri="{FF2B5EF4-FFF2-40B4-BE49-F238E27FC236}">
                <a16:creationId xmlns:a16="http://schemas.microsoft.com/office/drawing/2014/main" id="{E77F0ACF-8750-4C89-84D3-BFF1271AA026}"/>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63" name="37-text-5">
            <a:extLst xmlns:a="http://schemas.openxmlformats.org/drawingml/2006/main">
              <a:ext uri="{FF2B5EF4-FFF2-40B4-BE49-F238E27FC236}">
                <a16:creationId xmlns:a16="http://schemas.microsoft.com/office/drawing/2014/main" id="{D00684FE-90D6-4A0A-8256-740D472CD5A8}"/>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64" name="37-text-6">
            <a:extLst xmlns:a="http://schemas.openxmlformats.org/drawingml/2006/main">
              <a:ext uri="{FF2B5EF4-FFF2-40B4-BE49-F238E27FC236}">
                <a16:creationId xmlns:a16="http://schemas.microsoft.com/office/drawing/2014/main" id="{C29EDCFA-E4B9-41E3-9595-FD9BB458B8BF}"/>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65" name="37-text-7">
            <a:extLst xmlns:a="http://schemas.openxmlformats.org/drawingml/2006/main">
              <a:ext uri="{FF2B5EF4-FFF2-40B4-BE49-F238E27FC236}">
                <a16:creationId xmlns:a16="http://schemas.microsoft.com/office/drawing/2014/main" id="{A3547DB9-9336-4B79-88D5-CA8F251274CE}"/>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66" name="37-text-8">
            <a:extLst xmlns:a="http://schemas.openxmlformats.org/drawingml/2006/main">
              <a:ext uri="{FF2B5EF4-FFF2-40B4-BE49-F238E27FC236}">
                <a16:creationId xmlns:a16="http://schemas.microsoft.com/office/drawing/2014/main" id="{7120E2D1-2867-4887-BCB0-3C63E7DFAFFA}"/>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67" name="37-text-9">
            <a:extLst xmlns:a="http://schemas.openxmlformats.org/drawingml/2006/main">
              <a:ext uri="{FF2B5EF4-FFF2-40B4-BE49-F238E27FC236}">
                <a16:creationId xmlns:a16="http://schemas.microsoft.com/office/drawing/2014/main" id="{5CA03EF7-1232-4C91-860C-88BF302BD292}"/>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68" name="37-text-10">
            <a:extLst xmlns:a="http://schemas.openxmlformats.org/drawingml/2006/main">
              <a:ext uri="{FF2B5EF4-FFF2-40B4-BE49-F238E27FC236}">
                <a16:creationId xmlns:a16="http://schemas.microsoft.com/office/drawing/2014/main" id="{63E7A30F-09EF-485B-BB10-4F4493CB5114}"/>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69" name="37-text-11">
            <a:extLst xmlns:a="http://schemas.openxmlformats.org/drawingml/2006/main">
              <a:ext uri="{FF2B5EF4-FFF2-40B4-BE49-F238E27FC236}">
                <a16:creationId xmlns:a16="http://schemas.microsoft.com/office/drawing/2014/main" id="{3731A3BC-8AC0-400E-B82C-41471F66C63F}"/>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70" name="37-line-13">
            <a:extLst xmlns:a="http://schemas.openxmlformats.org/drawingml/2006/main">
              <a:ext uri="{FF2B5EF4-FFF2-40B4-BE49-F238E27FC236}">
                <a16:creationId xmlns:a16="http://schemas.microsoft.com/office/drawing/2014/main" id="{6DC7AB1C-D9DC-42D9-AABE-49290F9D91A1}"/>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1" name="37-line-15">
            <a:extLst xmlns:a="http://schemas.openxmlformats.org/drawingml/2006/main">
              <a:ext uri="{FF2B5EF4-FFF2-40B4-BE49-F238E27FC236}">
                <a16:creationId xmlns:a16="http://schemas.microsoft.com/office/drawing/2014/main" id="{4FB1148B-B9F5-4D63-BB6A-B771E91D5DF1}"/>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2" name="37-line-17">
            <a:extLst xmlns:a="http://schemas.openxmlformats.org/drawingml/2006/main">
              <a:ext uri="{FF2B5EF4-FFF2-40B4-BE49-F238E27FC236}">
                <a16:creationId xmlns:a16="http://schemas.microsoft.com/office/drawing/2014/main" id="{E3A07CDD-2A51-4029-ADC0-D51B3A2735B5}"/>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3" name="37-shape-18">
            <a:extLst xmlns:a="http://schemas.openxmlformats.org/drawingml/2006/main">
              <a:ext uri="{FF2B5EF4-FFF2-40B4-BE49-F238E27FC236}">
                <a16:creationId xmlns:a16="http://schemas.microsoft.com/office/drawing/2014/main" id="{87023ACC-4863-4D5C-A92B-3BFE01F4FD32}"/>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74" name="37-text-19">
            <a:extLst xmlns:a="http://schemas.openxmlformats.org/drawingml/2006/main">
              <a:ext uri="{FF2B5EF4-FFF2-40B4-BE49-F238E27FC236}">
                <a16:creationId xmlns:a16="http://schemas.microsoft.com/office/drawing/2014/main" id="{1D839F47-D337-4541-8505-10EDC819C193}"/>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75" name="narrative-number">
            <a:extLst xmlns:a="http://schemas.openxmlformats.org/drawingml/2006/main">
              <a:ext uri="{FF2B5EF4-FFF2-40B4-BE49-F238E27FC236}">
                <a16:creationId xmlns:a16="http://schemas.microsoft.com/office/drawing/2014/main" id="{6582C9B7-783C-468A-9A9E-DDE7862EB9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1513468362"/>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6" name="!!area-name">
            <a:extLst xmlns:a="http://schemas.openxmlformats.org/drawingml/2006/main">
              <a:ext uri="{FF2B5EF4-FFF2-40B4-BE49-F238E27FC236}">
                <a16:creationId xmlns:a16="http://schemas.microsoft.com/office/drawing/2014/main" id="{06CBD962-C6D6-40D7-AF33-0913FF90E82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88" name="mini-map"/>
          <p:cNvPicPr>
            <a:picLocks xmlns:a="http://schemas.openxmlformats.org/drawingml/2006/main" noChangeAspect="1"/>
          </p:cNvPicPr>
          <p:nvPr/>
        </p:nvPicPr>
        <p:blipFill>
          <a:blip xmlns:r="http://schemas.openxmlformats.org/officeDocument/2006/relationships" xmlns:a="http://schemas.openxmlformats.org/drawingml/2006/main" r:embed="R19a684cc37d1449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8" name="slide-title">
            <a:extLst xmlns:a="http://schemas.openxmlformats.org/drawingml/2006/main">
              <a:ext uri="{FF2B5EF4-FFF2-40B4-BE49-F238E27FC236}">
                <a16:creationId xmlns:a16="http://schemas.microsoft.com/office/drawing/2014/main" id="{597F9D00-4AB9-4490-ABCC-97D8D4EC5FB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79" name="header-divider">
            <a:extLst xmlns:a="http://schemas.openxmlformats.org/drawingml/2006/main">
              <a:ext uri="{FF2B5EF4-FFF2-40B4-BE49-F238E27FC236}">
                <a16:creationId xmlns:a16="http://schemas.microsoft.com/office/drawing/2014/main" id="{F23F19DA-A4FC-44A7-A7A9-A9A59A8A493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0" name="38-text-1">
            <a:extLst xmlns:a="http://schemas.openxmlformats.org/drawingml/2006/main">
              <a:ext uri="{FF2B5EF4-FFF2-40B4-BE49-F238E27FC236}">
                <a16:creationId xmlns:a16="http://schemas.microsoft.com/office/drawing/2014/main" id="{95CDD085-33A6-4825-8460-9A8C81C5F9D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81" name="38-text-2">
            <a:extLst xmlns:a="http://schemas.openxmlformats.org/drawingml/2006/main">
              <a:ext uri="{FF2B5EF4-FFF2-40B4-BE49-F238E27FC236}">
                <a16:creationId xmlns:a16="http://schemas.microsoft.com/office/drawing/2014/main" id="{BD592902-C68E-4835-AEB8-F37E0ED1C90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82" name="38-text-3">
            <a:extLst xmlns:a="http://schemas.openxmlformats.org/drawingml/2006/main">
              <a:ext uri="{FF2B5EF4-FFF2-40B4-BE49-F238E27FC236}">
                <a16:creationId xmlns:a16="http://schemas.microsoft.com/office/drawing/2014/main" id="{639196DE-3680-486A-B978-C54514F55049}"/>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83" name="38-text-4">
            <a:extLst xmlns:a="http://schemas.openxmlformats.org/drawingml/2006/main">
              <a:ext uri="{FF2B5EF4-FFF2-40B4-BE49-F238E27FC236}">
                <a16:creationId xmlns:a16="http://schemas.microsoft.com/office/drawing/2014/main" id="{883DD7B8-AD48-46E6-B5D8-5EA1D925E738}"/>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84" name="38-text-5">
            <a:extLst xmlns:a="http://schemas.openxmlformats.org/drawingml/2006/main">
              <a:ext uri="{FF2B5EF4-FFF2-40B4-BE49-F238E27FC236}">
                <a16:creationId xmlns:a16="http://schemas.microsoft.com/office/drawing/2014/main" id="{A38477B1-07ED-4D7D-AF48-95DD1DBFBA5A}"/>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85" name="38-text-6">
            <a:extLst xmlns:a="http://schemas.openxmlformats.org/drawingml/2006/main">
              <a:ext uri="{FF2B5EF4-FFF2-40B4-BE49-F238E27FC236}">
                <a16:creationId xmlns:a16="http://schemas.microsoft.com/office/drawing/2014/main" id="{6EFFEC05-B614-4248-B19D-C4F4EEFBB54C}"/>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86" name="narrative-number">
            <a:extLst xmlns:a="http://schemas.openxmlformats.org/drawingml/2006/main">
              <a:ext uri="{FF2B5EF4-FFF2-40B4-BE49-F238E27FC236}">
                <a16:creationId xmlns:a16="http://schemas.microsoft.com/office/drawing/2014/main" id="{0FD6A248-195E-4999-9B68-0EBB75E536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258043555"/>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7" name="!!area-name">
            <a:extLst xmlns:a="http://schemas.openxmlformats.org/drawingml/2006/main">
              <a:ext uri="{FF2B5EF4-FFF2-40B4-BE49-F238E27FC236}">
                <a16:creationId xmlns:a16="http://schemas.microsoft.com/office/drawing/2014/main" id="{74FD208D-7F0A-4ACC-9093-48334DCB3A6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502" name="mini-map"/>
          <p:cNvPicPr>
            <a:picLocks xmlns:a="http://schemas.openxmlformats.org/drawingml/2006/main" noChangeAspect="1"/>
          </p:cNvPicPr>
          <p:nvPr/>
        </p:nvPicPr>
        <p:blipFill>
          <a:blip xmlns:r="http://schemas.openxmlformats.org/officeDocument/2006/relationships" xmlns:a="http://schemas.openxmlformats.org/drawingml/2006/main" r:embed="Rfc1994c72aa147b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9" name="slide-title">
            <a:extLst xmlns:a="http://schemas.openxmlformats.org/drawingml/2006/main">
              <a:ext uri="{FF2B5EF4-FFF2-40B4-BE49-F238E27FC236}">
                <a16:creationId xmlns:a16="http://schemas.microsoft.com/office/drawing/2014/main" id="{E567FC08-0296-4F74-938F-25113E5B527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90" name="header-divider">
            <a:extLst xmlns:a="http://schemas.openxmlformats.org/drawingml/2006/main">
              <a:ext uri="{FF2B5EF4-FFF2-40B4-BE49-F238E27FC236}">
                <a16:creationId xmlns:a16="http://schemas.microsoft.com/office/drawing/2014/main" id="{B521CEC1-3715-42F2-907F-EDB881A51B9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1" name="39-text-1">
            <a:extLst xmlns:a="http://schemas.openxmlformats.org/drawingml/2006/main">
              <a:ext uri="{FF2B5EF4-FFF2-40B4-BE49-F238E27FC236}">
                <a16:creationId xmlns:a16="http://schemas.microsoft.com/office/drawing/2014/main" id="{A98A348F-C39C-494F-B958-FFF6BB2AEB2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92" name="39-text-2">
            <a:extLst xmlns:a="http://schemas.openxmlformats.org/drawingml/2006/main">
              <a:ext uri="{FF2B5EF4-FFF2-40B4-BE49-F238E27FC236}">
                <a16:creationId xmlns:a16="http://schemas.microsoft.com/office/drawing/2014/main" id="{0A3FED81-7C80-4007-B959-6AE679784B8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93" name="39-text-3">
            <a:extLst xmlns:a="http://schemas.openxmlformats.org/drawingml/2006/main">
              <a:ext uri="{FF2B5EF4-FFF2-40B4-BE49-F238E27FC236}">
                <a16:creationId xmlns:a16="http://schemas.microsoft.com/office/drawing/2014/main" id="{537C3A40-8B85-4529-8E03-DAF0D81AED8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94" name="39-text-4">
            <a:extLst xmlns:a="http://schemas.openxmlformats.org/drawingml/2006/main">
              <a:ext uri="{FF2B5EF4-FFF2-40B4-BE49-F238E27FC236}">
                <a16:creationId xmlns:a16="http://schemas.microsoft.com/office/drawing/2014/main" id="{DD2295F5-0BC4-4540-91D1-61F753C83B73}"/>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95" name="39-text-5">
            <a:extLst xmlns:a="http://schemas.openxmlformats.org/drawingml/2006/main">
              <a:ext uri="{FF2B5EF4-FFF2-40B4-BE49-F238E27FC236}">
                <a16:creationId xmlns:a16="http://schemas.microsoft.com/office/drawing/2014/main" id="{5E39AD46-B9BF-4BE0-B1B0-A61079BA1BC1}"/>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96" name="39-text-6">
            <a:extLst xmlns:a="http://schemas.openxmlformats.org/drawingml/2006/main">
              <a:ext uri="{FF2B5EF4-FFF2-40B4-BE49-F238E27FC236}">
                <a16:creationId xmlns:a16="http://schemas.microsoft.com/office/drawing/2014/main" id="{98E52454-EA80-4D2B-8B86-EAB4F0D5A005}"/>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97" name="39-text-7">
            <a:extLst xmlns:a="http://schemas.openxmlformats.org/drawingml/2006/main">
              <a:ext uri="{FF2B5EF4-FFF2-40B4-BE49-F238E27FC236}">
                <a16:creationId xmlns:a16="http://schemas.microsoft.com/office/drawing/2014/main" id="{19BEB22C-1029-4932-9335-9E58F9364B53}"/>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98" name="39-text-8">
            <a:extLst xmlns:a="http://schemas.openxmlformats.org/drawingml/2006/main">
              <a:ext uri="{FF2B5EF4-FFF2-40B4-BE49-F238E27FC236}">
                <a16:creationId xmlns:a16="http://schemas.microsoft.com/office/drawing/2014/main" id="{654E4795-77CE-4B19-9E35-1C42691FC85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99" name="39-text-9">
            <a:extLst xmlns:a="http://schemas.openxmlformats.org/drawingml/2006/main">
              <a:ext uri="{FF2B5EF4-FFF2-40B4-BE49-F238E27FC236}">
                <a16:creationId xmlns:a16="http://schemas.microsoft.com/office/drawing/2014/main" id="{0AC6E4D9-150A-4E71-B4B8-EB00B63FDAA0}"/>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500" name="narrative-number">
            <a:extLst xmlns:a="http://schemas.openxmlformats.org/drawingml/2006/main">
              <a:ext uri="{FF2B5EF4-FFF2-40B4-BE49-F238E27FC236}">
                <a16:creationId xmlns:a16="http://schemas.microsoft.com/office/drawing/2014/main" id="{1B7F2696-85AF-412C-AFA6-E327F2C1CD4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1984295368"/>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1" name="!!area-name">
            <a:extLst xmlns:a="http://schemas.openxmlformats.org/drawingml/2006/main">
              <a:ext uri="{FF2B5EF4-FFF2-40B4-BE49-F238E27FC236}">
                <a16:creationId xmlns:a16="http://schemas.microsoft.com/office/drawing/2014/main" id="{F66E3FC9-23D2-4574-8701-2ED299D08E5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10" name="mini-map"/>
          <p:cNvPicPr>
            <a:picLocks xmlns:a="http://schemas.openxmlformats.org/drawingml/2006/main" noChangeAspect="1"/>
          </p:cNvPicPr>
          <p:nvPr/>
        </p:nvPicPr>
        <p:blipFill>
          <a:blip xmlns:r="http://schemas.openxmlformats.org/officeDocument/2006/relationships" xmlns:a="http://schemas.openxmlformats.org/drawingml/2006/main" r:embed="R1e8730211465412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03" name="slide-title">
            <a:extLst xmlns:a="http://schemas.openxmlformats.org/drawingml/2006/main">
              <a:ext uri="{FF2B5EF4-FFF2-40B4-BE49-F238E27FC236}">
                <a16:creationId xmlns:a16="http://schemas.microsoft.com/office/drawing/2014/main" id="{058BBA66-1527-4119-9225-296F4E28C7D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504" name="header-divider">
            <a:extLst xmlns:a="http://schemas.openxmlformats.org/drawingml/2006/main">
              <a:ext uri="{FF2B5EF4-FFF2-40B4-BE49-F238E27FC236}">
                <a16:creationId xmlns:a16="http://schemas.microsoft.com/office/drawing/2014/main" id="{DD811F55-9A2D-48F8-B486-E0046F7055D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5" name="40-text-1">
            <a:extLst xmlns:a="http://schemas.openxmlformats.org/drawingml/2006/main">
              <a:ext uri="{FF2B5EF4-FFF2-40B4-BE49-F238E27FC236}">
                <a16:creationId xmlns:a16="http://schemas.microsoft.com/office/drawing/2014/main" id="{B4E27955-5B06-4FED-B889-8C211C58E2F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14"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7" name="40-text-3">
            <a:extLst xmlns:a="http://schemas.openxmlformats.org/drawingml/2006/main">
              <a:ext uri="{FF2B5EF4-FFF2-40B4-BE49-F238E27FC236}">
                <a16:creationId xmlns:a16="http://schemas.microsoft.com/office/drawing/2014/main" id="{47617AD1-288E-4664-8D43-F3CBACBA45FB}"/>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508" name="narrative-number">
            <a:extLst xmlns:a="http://schemas.openxmlformats.org/drawingml/2006/main">
              <a:ext uri="{FF2B5EF4-FFF2-40B4-BE49-F238E27FC236}">
                <a16:creationId xmlns:a16="http://schemas.microsoft.com/office/drawing/2014/main" id="{4BF91F47-4BB5-48AA-B761-0B469219B1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1923525862"/>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18" name="41-image-1"/>
          <p:cNvPicPr>
            <a:picLocks xmlns:a="http://schemas.openxmlformats.org/drawingml/2006/main" noChangeAspect="1"/>
          </p:cNvPicPr>
          <p:nvPr/>
        </p:nvPicPr>
        <p:blipFill>
          <a:blip xmlns:r="http://schemas.openxmlformats.org/officeDocument/2006/relationships" xmlns:a="http://schemas.openxmlformats.org/drawingml/2006/main" r:embed="R65bf0b9159a2438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10" name="slide-title">
            <a:extLst xmlns:a="http://schemas.openxmlformats.org/drawingml/2006/main">
              <a:ext uri="{FF2B5EF4-FFF2-40B4-BE49-F238E27FC236}">
                <a16:creationId xmlns:a16="http://schemas.microsoft.com/office/drawing/2014/main" id="{BC7749D7-AB76-49A8-9085-14CED32D3714}"/>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11" name="area-key-1">
            <a:extLst xmlns:a="http://schemas.openxmlformats.org/drawingml/2006/main">
              <a:ext uri="{FF2B5EF4-FFF2-40B4-BE49-F238E27FC236}">
                <a16:creationId xmlns:a16="http://schemas.microsoft.com/office/drawing/2014/main" id="{88BD0FBC-234B-4079-BDFA-E3A48CF05B96}"/>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12" name="area-key-2">
            <a:extLst xmlns:a="http://schemas.openxmlformats.org/drawingml/2006/main">
              <a:ext uri="{FF2B5EF4-FFF2-40B4-BE49-F238E27FC236}">
                <a16:creationId xmlns:a16="http://schemas.microsoft.com/office/drawing/2014/main" id="{DEAC2133-A4D2-4C49-9E8A-CD176602AE30}"/>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13" name="area-key-3">
            <a:extLst xmlns:a="http://schemas.openxmlformats.org/drawingml/2006/main">
              <a:ext uri="{FF2B5EF4-FFF2-40B4-BE49-F238E27FC236}">
                <a16:creationId xmlns:a16="http://schemas.microsoft.com/office/drawing/2014/main" id="{58D8D70D-52A4-494C-B5FE-F03117A88AFD}"/>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14" name="area-key-4">
            <a:extLst xmlns:a="http://schemas.openxmlformats.org/drawingml/2006/main">
              <a:ext uri="{FF2B5EF4-FFF2-40B4-BE49-F238E27FC236}">
                <a16:creationId xmlns:a16="http://schemas.microsoft.com/office/drawing/2014/main" id="{1B669179-E5EB-4563-A579-CF031021B68A}"/>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15" name="area-key-5">
            <a:extLst xmlns:a="http://schemas.openxmlformats.org/drawingml/2006/main">
              <a:ext uri="{FF2B5EF4-FFF2-40B4-BE49-F238E27FC236}">
                <a16:creationId xmlns:a16="http://schemas.microsoft.com/office/drawing/2014/main" id="{AF925357-82A5-4C76-9CDF-F50C672E6D3D}"/>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16" name="area-key-6">
            <a:extLst xmlns:a="http://schemas.openxmlformats.org/drawingml/2006/main">
              <a:ext uri="{FF2B5EF4-FFF2-40B4-BE49-F238E27FC236}">
                <a16:creationId xmlns:a16="http://schemas.microsoft.com/office/drawing/2014/main" id="{8E123CD4-544D-436F-BEE1-F1BFAF865FD1}"/>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17" name="narrative-number">
            <a:extLst xmlns:a="http://schemas.openxmlformats.org/drawingml/2006/main">
              <a:ext uri="{FF2B5EF4-FFF2-40B4-BE49-F238E27FC236}">
                <a16:creationId xmlns:a16="http://schemas.microsoft.com/office/drawing/2014/main" id="{23E9DC94-2E7A-41F4-9157-DACFFEEE50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1190494501"/>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8" name="section-label">
            <a:extLst xmlns:a="http://schemas.openxmlformats.org/drawingml/2006/main">
              <a:ext uri="{FF2B5EF4-FFF2-40B4-BE49-F238E27FC236}">
                <a16:creationId xmlns:a16="http://schemas.microsoft.com/office/drawing/2014/main" id="{4CDFEBDC-7657-4B04-9443-7FB69D368998}"/>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19" name="section-rule">
            <a:extLst xmlns:a="http://schemas.openxmlformats.org/drawingml/2006/main">
              <a:ext uri="{FF2B5EF4-FFF2-40B4-BE49-F238E27FC236}">
                <a16:creationId xmlns:a16="http://schemas.microsoft.com/office/drawing/2014/main" id="{CB3D9916-C13B-4D6E-9380-90E16134EBA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0" name="section-title">
            <a:extLst xmlns:a="http://schemas.openxmlformats.org/drawingml/2006/main">
              <a:ext uri="{FF2B5EF4-FFF2-40B4-BE49-F238E27FC236}">
                <a16:creationId xmlns:a16="http://schemas.microsoft.com/office/drawing/2014/main" id="{21EA5848-4898-45DD-B0FF-624F73FA5AB8}"/>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21" name="narrative-number">
            <a:extLst xmlns:a="http://schemas.openxmlformats.org/drawingml/2006/main">
              <a:ext uri="{FF2B5EF4-FFF2-40B4-BE49-F238E27FC236}">
                <a16:creationId xmlns:a16="http://schemas.microsoft.com/office/drawing/2014/main" id="{EFD2B305-FE3D-47BE-B37D-7250127E162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3946352282"/>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2" name="!!area-name">
            <a:extLst xmlns:a="http://schemas.openxmlformats.org/drawingml/2006/main">
              <a:ext uri="{FF2B5EF4-FFF2-40B4-BE49-F238E27FC236}">
                <a16:creationId xmlns:a16="http://schemas.microsoft.com/office/drawing/2014/main" id="{61144344-6FF2-49D8-AE69-CB036BBEAD5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29" name="mini-map"/>
          <p:cNvPicPr>
            <a:picLocks xmlns:a="http://schemas.openxmlformats.org/drawingml/2006/main" noChangeAspect="1"/>
          </p:cNvPicPr>
          <p:nvPr/>
        </p:nvPicPr>
        <p:blipFill>
          <a:blip xmlns:r="http://schemas.openxmlformats.org/officeDocument/2006/relationships" xmlns:a="http://schemas.openxmlformats.org/drawingml/2006/main" r:embed="Reed19a09ffdf4f1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4" name="slide-title">
            <a:extLst xmlns:a="http://schemas.openxmlformats.org/drawingml/2006/main">
              <a:ext uri="{FF2B5EF4-FFF2-40B4-BE49-F238E27FC236}">
                <a16:creationId xmlns:a16="http://schemas.microsoft.com/office/drawing/2014/main" id="{BEC9D437-6E09-4712-BC20-F85F2F46C3B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25" name="header-divider">
            <a:extLst xmlns:a="http://schemas.openxmlformats.org/drawingml/2006/main">
              <a:ext uri="{FF2B5EF4-FFF2-40B4-BE49-F238E27FC236}">
                <a16:creationId xmlns:a16="http://schemas.microsoft.com/office/drawing/2014/main" id="{018FF840-71BD-45EF-8492-3CCDCCDF1F7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2"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7" name="narrative-number">
            <a:extLst xmlns:a="http://schemas.openxmlformats.org/drawingml/2006/main">
              <a:ext uri="{FF2B5EF4-FFF2-40B4-BE49-F238E27FC236}">
                <a16:creationId xmlns:a16="http://schemas.microsoft.com/office/drawing/2014/main" id="{285977A3-E52D-42E5-AA9B-4695CEF58B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3137526214"/>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8" name="!!area-name">
            <a:extLst xmlns:a="http://schemas.openxmlformats.org/drawingml/2006/main">
              <a:ext uri="{FF2B5EF4-FFF2-40B4-BE49-F238E27FC236}">
                <a16:creationId xmlns:a16="http://schemas.microsoft.com/office/drawing/2014/main" id="{B95A9CBE-877D-4692-A224-A53944AB044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35" name="mini-map"/>
          <p:cNvPicPr>
            <a:picLocks xmlns:a="http://schemas.openxmlformats.org/drawingml/2006/main" noChangeAspect="1"/>
          </p:cNvPicPr>
          <p:nvPr/>
        </p:nvPicPr>
        <p:blipFill>
          <a:blip xmlns:r="http://schemas.openxmlformats.org/officeDocument/2006/relationships" xmlns:a="http://schemas.openxmlformats.org/drawingml/2006/main" r:embed="R632b83f87b594ba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0" name="slide-title">
            <a:extLst xmlns:a="http://schemas.openxmlformats.org/drawingml/2006/main">
              <a:ext uri="{FF2B5EF4-FFF2-40B4-BE49-F238E27FC236}">
                <a16:creationId xmlns:a16="http://schemas.microsoft.com/office/drawing/2014/main" id="{40CA8E9E-05A6-483F-A233-5D0F2FA0354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31" name="header-divider">
            <a:extLst xmlns:a="http://schemas.openxmlformats.org/drawingml/2006/main">
              <a:ext uri="{FF2B5EF4-FFF2-40B4-BE49-F238E27FC236}">
                <a16:creationId xmlns:a16="http://schemas.microsoft.com/office/drawing/2014/main" id="{B665B3B1-3CCC-4C15-AA44-71C9CF625D2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8"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33" name="narrative-number">
            <a:extLst xmlns:a="http://schemas.openxmlformats.org/drawingml/2006/main">
              <a:ext uri="{FF2B5EF4-FFF2-40B4-BE49-F238E27FC236}">
                <a16:creationId xmlns:a16="http://schemas.microsoft.com/office/drawing/2014/main" id="{FD1B7F08-3545-46C1-8CA4-0DADA10FB8A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290914300"/>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4" name="!!area-name">
            <a:extLst xmlns:a="http://schemas.openxmlformats.org/drawingml/2006/main">
              <a:ext uri="{FF2B5EF4-FFF2-40B4-BE49-F238E27FC236}">
                <a16:creationId xmlns:a16="http://schemas.microsoft.com/office/drawing/2014/main" id="{98C13145-11F7-4EAD-8350-387259DABB89}"/>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35" name="header-divider">
            <a:extLst xmlns:a="http://schemas.openxmlformats.org/drawingml/2006/main">
              <a:ext uri="{FF2B5EF4-FFF2-40B4-BE49-F238E27FC236}">
                <a16:creationId xmlns:a16="http://schemas.microsoft.com/office/drawing/2014/main" id="{EA38ED8B-67D4-4127-B69D-A8B1D7563BDB}"/>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6" name="45-shape-1">
            <a:extLst xmlns:a="http://schemas.openxmlformats.org/drawingml/2006/main">
              <a:ext uri="{FF2B5EF4-FFF2-40B4-BE49-F238E27FC236}">
                <a16:creationId xmlns:a16="http://schemas.microsoft.com/office/drawing/2014/main" id="{1E8CDAE7-BFAC-42BE-8BD5-E22C8A7E51DE}"/>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7" name="45-shape-2">
            <a:extLst xmlns:a="http://schemas.openxmlformats.org/drawingml/2006/main">
              <a:ext uri="{FF2B5EF4-FFF2-40B4-BE49-F238E27FC236}">
                <a16:creationId xmlns:a16="http://schemas.microsoft.com/office/drawing/2014/main" id="{AC7BDC10-59A7-49BB-934A-0BE41D42DC18}"/>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38" name="45-text-3">
            <a:extLst xmlns:a="http://schemas.openxmlformats.org/drawingml/2006/main">
              <a:ext uri="{FF2B5EF4-FFF2-40B4-BE49-F238E27FC236}">
                <a16:creationId xmlns:a16="http://schemas.microsoft.com/office/drawing/2014/main" id="{CA052E93-075E-4977-9ADB-3C88BCA3B617}"/>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39" name="45-text-4">
            <a:extLst xmlns:a="http://schemas.openxmlformats.org/drawingml/2006/main">
              <a:ext uri="{FF2B5EF4-FFF2-40B4-BE49-F238E27FC236}">
                <a16:creationId xmlns:a16="http://schemas.microsoft.com/office/drawing/2014/main" id="{E46800A1-D616-48B1-9154-14CC5465E8F1}"/>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40" name="45-shape-5">
            <a:extLst xmlns:a="http://schemas.openxmlformats.org/drawingml/2006/main">
              <a:ext uri="{FF2B5EF4-FFF2-40B4-BE49-F238E27FC236}">
                <a16:creationId xmlns:a16="http://schemas.microsoft.com/office/drawing/2014/main" id="{3E263B49-FB76-4398-812D-521A7108AAB8}"/>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1" name="45-shape-6">
            <a:extLst xmlns:a="http://schemas.openxmlformats.org/drawingml/2006/main">
              <a:ext uri="{FF2B5EF4-FFF2-40B4-BE49-F238E27FC236}">
                <a16:creationId xmlns:a16="http://schemas.microsoft.com/office/drawing/2014/main" id="{EB6E530E-AFB8-456F-AD37-B91FA56D6716}"/>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2" name="45-text-7">
            <a:extLst xmlns:a="http://schemas.openxmlformats.org/drawingml/2006/main">
              <a:ext uri="{FF2B5EF4-FFF2-40B4-BE49-F238E27FC236}">
                <a16:creationId xmlns:a16="http://schemas.microsoft.com/office/drawing/2014/main" id="{7305A18B-C575-45D9-8A81-6A922585E021}"/>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43" name="45-text-8">
            <a:extLst xmlns:a="http://schemas.openxmlformats.org/drawingml/2006/main">
              <a:ext uri="{FF2B5EF4-FFF2-40B4-BE49-F238E27FC236}">
                <a16:creationId xmlns:a16="http://schemas.microsoft.com/office/drawing/2014/main" id="{6EFA8CF9-8110-4AAC-B1FC-56054208F293}"/>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44" name="45-shape-9">
            <a:extLst xmlns:a="http://schemas.openxmlformats.org/drawingml/2006/main">
              <a:ext uri="{FF2B5EF4-FFF2-40B4-BE49-F238E27FC236}">
                <a16:creationId xmlns:a16="http://schemas.microsoft.com/office/drawing/2014/main" id="{BA7B91DE-413D-45B4-9E09-B94AF5B03D65}"/>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5" name="45-shape-10">
            <a:extLst xmlns:a="http://schemas.openxmlformats.org/drawingml/2006/main">
              <a:ext uri="{FF2B5EF4-FFF2-40B4-BE49-F238E27FC236}">
                <a16:creationId xmlns:a16="http://schemas.microsoft.com/office/drawing/2014/main" id="{6C1E801F-2AD2-4C68-8400-BBB75FA727B2}"/>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6" name="45-text-11">
            <a:extLst xmlns:a="http://schemas.openxmlformats.org/drawingml/2006/main">
              <a:ext uri="{FF2B5EF4-FFF2-40B4-BE49-F238E27FC236}">
                <a16:creationId xmlns:a16="http://schemas.microsoft.com/office/drawing/2014/main" id="{6391F4FD-BC16-4832-91E7-827830C31793}"/>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47" name="45-text-12">
            <a:extLst xmlns:a="http://schemas.openxmlformats.org/drawingml/2006/main">
              <a:ext uri="{FF2B5EF4-FFF2-40B4-BE49-F238E27FC236}">
                <a16:creationId xmlns:a16="http://schemas.microsoft.com/office/drawing/2014/main" id="{91D488C3-0938-4A63-8108-CFCC32B4C100}"/>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48" name="45-shape-13">
            <a:extLst xmlns:a="http://schemas.openxmlformats.org/drawingml/2006/main">
              <a:ext uri="{FF2B5EF4-FFF2-40B4-BE49-F238E27FC236}">
                <a16:creationId xmlns:a16="http://schemas.microsoft.com/office/drawing/2014/main" id="{5D10E4EB-F46B-45BF-A82B-0C4ADABDD5BB}"/>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9" name="45-shape-14">
            <a:extLst xmlns:a="http://schemas.openxmlformats.org/drawingml/2006/main">
              <a:ext uri="{FF2B5EF4-FFF2-40B4-BE49-F238E27FC236}">
                <a16:creationId xmlns:a16="http://schemas.microsoft.com/office/drawing/2014/main" id="{E1C59E7A-5DC3-4FBB-B50F-9D6CFBD69839}"/>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0" name="45-text-15">
            <a:extLst xmlns:a="http://schemas.openxmlformats.org/drawingml/2006/main">
              <a:ext uri="{FF2B5EF4-FFF2-40B4-BE49-F238E27FC236}">
                <a16:creationId xmlns:a16="http://schemas.microsoft.com/office/drawing/2014/main" id="{03071118-F20E-47BF-B377-316A074D32D2}"/>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51" name="45-text-16">
            <a:extLst xmlns:a="http://schemas.openxmlformats.org/drawingml/2006/main">
              <a:ext uri="{FF2B5EF4-FFF2-40B4-BE49-F238E27FC236}">
                <a16:creationId xmlns:a16="http://schemas.microsoft.com/office/drawing/2014/main" id="{C81994F9-3A9F-48C7-AD23-2047C8C8CB8D}"/>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52" name="45-shape-17">
            <a:extLst xmlns:a="http://schemas.openxmlformats.org/drawingml/2006/main">
              <a:ext uri="{FF2B5EF4-FFF2-40B4-BE49-F238E27FC236}">
                <a16:creationId xmlns:a16="http://schemas.microsoft.com/office/drawing/2014/main" id="{6D939333-6515-4745-8DED-0E38C1119C5B}"/>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3" name="45-shape-18">
            <a:extLst xmlns:a="http://schemas.openxmlformats.org/drawingml/2006/main">
              <a:ext uri="{FF2B5EF4-FFF2-40B4-BE49-F238E27FC236}">
                <a16:creationId xmlns:a16="http://schemas.microsoft.com/office/drawing/2014/main" id="{BA2055AE-AFB5-4BC8-89F5-704A78819B3E}"/>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54" name="45-text-19">
            <a:extLst xmlns:a="http://schemas.openxmlformats.org/drawingml/2006/main">
              <a:ext uri="{FF2B5EF4-FFF2-40B4-BE49-F238E27FC236}">
                <a16:creationId xmlns:a16="http://schemas.microsoft.com/office/drawing/2014/main" id="{B3CD4D5C-8443-46F3-B1B0-09AFF3834CF0}"/>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55" name="45-text-20">
            <a:extLst xmlns:a="http://schemas.openxmlformats.org/drawingml/2006/main">
              <a:ext uri="{FF2B5EF4-FFF2-40B4-BE49-F238E27FC236}">
                <a16:creationId xmlns:a16="http://schemas.microsoft.com/office/drawing/2014/main" id="{7977CAB3-7DF9-4C5E-AFCF-E14B9B5BD22B}"/>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56" name="45-shape-21">
            <a:extLst xmlns:a="http://schemas.openxmlformats.org/drawingml/2006/main">
              <a:ext uri="{FF2B5EF4-FFF2-40B4-BE49-F238E27FC236}">
                <a16:creationId xmlns:a16="http://schemas.microsoft.com/office/drawing/2014/main" id="{2D2148F3-2545-4D8D-A640-F207E0836C28}"/>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7" name="45-shape-22">
            <a:extLst xmlns:a="http://schemas.openxmlformats.org/drawingml/2006/main">
              <a:ext uri="{FF2B5EF4-FFF2-40B4-BE49-F238E27FC236}">
                <a16:creationId xmlns:a16="http://schemas.microsoft.com/office/drawing/2014/main" id="{85469774-5042-4FFC-B1DA-4F9C200CDCE6}"/>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58" name="45-text-23">
            <a:extLst xmlns:a="http://schemas.openxmlformats.org/drawingml/2006/main">
              <a:ext uri="{FF2B5EF4-FFF2-40B4-BE49-F238E27FC236}">
                <a16:creationId xmlns:a16="http://schemas.microsoft.com/office/drawing/2014/main" id="{8A89B664-6E35-4DD1-9856-E219F8609D49}"/>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59" name="45-text-24">
            <a:extLst xmlns:a="http://schemas.openxmlformats.org/drawingml/2006/main">
              <a:ext uri="{FF2B5EF4-FFF2-40B4-BE49-F238E27FC236}">
                <a16:creationId xmlns:a16="http://schemas.microsoft.com/office/drawing/2014/main" id="{0EE9BEEF-1F02-40A5-85EE-29D4D59B7248}"/>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60" name="narrative-number">
            <a:extLst xmlns:a="http://schemas.openxmlformats.org/drawingml/2006/main">
              <a:ext uri="{FF2B5EF4-FFF2-40B4-BE49-F238E27FC236}">
                <a16:creationId xmlns:a16="http://schemas.microsoft.com/office/drawing/2014/main" id="{3BA0B1A4-01A0-4DFC-8F9B-17129ABA146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111120680"/>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1" name="!!area-name">
            <a:extLst xmlns:a="http://schemas.openxmlformats.org/drawingml/2006/main">
              <a:ext uri="{FF2B5EF4-FFF2-40B4-BE49-F238E27FC236}">
                <a16:creationId xmlns:a16="http://schemas.microsoft.com/office/drawing/2014/main" id="{9FD5A00C-9F5A-4A02-8AE8-560A991F18F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79" name="mini-map"/>
          <p:cNvPicPr>
            <a:picLocks xmlns:a="http://schemas.openxmlformats.org/drawingml/2006/main" noChangeAspect="1"/>
          </p:cNvPicPr>
          <p:nvPr/>
        </p:nvPicPr>
        <p:blipFill>
          <a:blip xmlns:r="http://schemas.openxmlformats.org/officeDocument/2006/relationships" xmlns:a="http://schemas.openxmlformats.org/drawingml/2006/main" r:embed="Ra30518934f4e486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63" name="slide-title">
            <a:extLst xmlns:a="http://schemas.openxmlformats.org/drawingml/2006/main">
              <a:ext uri="{FF2B5EF4-FFF2-40B4-BE49-F238E27FC236}">
                <a16:creationId xmlns:a16="http://schemas.microsoft.com/office/drawing/2014/main" id="{8EC03A68-24BA-4907-953C-AF2B5D050FD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64" name="header-divider">
            <a:extLst xmlns:a="http://schemas.openxmlformats.org/drawingml/2006/main">
              <a:ext uri="{FF2B5EF4-FFF2-40B4-BE49-F238E27FC236}">
                <a16:creationId xmlns:a16="http://schemas.microsoft.com/office/drawing/2014/main" id="{1031B7DE-7EBD-4F74-B2B2-316E3F59548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5" name="46-shape-1">
            <a:extLst xmlns:a="http://schemas.openxmlformats.org/drawingml/2006/main">
              <a:ext uri="{FF2B5EF4-FFF2-40B4-BE49-F238E27FC236}">
                <a16:creationId xmlns:a16="http://schemas.microsoft.com/office/drawing/2014/main" id="{150C64A2-D87F-4B5E-9C77-CE1238712210}"/>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6" name="46-text-2">
            <a:extLst xmlns:a="http://schemas.openxmlformats.org/drawingml/2006/main">
              <a:ext uri="{FF2B5EF4-FFF2-40B4-BE49-F238E27FC236}">
                <a16:creationId xmlns:a16="http://schemas.microsoft.com/office/drawing/2014/main" id="{40EF99D1-FE54-4839-B0DD-2936A905D8A1}"/>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67" name="46-text-3">
            <a:extLst xmlns:a="http://schemas.openxmlformats.org/drawingml/2006/main">
              <a:ext uri="{FF2B5EF4-FFF2-40B4-BE49-F238E27FC236}">
                <a16:creationId xmlns:a16="http://schemas.microsoft.com/office/drawing/2014/main" id="{19A8E28A-A04A-41AB-97FE-B1704FE9C873}"/>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68" name="46-shape-4">
            <a:extLst xmlns:a="http://schemas.openxmlformats.org/drawingml/2006/main">
              <a:ext uri="{FF2B5EF4-FFF2-40B4-BE49-F238E27FC236}">
                <a16:creationId xmlns:a16="http://schemas.microsoft.com/office/drawing/2014/main" id="{9056A113-B3A8-4D2C-93CD-0BA7EE53993E}"/>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9" name="46-text-5">
            <a:extLst xmlns:a="http://schemas.openxmlformats.org/drawingml/2006/main">
              <a:ext uri="{FF2B5EF4-FFF2-40B4-BE49-F238E27FC236}">
                <a16:creationId xmlns:a16="http://schemas.microsoft.com/office/drawing/2014/main" id="{B99B593E-F5DE-4F5E-BF87-BE5039189EF3}"/>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70" name="46-text-6">
            <a:extLst xmlns:a="http://schemas.openxmlformats.org/drawingml/2006/main">
              <a:ext uri="{FF2B5EF4-FFF2-40B4-BE49-F238E27FC236}">
                <a16:creationId xmlns:a16="http://schemas.microsoft.com/office/drawing/2014/main" id="{4E6A4A7E-16E9-4F5F-B65E-5B1CACC1E441}"/>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71" name="46-shape-7">
            <a:extLst xmlns:a="http://schemas.openxmlformats.org/drawingml/2006/main">
              <a:ext uri="{FF2B5EF4-FFF2-40B4-BE49-F238E27FC236}">
                <a16:creationId xmlns:a16="http://schemas.microsoft.com/office/drawing/2014/main" id="{5C853E35-EF3F-4433-976B-1BC277840469}"/>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2" name="46-text-8">
            <a:extLst xmlns:a="http://schemas.openxmlformats.org/drawingml/2006/main">
              <a:ext uri="{FF2B5EF4-FFF2-40B4-BE49-F238E27FC236}">
                <a16:creationId xmlns:a16="http://schemas.microsoft.com/office/drawing/2014/main" id="{015E180E-0740-4FEB-9049-BD72E046487A}"/>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73" name="46-text-9">
            <a:extLst xmlns:a="http://schemas.openxmlformats.org/drawingml/2006/main">
              <a:ext uri="{FF2B5EF4-FFF2-40B4-BE49-F238E27FC236}">
                <a16:creationId xmlns:a16="http://schemas.microsoft.com/office/drawing/2014/main" id="{E5A693E1-6764-4DC3-806C-EC8652010AC0}"/>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74" name="46-shape-10">
            <a:extLst xmlns:a="http://schemas.openxmlformats.org/drawingml/2006/main">
              <a:ext uri="{FF2B5EF4-FFF2-40B4-BE49-F238E27FC236}">
                <a16:creationId xmlns:a16="http://schemas.microsoft.com/office/drawing/2014/main" id="{EED4FD3E-8444-4B67-8B4A-A6096777ADE0}"/>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5" name="46-text-11">
            <a:extLst xmlns:a="http://schemas.openxmlformats.org/drawingml/2006/main">
              <a:ext uri="{FF2B5EF4-FFF2-40B4-BE49-F238E27FC236}">
                <a16:creationId xmlns:a16="http://schemas.microsoft.com/office/drawing/2014/main" id="{5DA1B4D4-C92E-4502-8E9E-2BE0CAF9750A}"/>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76" name="46-text-12">
            <a:extLst xmlns:a="http://schemas.openxmlformats.org/drawingml/2006/main">
              <a:ext uri="{FF2B5EF4-FFF2-40B4-BE49-F238E27FC236}">
                <a16:creationId xmlns:a16="http://schemas.microsoft.com/office/drawing/2014/main" id="{4BE08483-1B7F-4498-88D7-42A4CAEE0EA4}"/>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77" name="narrative-number">
            <a:extLst xmlns:a="http://schemas.openxmlformats.org/drawingml/2006/main">
              <a:ext uri="{FF2B5EF4-FFF2-40B4-BE49-F238E27FC236}">
                <a16:creationId xmlns:a16="http://schemas.microsoft.com/office/drawing/2014/main" id="{9709445F-91AF-4195-856E-0413EECAE9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544319292"/>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8" name="47-text-1">
            <a:extLst xmlns:a="http://schemas.openxmlformats.org/drawingml/2006/main">
              <a:ext uri="{FF2B5EF4-FFF2-40B4-BE49-F238E27FC236}">
                <a16:creationId xmlns:a16="http://schemas.microsoft.com/office/drawing/2014/main" id="{09E6B0EE-F121-4E5B-ABDC-4BE19928F4C5}"/>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79" name="47-text-2">
            <a:extLst xmlns:a="http://schemas.openxmlformats.org/drawingml/2006/main">
              <a:ext uri="{FF2B5EF4-FFF2-40B4-BE49-F238E27FC236}">
                <a16:creationId xmlns:a16="http://schemas.microsoft.com/office/drawing/2014/main" id="{7854A789-5E7D-4C47-B4B9-7819EDB0B987}"/>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80" name="47-text-3">
            <a:extLst xmlns:a="http://schemas.openxmlformats.org/drawingml/2006/main">
              <a:ext uri="{FF2B5EF4-FFF2-40B4-BE49-F238E27FC236}">
                <a16:creationId xmlns:a16="http://schemas.microsoft.com/office/drawing/2014/main" id="{B172FD42-2B0C-4E07-AA3E-C9E47385C052}"/>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81" name="narrative-number">
            <a:extLst xmlns:a="http://schemas.openxmlformats.org/drawingml/2006/main">
              <a:ext uri="{FF2B5EF4-FFF2-40B4-BE49-F238E27FC236}">
                <a16:creationId xmlns:a16="http://schemas.microsoft.com/office/drawing/2014/main" id="{F2525AEF-78D8-4173-9439-256CB4BD0C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58053834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2" name="slide-title">
            <a:extLst xmlns:a="http://schemas.openxmlformats.org/drawingml/2006/main">
              <a:ext uri="{FF2B5EF4-FFF2-40B4-BE49-F238E27FC236}">
                <a16:creationId xmlns:a16="http://schemas.microsoft.com/office/drawing/2014/main" id="{30BDD764-70A9-4E6C-A05A-615889A40256}"/>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83" name="header-divider">
            <a:extLst xmlns:a="http://schemas.openxmlformats.org/drawingml/2006/main">
              <a:ext uri="{FF2B5EF4-FFF2-40B4-BE49-F238E27FC236}">
                <a16:creationId xmlns:a16="http://schemas.microsoft.com/office/drawing/2014/main" id="{139340A5-93EE-449C-906F-6746B7F03FCE}"/>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4" name="48-text-1">
            <a:extLst xmlns:a="http://schemas.openxmlformats.org/drawingml/2006/main">
              <a:ext uri="{FF2B5EF4-FFF2-40B4-BE49-F238E27FC236}">
                <a16:creationId xmlns:a16="http://schemas.microsoft.com/office/drawing/2014/main" id="{62CD5F8E-FB10-4F56-9A39-68FCB899ECDB}"/>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85" name="48-text-2">
            <a:extLst xmlns:a="http://schemas.openxmlformats.org/drawingml/2006/main">
              <a:ext uri="{FF2B5EF4-FFF2-40B4-BE49-F238E27FC236}">
                <a16:creationId xmlns:a16="http://schemas.microsoft.com/office/drawing/2014/main" id="{4F52316D-E7E2-4673-9259-AC1AB927C574}"/>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86" name="48-text-3">
            <a:extLst xmlns:a="http://schemas.openxmlformats.org/drawingml/2006/main">
              <a:ext uri="{FF2B5EF4-FFF2-40B4-BE49-F238E27FC236}">
                <a16:creationId xmlns:a16="http://schemas.microsoft.com/office/drawing/2014/main" id="{C46AC623-89CB-4F8A-A7BB-E119C5041312}"/>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87" name="48-text-4">
            <a:extLst xmlns:a="http://schemas.openxmlformats.org/drawingml/2006/main">
              <a:ext uri="{FF2B5EF4-FFF2-40B4-BE49-F238E27FC236}">
                <a16:creationId xmlns:a16="http://schemas.microsoft.com/office/drawing/2014/main" id="{5EC68A36-7062-4334-B9B5-8B418CB42F67}"/>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88" name="48-text-5">
            <a:extLst xmlns:a="http://schemas.openxmlformats.org/drawingml/2006/main">
              <a:ext uri="{FF2B5EF4-FFF2-40B4-BE49-F238E27FC236}">
                <a16:creationId xmlns:a16="http://schemas.microsoft.com/office/drawing/2014/main" id="{D3AE31CE-F16B-4AEA-9774-B7477AD04890}"/>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89" name="48-text-6">
            <a:extLst xmlns:a="http://schemas.openxmlformats.org/drawingml/2006/main">
              <a:ext uri="{FF2B5EF4-FFF2-40B4-BE49-F238E27FC236}">
                <a16:creationId xmlns:a16="http://schemas.microsoft.com/office/drawing/2014/main" id="{D5D269A6-DF98-48F0-A46B-8DC3401C8F3B}"/>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90" name="48-text-7">
            <a:extLst xmlns:a="http://schemas.openxmlformats.org/drawingml/2006/main">
              <a:ext uri="{FF2B5EF4-FFF2-40B4-BE49-F238E27FC236}">
                <a16:creationId xmlns:a16="http://schemas.microsoft.com/office/drawing/2014/main" id="{C0C53F3A-EA3D-47B6-AE24-5ADD96BC0775}"/>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91" name="48-text-8">
            <a:extLst xmlns:a="http://schemas.openxmlformats.org/drawingml/2006/main">
              <a:ext uri="{FF2B5EF4-FFF2-40B4-BE49-F238E27FC236}">
                <a16:creationId xmlns:a16="http://schemas.microsoft.com/office/drawing/2014/main" id="{0C0C434B-C5A0-410B-9598-3AF5D0207C7C}"/>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92" name="48-text-9">
            <a:extLst xmlns:a="http://schemas.openxmlformats.org/drawingml/2006/main">
              <a:ext uri="{FF2B5EF4-FFF2-40B4-BE49-F238E27FC236}">
                <a16:creationId xmlns:a16="http://schemas.microsoft.com/office/drawing/2014/main" id="{85142F6B-FCAB-4AFE-A567-0D316318630F}"/>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93" name="48-text-10">
            <a:extLst xmlns:a="http://schemas.openxmlformats.org/drawingml/2006/main">
              <a:ext uri="{FF2B5EF4-FFF2-40B4-BE49-F238E27FC236}">
                <a16:creationId xmlns:a16="http://schemas.microsoft.com/office/drawing/2014/main" id="{9E1A86C4-81EF-4C5D-B518-A0976AB18DF7}"/>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94" name="48-text-11">
            <a:extLst xmlns:a="http://schemas.openxmlformats.org/drawingml/2006/main">
              <a:ext uri="{FF2B5EF4-FFF2-40B4-BE49-F238E27FC236}">
                <a16:creationId xmlns:a16="http://schemas.microsoft.com/office/drawing/2014/main" id="{E1CA8A1C-7E20-4FD4-9B55-5277340C66EB}"/>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95" name="48-text-12">
            <a:extLst xmlns:a="http://schemas.openxmlformats.org/drawingml/2006/main">
              <a:ext uri="{FF2B5EF4-FFF2-40B4-BE49-F238E27FC236}">
                <a16:creationId xmlns:a16="http://schemas.microsoft.com/office/drawing/2014/main" id="{F94B2718-ED9E-4222-ADB8-F462A0271273}"/>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96" name="narrative-number">
            <a:extLst xmlns:a="http://schemas.openxmlformats.org/drawingml/2006/main">
              <a:ext uri="{FF2B5EF4-FFF2-40B4-BE49-F238E27FC236}">
                <a16:creationId xmlns:a16="http://schemas.microsoft.com/office/drawing/2014/main" id="{B2C8640F-0AFD-4A0F-8997-76C0D6D4338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1016359555"/>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2026-09-16T22:13:06.8370000Z</dcterms:created>
  <dcterms:modified xsi:type="dcterms:W3CDTF">2026-09-16T22:13:06.8370000Z</dcterms:modified>
</coreProperties>
</file>